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17.xml" ContentType="application/vnd.openxmlformats-officedocument.presentationml.slide+xml"/>
  <Override PartName="/ppt/slides/slide16.xml" ContentType="application/vnd.openxmlformats-officedocument.presentationml.slide+xml"/>
  <Override PartName="/ppt/slides/slide15.xml" ContentType="application/vnd.openxmlformats-officedocument.presentationml.slide+xml"/>
  <Override PartName="/ppt/slides/slide14.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35.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13.xml" ContentType="application/vnd.openxmlformats-officedocument.presentationml.slide+xml"/>
  <Override PartName="/ppt/slides/slide12.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24.xml" ContentType="application/vnd.openxmlformats-officedocument.presentationml.slide+xml"/>
  <Override PartName="/ppt/slides/slide21.xml" ContentType="application/vnd.openxmlformats-officedocument.presentationml.slide+xml"/>
  <Override PartName="/ppt/slides/slide26.xml" ContentType="application/vnd.openxmlformats-officedocument.presentationml.slide+xml"/>
  <Override PartName="/ppt/slides/slide42.xml" ContentType="application/vnd.openxmlformats-officedocument.presentationml.slide+xml"/>
  <Override PartName="/ppt/slides/slide25.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1.xml" ContentType="application/vnd.openxmlformats-officedocument.presentationml.slide+xml"/>
  <Override PartName="/ppt/slides/slide40.xml" ContentType="application/vnd.openxmlformats-officedocument.presentationml.slide+xml"/>
  <Override PartName="/ppt/slides/slide39.xml" ContentType="application/vnd.openxmlformats-officedocument.presentationml.slide+xml"/>
  <Override PartName="/ppt/slides/slide38.xml" ContentType="application/vnd.openxmlformats-officedocument.presentationml.slide+xml"/>
  <Override PartName="/ppt/slides/slide37.xml" ContentType="application/vnd.openxmlformats-officedocument.presentationml.slide+xml"/>
  <Override PartName="/ppt/slides/slide36.xml" ContentType="application/vnd.openxmlformats-officedocument.presentationml.slide+xml"/>
  <Override PartName="/ppt/slides/slide46.xml" ContentType="application/vnd.openxmlformats-officedocument.presentationml.slide+xml"/>
  <Override PartName="/ppt/slides/slide43.xml" ContentType="application/vnd.openxmlformats-officedocument.presentationml.slide+xml"/>
  <Override PartName="/ppt/slides/slide48.xml" ContentType="application/vnd.openxmlformats-officedocument.presentationml.slide+xml"/>
  <Override PartName="/ppt/slides/slide4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27.xml" ContentType="application/vnd.openxmlformats-officedocument.presentationml.slide+xml"/>
  <Override PartName="/ppt/slides/slide32.xml" ContentType="application/vnd.openxmlformats-officedocument.presentationml.slide+xml"/>
  <Override PartName="/ppt/slides/slide49.xml" ContentType="application/vnd.openxmlformats-officedocument.presentationml.slide+xml"/>
  <Override PartName="/ppt/slides/slide31.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notesSlides/notesSlide14.xml" ContentType="application/vnd.openxmlformats-officedocument.presentationml.notesSlide+xml"/>
  <Override PartName="/ppt/notesSlides/notesSlide13.xml" ContentType="application/vnd.openxmlformats-officedocument.presentationml.notesSlide+xml"/>
  <Override PartName="/ppt/notesSlides/notesSlide12.xml" ContentType="application/vnd.openxmlformats-officedocument.presentationml.notesSlide+xml"/>
  <Override PartName="/ppt/notesSlides/notesSlide11.xml" ContentType="application/vnd.openxmlformats-officedocument.presentationml.notesSlide+xml"/>
  <Override PartName="/ppt/notesSlides/notesSlide10.xml" ContentType="application/vnd.openxmlformats-officedocument.presentationml.notesSlide+xml"/>
  <Override PartName="/ppt/notesSlides/notesSlide9.xml" ContentType="application/vnd.openxmlformats-officedocument.presentationml.notesSlide+xml"/>
  <Override PartName="/ppt/notesSlides/notesSlide8.xml" ContentType="application/vnd.openxmlformats-officedocument.presentationml.notesSlide+xml"/>
  <Override PartName="/ppt/notesSlides/notesSlide7.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4.xml" ContentType="application/vnd.openxmlformats-officedocument.presentationml.notesSlide+xml"/>
  <Override PartName="/ppt/notesSlides/notesSlide23.xml" ContentType="application/vnd.openxmlformats-officedocument.presentationml.notesSlide+xml"/>
  <Override PartName="/ppt/notesSlides/notesSlide22.xml" ContentType="application/vnd.openxmlformats-officedocument.presentationml.notesSlide+xml"/>
  <Override PartName="/ppt/notesSlides/notesSlide21.xml" ContentType="application/vnd.openxmlformats-officedocument.presentationml.notesSlide+xml"/>
  <Override PartName="/ppt/notesSlides/notesSlide20.xml" ContentType="application/vnd.openxmlformats-officedocument.presentationml.notesSlide+xml"/>
  <Override PartName="/ppt/notesSlides/notesSlide19.xml" ContentType="application/vnd.openxmlformats-officedocument.presentationml.notesSlide+xml"/>
  <Override PartName="/ppt/notesSlides/notesSlide18.xml" ContentType="application/vnd.openxmlformats-officedocument.presentationml.notesSlide+xml"/>
  <Override PartName="/ppt/notesSlides/notesSlide6.xml" ContentType="application/vnd.openxmlformats-officedocument.presentationml.notesSlide+xml"/>
  <Override PartName="/ppt/notesSlides/notesSlide5.xml" ContentType="application/vnd.openxmlformats-officedocument.presentationml.notesSlide+xml"/>
  <Override PartName="/ppt/notesSlides/notesSlide4.xml" ContentType="application/vnd.openxmlformats-officedocument.presentationml.notesSlide+xml"/>
  <Override PartName="/ppt/slideLayouts/slideLayout8.xml" ContentType="application/vnd.openxmlformats-officedocument.presentationml.slideLayout+xml"/>
  <Override PartName="/ppt/slideLayouts/slideLayout7.xml" ContentType="application/vnd.openxmlformats-officedocument.presentationml.slideLayout+xml"/>
  <Override PartName="/ppt/slideLayouts/slideLayout6.xml" ContentType="application/vnd.openxmlformats-officedocument.presentationml.slideLayout+xml"/>
  <Override PartName="/ppt/slideLayouts/slideLayout5.xml" ContentType="application/vnd.openxmlformats-officedocument.presentationml.slideLayout+xml"/>
  <Override PartName="/ppt/slideLayouts/slideLayout4.xml" ContentType="application/vnd.openxmlformats-officedocument.presentationml.slideLayout+xml"/>
  <Override PartName="/ppt/slideLayouts/slideLayout3.xml" ContentType="application/vnd.openxmlformats-officedocument.presentationml.slideLayout+xml"/>
  <Override PartName="/ppt/slideLayouts/slideLayout2.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Slides/notesSlide3.xml" ContentType="application/vnd.openxmlformats-officedocument.presentationml.notesSlide+xml"/>
  <Override PartName="/ppt/notesSlides/notesSlide2.xml" ContentType="application/vnd.openxmlformats-officedocument.presentationml.notesSlide+xml"/>
  <Override PartName="/ppt/notesSlides/notesSlide1.xml" ContentType="application/vnd.openxmlformats-officedocument.presentationml.notesSlide+xml"/>
  <Override PartName="/ppt/slideLayouts/slideLayout15.xml" ContentType="application/vnd.openxmlformats-officedocument.presentationml.slideLayout+xml"/>
  <Override PartName="/ppt/slideLayouts/slideLayout14.xml" ContentType="application/vnd.openxmlformats-officedocument.presentationml.slideLayout+xml"/>
  <Override PartName="/ppt/slideLayouts/slideLayout13.xml" ContentType="application/vnd.openxmlformats-officedocument.presentationml.slideLayout+xml"/>
  <Override PartName="/ppt/slideLayouts/slideLayout12.xml" ContentType="application/vnd.openxmlformats-officedocument.presentationml.slideLayout+xml"/>
  <Override PartName="/ppt/notesSlides/notesSlide25.xml" ContentType="application/vnd.openxmlformats-officedocument.presentationml.notesSlide+xml"/>
  <Override PartName="/ppt/notesSlides/notesSlide17.xml" ContentType="application/vnd.openxmlformats-officedocument.presentationml.notesSlide+xml"/>
  <Override PartName="/ppt/notesSlides/notesSlide27.xml" ContentType="application/vnd.openxmlformats-officedocument.presentationml.notesSlide+xml"/>
  <Override PartName="/ppt/notesSlides/notesSlide41.xml" ContentType="application/vnd.openxmlformats-officedocument.presentationml.notesSlide+xml"/>
  <Override PartName="/ppt/notesSlides/notesSlide40.xml" ContentType="application/vnd.openxmlformats-officedocument.presentationml.notesSlide+xml"/>
  <Override PartName="/ppt/notesSlides/notesSlide39.xml" ContentType="application/vnd.openxmlformats-officedocument.presentationml.notesSlide+xml"/>
  <Override PartName="/ppt/notesSlides/notesSlide38.xml" ContentType="application/vnd.openxmlformats-officedocument.presentationml.notesSlide+xml"/>
  <Override PartName="/ppt/notesSlides/notesSlide37.xml" ContentType="application/vnd.openxmlformats-officedocument.presentationml.notesSlide+xml"/>
  <Override PartName="/ppt/notesSlides/notesSlide26.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9.xml" ContentType="application/vnd.openxmlformats-officedocument.presentationml.notesSlide+xml"/>
  <Override PartName="/ppt/notesSlides/notesSlide48.xml" ContentType="application/vnd.openxmlformats-officedocument.presentationml.notesSlide+xml"/>
  <Override PartName="/ppt/notesSlides/notesSlide47.xml" ContentType="application/vnd.openxmlformats-officedocument.presentationml.notesSlide+xml"/>
  <Override PartName="/ppt/notesSlides/notesSlide46.xml" ContentType="application/vnd.openxmlformats-officedocument.presentationml.notesSlide+xml"/>
  <Override PartName="/ppt/notesSlides/notesSlide45.xml" ContentType="application/vnd.openxmlformats-officedocument.presentationml.notesSlide+xml"/>
  <Override PartName="/ppt/notesSlides/notesSlide36.xml" ContentType="application/vnd.openxmlformats-officedocument.presentationml.notesSlide+xml"/>
  <Override PartName="/ppt/notesSlides/notesSlide42.xml" ContentType="application/vnd.openxmlformats-officedocument.presentationml.notesSlide+xml"/>
  <Override PartName="/ppt/notesSlides/notesSlide35.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2.xml" ContentType="application/vnd.openxmlformats-officedocument.presentationml.notesSlide+xml"/>
  <Override PartName="/ppt/notesSlides/notesSlide31.xml" ContentType="application/vnd.openxmlformats-officedocument.presentationml.notesSlide+xml"/>
  <Override PartName="/ppt/notesSlides/notesSlide28.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theme/theme1.xml" ContentType="application/vnd.openxmlformats-officedocument.them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heme/theme2.xml" ContentType="application/vnd.openxmlformats-officedocument.theme+xml"/>
  <Override PartName="/ppt/theme/theme3.xml" ContentType="application/vnd.openxmlformats-officedocument.theme+xml"/>
  <Override PartName="/ppt/tableStyles.xml" ContentType="application/vnd.openxmlformats-officedocument.presentationml.tableStyles+xml"/>
  <Override PartName="/ppt/viewProps.xml" ContentType="application/vnd.openxmlformats-officedocument.presentationml.viewProps+xml"/>
  <Override PartName="/ppt/presProps.xml" ContentType="application/vnd.openxmlformats-officedocument.presentationml.presProp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customXml/itemProps2.xml" ContentType="application/vnd.openxmlformats-officedocument.customXmlProperties+xml"/>
  <Override PartName="/customXml/itemProps1.xml" ContentType="application/vnd.openxmlformats-officedocument.customXmlProperties+xml"/>
  <Override PartName="/customXml/itemProps3.xml" ContentType="application/vnd.openxmlformats-officedocument.customXml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aveSubsetFonts="1">
  <p:sldMasterIdLst>
    <p:sldMasterId id="2147483825" r:id="rId1"/>
  </p:sldMasterIdLst>
  <p:notesMasterIdLst>
    <p:notesMasterId r:id="rId51"/>
  </p:notesMasterIdLst>
  <p:handoutMasterIdLst>
    <p:handoutMasterId r:id="rId52"/>
  </p:handout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Lst>
  <p:sldSz cx="12192000" cy="6858000"/>
  <p:notesSz cx="6797675" cy="9926638"/>
  <p:defaultTextStyle>
    <a:defPPr>
      <a:defRPr lang="en-US"/>
    </a:defPPr>
    <a:lvl1pPr marL="0" algn="l" defTabSz="914478" rtl="0" eaLnBrk="1" latinLnBrk="0" hangingPunct="1">
      <a:defRPr sz="1800" kern="1200">
        <a:solidFill>
          <a:schemeClr val="tx1"/>
        </a:solidFill>
        <a:latin typeface="+mn-lt"/>
        <a:ea typeface="+mn-ea"/>
        <a:cs typeface="+mn-cs"/>
      </a:defRPr>
    </a:lvl1pPr>
    <a:lvl2pPr marL="457240" algn="l" defTabSz="914478" rtl="0" eaLnBrk="1" latinLnBrk="0" hangingPunct="1">
      <a:defRPr sz="1800" kern="1200">
        <a:solidFill>
          <a:schemeClr val="tx1"/>
        </a:solidFill>
        <a:latin typeface="+mn-lt"/>
        <a:ea typeface="+mn-ea"/>
        <a:cs typeface="+mn-cs"/>
      </a:defRPr>
    </a:lvl2pPr>
    <a:lvl3pPr marL="914478" algn="l" defTabSz="914478" rtl="0" eaLnBrk="1" latinLnBrk="0" hangingPunct="1">
      <a:defRPr sz="1800" kern="1200">
        <a:solidFill>
          <a:schemeClr val="tx1"/>
        </a:solidFill>
        <a:latin typeface="+mn-lt"/>
        <a:ea typeface="+mn-ea"/>
        <a:cs typeface="+mn-cs"/>
      </a:defRPr>
    </a:lvl3pPr>
    <a:lvl4pPr marL="1371718" algn="l" defTabSz="914478" rtl="0" eaLnBrk="1" latinLnBrk="0" hangingPunct="1">
      <a:defRPr sz="1800" kern="1200">
        <a:solidFill>
          <a:schemeClr val="tx1"/>
        </a:solidFill>
        <a:latin typeface="+mn-lt"/>
        <a:ea typeface="+mn-ea"/>
        <a:cs typeface="+mn-cs"/>
      </a:defRPr>
    </a:lvl4pPr>
    <a:lvl5pPr marL="1828957" algn="l" defTabSz="914478" rtl="0" eaLnBrk="1" latinLnBrk="0" hangingPunct="1">
      <a:defRPr sz="1800" kern="1200">
        <a:solidFill>
          <a:schemeClr val="tx1"/>
        </a:solidFill>
        <a:latin typeface="+mn-lt"/>
        <a:ea typeface="+mn-ea"/>
        <a:cs typeface="+mn-cs"/>
      </a:defRPr>
    </a:lvl5pPr>
    <a:lvl6pPr marL="2286196" algn="l" defTabSz="914478" rtl="0" eaLnBrk="1" latinLnBrk="0" hangingPunct="1">
      <a:defRPr sz="1800" kern="1200">
        <a:solidFill>
          <a:schemeClr val="tx1"/>
        </a:solidFill>
        <a:latin typeface="+mn-lt"/>
        <a:ea typeface="+mn-ea"/>
        <a:cs typeface="+mn-cs"/>
      </a:defRPr>
    </a:lvl6pPr>
    <a:lvl7pPr marL="2743435" algn="l" defTabSz="914478" rtl="0" eaLnBrk="1" latinLnBrk="0" hangingPunct="1">
      <a:defRPr sz="1800" kern="1200">
        <a:solidFill>
          <a:schemeClr val="tx1"/>
        </a:solidFill>
        <a:latin typeface="+mn-lt"/>
        <a:ea typeface="+mn-ea"/>
        <a:cs typeface="+mn-cs"/>
      </a:defRPr>
    </a:lvl7pPr>
    <a:lvl8pPr marL="3200675" algn="l" defTabSz="914478" rtl="0" eaLnBrk="1" latinLnBrk="0" hangingPunct="1">
      <a:defRPr sz="1800" kern="1200">
        <a:solidFill>
          <a:schemeClr val="tx1"/>
        </a:solidFill>
        <a:latin typeface="+mn-lt"/>
        <a:ea typeface="+mn-ea"/>
        <a:cs typeface="+mn-cs"/>
      </a:defRPr>
    </a:lvl8pPr>
    <a:lvl9pPr marL="3657913" algn="l" defTabSz="914478"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5" pos="3840" userDrawn="1">
          <p15:clr>
            <a:srgbClr val="A4A3A4"/>
          </p15:clr>
        </p15:guide>
        <p15:guide id="6" orient="horz" pos="2341" userDrawn="1">
          <p15:clr>
            <a:srgbClr val="A4A3A4"/>
          </p15:clr>
        </p15:guide>
      </p15:sldGuideLst>
    </p:ext>
    <p:ext uri="{2D200454-40CA-4A62-9FC3-DE9A4176ACB9}">
      <p15:notesGuideLst xmlns:p15="http://schemas.microsoft.com/office/powerpoint/2012/main">
        <p15:guide id="1" orient="horz" userDrawn="1">
          <p15:clr>
            <a:srgbClr val="A4A3A4"/>
          </p15:clr>
        </p15:guide>
        <p15:guide id="2" pos="214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B0F0"/>
    <a:srgbClr val="FFD17D"/>
    <a:srgbClr val="BDE7F6"/>
    <a:srgbClr val="F4FBFE"/>
    <a:srgbClr val="F3FBFE"/>
    <a:srgbClr val="99DFF9"/>
    <a:srgbClr val="FFF2CC"/>
    <a:srgbClr val="EC7061"/>
    <a:srgbClr val="151515"/>
    <a:srgbClr val="C7000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72833802-FEF1-4C79-8D5D-14CF1EAF98D9}">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63748" autoAdjust="0"/>
  </p:normalViewPr>
  <p:slideViewPr>
    <p:cSldViewPr snapToGrid="0" snapToObjects="1">
      <p:cViewPr varScale="1">
        <p:scale>
          <a:sx n="60" d="100"/>
          <a:sy n="60" d="100"/>
        </p:scale>
        <p:origin x="42" y="138"/>
      </p:cViewPr>
      <p:guideLst>
        <p:guide pos="3840"/>
        <p:guide orient="horz" pos="2341"/>
      </p:guideLst>
    </p:cSldViewPr>
  </p:slideViewPr>
  <p:outlineViewPr>
    <p:cViewPr>
      <p:scale>
        <a:sx n="33" d="100"/>
        <a:sy n="33" d="100"/>
      </p:scale>
      <p:origin x="0" y="0"/>
    </p:cViewPr>
  </p:outlineViewPr>
  <p:notesTextViewPr>
    <p:cViewPr>
      <p:scale>
        <a:sx n="1" d="1"/>
        <a:sy n="1" d="1"/>
      </p:scale>
      <p:origin x="0" y="0"/>
    </p:cViewPr>
  </p:notesTextViewPr>
  <p:sorterViewPr>
    <p:cViewPr>
      <p:scale>
        <a:sx n="66" d="100"/>
        <a:sy n="66" d="100"/>
      </p:scale>
      <p:origin x="0" y="0"/>
    </p:cViewPr>
  </p:sorterViewPr>
  <p:notesViewPr>
    <p:cSldViewPr snapToGrid="0" snapToObjects="1">
      <p:cViewPr>
        <p:scale>
          <a:sx n="75" d="100"/>
          <a:sy n="75" d="100"/>
        </p:scale>
        <p:origin x="2202" y="-660"/>
      </p:cViewPr>
      <p:guideLst>
        <p:guide orient="horz"/>
        <p:guide pos="2141"/>
      </p:guideLst>
    </p:cSldViewPr>
  </p:notesViewPr>
  <p:gridSpacing cx="72000" cy="720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presProps" Target="presProps.xml"/><Relationship Id="rId58" Type="http://schemas.openxmlformats.org/officeDocument/2006/relationships/customXml" Target="../customXml/item2.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customXml" Target="../customXml/item3.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customXml" Target="../customXml/item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xmlns="" id="{8CC198DB-AFBD-584A-8986-364FF2B03F46}"/>
              </a:ext>
            </a:extLst>
          </p:cNvPr>
          <p:cNvSpPr>
            <a:spLocks noGrp="1"/>
          </p:cNvSpPr>
          <p:nvPr>
            <p:ph type="hdr" sz="quarter"/>
          </p:nvPr>
        </p:nvSpPr>
        <p:spPr>
          <a:xfrm>
            <a:off x="0" y="0"/>
            <a:ext cx="2945659" cy="498056"/>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xmlns="" id="{AD01315C-523F-A043-8029-B9921497126E}"/>
              </a:ext>
            </a:extLst>
          </p:cNvPr>
          <p:cNvSpPr>
            <a:spLocks noGrp="1"/>
          </p:cNvSpPr>
          <p:nvPr>
            <p:ph type="dt" sz="quarter" idx="1"/>
          </p:nvPr>
        </p:nvSpPr>
        <p:spPr>
          <a:xfrm>
            <a:off x="3850443" y="0"/>
            <a:ext cx="2945659" cy="498056"/>
          </a:xfrm>
          <a:prstGeom prst="rect">
            <a:avLst/>
          </a:prstGeom>
        </p:spPr>
        <p:txBody>
          <a:bodyPr vert="horz" lIns="91440" tIns="45720" rIns="91440" bIns="45720" rtlCol="0"/>
          <a:lstStyle>
            <a:lvl1pPr algn="r">
              <a:defRPr sz="1200"/>
            </a:lvl1pPr>
          </a:lstStyle>
          <a:p>
            <a:fld id="{E8CF71B8-DF2A-2E41-BE66-2E18A767DA8A}" type="datetimeFigureOut">
              <a:rPr lang="en-US" smtClean="0"/>
              <a:t>4/14/2020</a:t>
            </a:fld>
            <a:endParaRPr lang="en-US"/>
          </a:p>
        </p:txBody>
      </p:sp>
      <p:sp>
        <p:nvSpPr>
          <p:cNvPr id="4" name="Footer Placeholder 3">
            <a:extLst>
              <a:ext uri="{FF2B5EF4-FFF2-40B4-BE49-F238E27FC236}">
                <a16:creationId xmlns:a16="http://schemas.microsoft.com/office/drawing/2014/main" xmlns="" id="{B9601424-70F4-1643-8E3A-557A0258D6B6}"/>
              </a:ext>
            </a:extLst>
          </p:cNvPr>
          <p:cNvSpPr>
            <a:spLocks noGrp="1"/>
          </p:cNvSpPr>
          <p:nvPr>
            <p:ph type="ftr" sz="quarter" idx="2"/>
          </p:nvPr>
        </p:nvSpPr>
        <p:spPr>
          <a:xfrm>
            <a:off x="0" y="9428584"/>
            <a:ext cx="2945659" cy="498055"/>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xmlns="" id="{E85BF48A-FF5C-8145-95A7-EE66A87C73DF}"/>
              </a:ext>
            </a:extLst>
          </p:cNvPr>
          <p:cNvSpPr>
            <a:spLocks noGrp="1"/>
          </p:cNvSpPr>
          <p:nvPr>
            <p:ph type="sldNum" sz="quarter" idx="3"/>
          </p:nvPr>
        </p:nvSpPr>
        <p:spPr>
          <a:xfrm>
            <a:off x="3850443" y="9428584"/>
            <a:ext cx="2945659" cy="498055"/>
          </a:xfrm>
          <a:prstGeom prst="rect">
            <a:avLst/>
          </a:prstGeom>
        </p:spPr>
        <p:txBody>
          <a:bodyPr vert="horz" lIns="91440" tIns="45720" rIns="91440" bIns="45720" rtlCol="0" anchor="b"/>
          <a:lstStyle>
            <a:lvl1pPr algn="r">
              <a:defRPr sz="1200"/>
            </a:lvl1pPr>
          </a:lstStyle>
          <a:p>
            <a:fld id="{A35F0CC5-85BE-A64A-BD47-54C66F7E93E3}" type="slidenum">
              <a:rPr lang="en-US" smtClean="0"/>
              <a:t>‹#›</a:t>
            </a:fld>
            <a:endParaRPr lang="en-US"/>
          </a:p>
        </p:txBody>
      </p:sp>
    </p:spTree>
    <p:extLst>
      <p:ext uri="{BB962C8B-B14F-4D97-AF65-F5344CB8AC3E}">
        <p14:creationId xmlns:p14="http://schemas.microsoft.com/office/powerpoint/2010/main" val="401909529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432437" y="779463"/>
            <a:ext cx="5932800" cy="3337748"/>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432437" y="4596397"/>
            <a:ext cx="5932800" cy="5108400"/>
          </a:xfrm>
          <a:prstGeom prst="rect">
            <a:avLst/>
          </a:prstGeom>
        </p:spPr>
        <p:txBody>
          <a:bodyPr vert="horz" lIns="91440" tIns="45720" rIns="91440" bIns="45720" rtlCol="0"/>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744632111"/>
      </p:ext>
    </p:extLst>
  </p:cSld>
  <p:clrMap bg1="lt1" tx1="dk1" bg2="lt2" tx2="dk2" accent1="accent1" accent2="accent2" accent3="accent3" accent4="accent4" accent5="accent5" accent6="accent6" hlink="hlink" folHlink="folHlink"/>
  <p:notesStyle>
    <a:lvl1pPr marL="180000" indent="-180000" algn="l" defTabSz="1219304" rtl="0" eaLnBrk="1" latinLnBrk="0" hangingPunct="1">
      <a:lnSpc>
        <a:spcPct val="125000"/>
      </a:lnSpc>
      <a:spcAft>
        <a:spcPts val="600"/>
      </a:spcAft>
      <a:buFont typeface="Huawei Sans" panose="020C0503030203020204" pitchFamily="34" charset="0"/>
      <a:buChar char="•"/>
      <a:defRPr sz="1100" kern="1200">
        <a:solidFill>
          <a:schemeClr val="tx1"/>
        </a:solidFill>
        <a:latin typeface="+mn-lt"/>
        <a:ea typeface="+mn-ea"/>
        <a:cs typeface="+mn-cs"/>
      </a:defRPr>
    </a:lvl1pPr>
    <a:lvl2pPr marL="540000" indent="-180000" algn="l" defTabSz="1219304" rtl="0" eaLnBrk="1" latinLnBrk="0" hangingPunct="1">
      <a:lnSpc>
        <a:spcPct val="125000"/>
      </a:lnSpc>
      <a:spcAft>
        <a:spcPts val="600"/>
      </a:spcAft>
      <a:buClrTx/>
      <a:buFont typeface="Huawei Sans" panose="020C0503030203020204" pitchFamily="34" charset="0"/>
      <a:buChar char="▫"/>
      <a:defRPr sz="1100" kern="1200">
        <a:solidFill>
          <a:schemeClr val="tx1"/>
        </a:solidFill>
        <a:latin typeface="+mn-lt"/>
        <a:ea typeface="+mn-ea"/>
        <a:cs typeface="+mn-cs"/>
      </a:defRPr>
    </a:lvl2pPr>
    <a:lvl3pPr marL="900000" indent="-180000" algn="l" defTabSz="1219304" rtl="0" eaLnBrk="1" latinLnBrk="0" hangingPunct="1">
      <a:lnSpc>
        <a:spcPct val="125000"/>
      </a:lnSpc>
      <a:spcAft>
        <a:spcPts val="600"/>
      </a:spcAft>
      <a:buFont typeface="微软雅黑" panose="020B0503020204020204" pitchFamily="34" charset="-122"/>
      <a:buChar char="▪"/>
      <a:defRPr sz="1100" kern="1200">
        <a:solidFill>
          <a:schemeClr val="tx1"/>
        </a:solidFill>
        <a:latin typeface="+mn-lt"/>
        <a:ea typeface="+mn-ea"/>
        <a:cs typeface="+mn-cs"/>
      </a:defRPr>
    </a:lvl3pPr>
    <a:lvl4pPr marL="1260000" indent="-180000" algn="l" defTabSz="1219304" rtl="0" eaLnBrk="1" latinLnBrk="0" hangingPunct="1">
      <a:lnSpc>
        <a:spcPct val="125000"/>
      </a:lnSpc>
      <a:spcAft>
        <a:spcPts val="600"/>
      </a:spcAft>
      <a:buFont typeface="Huawei Sans" panose="020C0503030203020204" pitchFamily="34" charset="0"/>
      <a:buChar char="−"/>
      <a:defRPr sz="1100" kern="1200">
        <a:solidFill>
          <a:schemeClr val="tx1"/>
        </a:solidFill>
        <a:latin typeface="+mn-lt"/>
        <a:ea typeface="+mn-ea"/>
        <a:cs typeface="+mn-cs"/>
      </a:defRPr>
    </a:lvl4pPr>
    <a:lvl5pPr marL="1620000" indent="-180000" algn="l" defTabSz="1219304" rtl="0" eaLnBrk="1" latinLnBrk="0" hangingPunct="1">
      <a:lnSpc>
        <a:spcPct val="125000"/>
      </a:lnSpc>
      <a:spcAft>
        <a:spcPts val="600"/>
      </a:spcAft>
      <a:buFont typeface="Huawei Sans" panose="020C0503030203020204" pitchFamily="34" charset="0"/>
      <a:buChar char="~"/>
      <a:defRPr sz="1100" kern="1200">
        <a:solidFill>
          <a:schemeClr val="tx1"/>
        </a:solidFill>
        <a:latin typeface="+mn-lt"/>
        <a:ea typeface="+mn-ea"/>
        <a:cs typeface="+mn-cs"/>
      </a:defRPr>
    </a:lvl5pPr>
    <a:lvl6pPr marL="3048261" algn="l" defTabSz="1219304" rtl="0" eaLnBrk="1" latinLnBrk="0" hangingPunct="1">
      <a:defRPr sz="1600" kern="1200">
        <a:solidFill>
          <a:schemeClr val="tx1"/>
        </a:solidFill>
        <a:latin typeface="+mn-lt"/>
        <a:ea typeface="+mn-ea"/>
        <a:cs typeface="+mn-cs"/>
      </a:defRPr>
    </a:lvl6pPr>
    <a:lvl7pPr marL="3657913" algn="l" defTabSz="1219304" rtl="0" eaLnBrk="1" latinLnBrk="0" hangingPunct="1">
      <a:defRPr sz="1600" kern="1200">
        <a:solidFill>
          <a:schemeClr val="tx1"/>
        </a:solidFill>
        <a:latin typeface="+mn-lt"/>
        <a:ea typeface="+mn-ea"/>
        <a:cs typeface="+mn-cs"/>
      </a:defRPr>
    </a:lvl7pPr>
    <a:lvl8pPr marL="4267566" algn="l" defTabSz="1219304" rtl="0" eaLnBrk="1" latinLnBrk="0" hangingPunct="1">
      <a:defRPr sz="1600" kern="1200">
        <a:solidFill>
          <a:schemeClr val="tx1"/>
        </a:solidFill>
        <a:latin typeface="+mn-lt"/>
        <a:ea typeface="+mn-ea"/>
        <a:cs typeface="+mn-cs"/>
      </a:defRPr>
    </a:lvl8pPr>
    <a:lvl9pPr marL="4877219" algn="l" defTabSz="1219304" rtl="0" eaLnBrk="1" latinLnBrk="0" hangingPunct="1">
      <a:defRPr sz="1600" kern="1200">
        <a:solidFill>
          <a:schemeClr val="tx1"/>
        </a:solidFill>
        <a:latin typeface="+mn-lt"/>
        <a:ea typeface="+mn-ea"/>
        <a:cs typeface="+mn-cs"/>
      </a:defRPr>
    </a:lvl9pPr>
  </p:notesStyle>
  <p:extLst>
    <p:ext uri="{620B2872-D7B9-4A21-9093-7833F8D536E1}">
      <p15:sldGuideLst xmlns:p15="http://schemas.microsoft.com/office/powerpoint/2012/main">
        <p15:guide id="2" orient="horz" pos="2886" userDrawn="1">
          <p15:clr>
            <a:srgbClr val="F26B43"/>
          </p15:clr>
        </p15:guide>
        <p15:guide id="3" orient="horz" pos="482" userDrawn="1">
          <p15:clr>
            <a:srgbClr val="F26B43"/>
          </p15:clr>
        </p15:guide>
        <p15:guide id="4" orient="horz" pos="2591" userDrawn="1">
          <p15:clr>
            <a:srgbClr val="F26B43"/>
          </p15:clr>
        </p15:guide>
        <p15:guide id="5" orient="horz" pos="2160" userDrawn="1">
          <p15:clr>
            <a:srgbClr val="F26B43"/>
          </p15:clr>
        </p15:guide>
      </p15:sldGuideLst>
    </p:ext>
  </p:extLst>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431800" y="779463"/>
            <a:ext cx="5934075" cy="3338512"/>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81207534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31800" y="779463"/>
            <a:ext cx="5934075" cy="3338512"/>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404249031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31800" y="779463"/>
            <a:ext cx="5934075" cy="3338512"/>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05626779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31800" y="779463"/>
            <a:ext cx="5934075" cy="3338512"/>
          </a:xfrm>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395934471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431800" y="779463"/>
            <a:ext cx="5934075" cy="3338512"/>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26896941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zh-CN" altLang="en-US" smtClean="0"/>
              <a:t>随着网络的快速普及和应用的日益深入，各种增值业务得到了广泛部署，网络中断可能导致大量业务异常、造成重大经济损失。因此，作为承载业务主体的基础网络，其可靠性成为备受关注的焦点。</a:t>
            </a:r>
          </a:p>
          <a:p>
            <a:endParaRPr lang="zh-CN" altLang="en-US" dirty="0"/>
          </a:p>
        </p:txBody>
      </p:sp>
      <p:sp>
        <p:nvSpPr>
          <p:cNvPr id="7" name="幻灯片图像占位符 6"/>
          <p:cNvSpPr>
            <a:spLocks noGrp="1" noRot="1" noChangeAspect="1"/>
          </p:cNvSpPr>
          <p:nvPr>
            <p:ph type="sldImg"/>
          </p:nvPr>
        </p:nvSpPr>
        <p:spPr>
          <a:xfrm>
            <a:off x="431800" y="779463"/>
            <a:ext cx="5934075" cy="3338512"/>
          </a:xfrm>
        </p:spPr>
      </p:sp>
    </p:spTree>
    <p:extLst>
      <p:ext uri="{BB962C8B-B14F-4D97-AF65-F5344CB8AC3E}">
        <p14:creationId xmlns:p14="http://schemas.microsoft.com/office/powerpoint/2010/main" val="209755128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431800" y="779463"/>
            <a:ext cx="5934075" cy="3338512"/>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1100346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31800" y="779463"/>
            <a:ext cx="5934075" cy="3338512"/>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64855559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31800" y="779463"/>
            <a:ext cx="5934075" cy="3338512"/>
          </a:xfrm>
        </p:spPr>
      </p:sp>
      <p:sp>
        <p:nvSpPr>
          <p:cNvPr id="5" name="备注占位符 4"/>
          <p:cNvSpPr>
            <a:spLocks noGrp="1"/>
          </p:cNvSpPr>
          <p:nvPr>
            <p:ph type="body" sz="quarter" idx="11"/>
          </p:nvPr>
        </p:nvSpPr>
        <p:spPr/>
        <p:txBody>
          <a:bodyPr/>
          <a:lstStyle/>
          <a:p>
            <a:endParaRPr lang="zh-CN" altLang="en-US"/>
          </a:p>
        </p:txBody>
      </p:sp>
    </p:spTree>
    <p:extLst>
      <p:ext uri="{BB962C8B-B14F-4D97-AF65-F5344CB8AC3E}">
        <p14:creationId xmlns:p14="http://schemas.microsoft.com/office/powerpoint/2010/main" val="1445330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31800" y="779463"/>
            <a:ext cx="5934075" cy="3338512"/>
          </a:xfrm>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294958725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31800" y="779463"/>
            <a:ext cx="5934075" cy="3338512"/>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49172438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31800" y="779463"/>
            <a:ext cx="5934075" cy="3338512"/>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52657107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31800" y="779463"/>
            <a:ext cx="5934075" cy="3338512"/>
          </a:xfrm>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224707508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zh-CN" altLang="en-US" smtClean="0"/>
              <a:t>链路聚合接口可以作为普通的以太网接口来使用，与普通以太网接口的差别在于：转发的时候链路聚合组需要从成员接口中选择一个或多个接口来进行数据转发。</a:t>
            </a:r>
            <a:endParaRPr lang="en-US" altLang="zh-CN" smtClean="0"/>
          </a:p>
          <a:p>
            <a:r>
              <a:rPr lang="zh-CN" altLang="en-US" smtClean="0"/>
              <a:t>一个聚合组内要求成员接口以下参数相同：</a:t>
            </a:r>
          </a:p>
          <a:p>
            <a:pPr lvl="1"/>
            <a:r>
              <a:rPr lang="zh-CN" altLang="en-US" smtClean="0"/>
              <a:t>接口速率</a:t>
            </a:r>
          </a:p>
          <a:p>
            <a:pPr lvl="1"/>
            <a:r>
              <a:rPr lang="zh-CN" altLang="en-US" smtClean="0"/>
              <a:t>双工模式</a:t>
            </a:r>
          </a:p>
          <a:p>
            <a:pPr lvl="1"/>
            <a:r>
              <a:rPr lang="en-US" altLang="zh-CN" smtClean="0"/>
              <a:t>VLAN</a:t>
            </a:r>
            <a:r>
              <a:rPr lang="zh-CN" altLang="en-US" smtClean="0"/>
              <a:t>配置：接口类型都是</a:t>
            </a:r>
            <a:r>
              <a:rPr lang="en-US" altLang="zh-CN" smtClean="0"/>
              <a:t>Trunk</a:t>
            </a:r>
            <a:r>
              <a:rPr lang="zh-CN" altLang="en-US" smtClean="0"/>
              <a:t>或者</a:t>
            </a:r>
            <a:r>
              <a:rPr lang="en-US" altLang="zh-CN" smtClean="0"/>
              <a:t>Access</a:t>
            </a:r>
            <a:r>
              <a:rPr lang="zh-CN" altLang="en-US" smtClean="0"/>
              <a:t>，如果为</a:t>
            </a:r>
            <a:r>
              <a:rPr lang="en-US" altLang="zh-CN" smtClean="0"/>
              <a:t>Access</a:t>
            </a:r>
            <a:r>
              <a:rPr lang="zh-CN" altLang="en-US" smtClean="0"/>
              <a:t>接口的</a:t>
            </a:r>
            <a:r>
              <a:rPr lang="en-US" altLang="zh-CN" smtClean="0"/>
              <a:t>default VLAN</a:t>
            </a:r>
            <a:r>
              <a:rPr lang="zh-CN" altLang="en-US" smtClean="0"/>
              <a:t>需要一致，如果为</a:t>
            </a:r>
            <a:r>
              <a:rPr lang="en-US" altLang="zh-CN" smtClean="0"/>
              <a:t>Trunk</a:t>
            </a:r>
            <a:r>
              <a:rPr lang="zh-CN" altLang="en-US" smtClean="0"/>
              <a:t>接口，接口放通的</a:t>
            </a:r>
            <a:r>
              <a:rPr lang="en-US" altLang="zh-CN" smtClean="0"/>
              <a:t>VLAN</a:t>
            </a:r>
            <a:r>
              <a:rPr lang="zh-CN" altLang="en-US" smtClean="0"/>
              <a:t>、缺省</a:t>
            </a:r>
            <a:r>
              <a:rPr lang="en-US" altLang="zh-CN" smtClean="0"/>
              <a:t>VLAN</a:t>
            </a:r>
            <a:r>
              <a:rPr lang="zh-CN" altLang="en-US" smtClean="0"/>
              <a:t>需要一致。</a:t>
            </a:r>
          </a:p>
          <a:p>
            <a:endParaRPr lang="en-US" altLang="zh-CN" dirty="0" smtClean="0"/>
          </a:p>
        </p:txBody>
      </p:sp>
      <p:sp>
        <p:nvSpPr>
          <p:cNvPr id="7" name="幻灯片图像占位符 6"/>
          <p:cNvSpPr>
            <a:spLocks noGrp="1" noRot="1" noChangeAspect="1"/>
          </p:cNvSpPr>
          <p:nvPr>
            <p:ph type="sldImg"/>
          </p:nvPr>
        </p:nvSpPr>
        <p:spPr>
          <a:xfrm>
            <a:off x="431800" y="779463"/>
            <a:ext cx="5934075" cy="3338512"/>
          </a:xfrm>
        </p:spPr>
      </p:sp>
    </p:spTree>
    <p:extLst>
      <p:ext uri="{BB962C8B-B14F-4D97-AF65-F5344CB8AC3E}">
        <p14:creationId xmlns:p14="http://schemas.microsoft.com/office/powerpoint/2010/main" val="155830839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31800" y="779463"/>
            <a:ext cx="5934075" cy="3338512"/>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86778256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31800" y="779463"/>
            <a:ext cx="5934075" cy="3338512"/>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78041405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31800" y="779463"/>
            <a:ext cx="5934075" cy="3338512"/>
          </a:xfrm>
        </p:spPr>
      </p:sp>
      <p:sp>
        <p:nvSpPr>
          <p:cNvPr id="3" name="备注占位符 2"/>
          <p:cNvSpPr>
            <a:spLocks noGrp="1"/>
          </p:cNvSpPr>
          <p:nvPr>
            <p:ph type="body" idx="1"/>
          </p:nvPr>
        </p:nvSpPr>
        <p:spPr/>
        <p:txBody>
          <a:bodyPr/>
          <a:lstStyle/>
          <a:p>
            <a:pPr marL="180000" marR="0" lvl="0" indent="-180000" algn="l" defTabSz="1219304" rtl="0" eaLnBrk="1" fontAlgn="auto" latinLnBrk="0" hangingPunct="1">
              <a:lnSpc>
                <a:spcPct val="125000"/>
              </a:lnSpc>
              <a:spcBef>
                <a:spcPts val="0"/>
              </a:spcBef>
              <a:spcAft>
                <a:spcPts val="600"/>
              </a:spcAft>
              <a:buClrTx/>
              <a:buSzTx/>
              <a:buFont typeface="Huawei Sans" panose="020C0503030203020204" pitchFamily="34" charset="0"/>
              <a:buChar char="•"/>
              <a:tabLst/>
              <a:defRPr/>
            </a:pPr>
            <a:r>
              <a:rPr lang="zh-CN" altLang="en-US" sz="1100" kern="0"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在上图示例中</a:t>
            </a:r>
            <a:r>
              <a:rPr lang="en-US" altLang="zh-CN" sz="1100" kern="0"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SW1</a:t>
            </a:r>
            <a:r>
              <a:rPr lang="zh-CN" altLang="en-US" sz="1100" kern="0"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将四个接口加入到同一个聚合接口，但是其中一个接口的对端为</a:t>
            </a:r>
            <a:r>
              <a:rPr lang="en-US" altLang="zh-CN" sz="1100" kern="0"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SW3</a:t>
            </a:r>
            <a:r>
              <a:rPr lang="zh-CN" altLang="en-US" sz="1100" kern="0"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，而不是</a:t>
            </a:r>
            <a:r>
              <a:rPr lang="en-US" altLang="zh-CN" sz="1100" kern="0"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SW2</a:t>
            </a:r>
            <a:r>
              <a:rPr lang="zh-CN" altLang="en-US" sz="1100" kern="0"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，导致部分流量被负载分担到</a:t>
            </a:r>
            <a:r>
              <a:rPr lang="en-US" altLang="zh-CN" sz="1100" kern="0"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SW3</a:t>
            </a:r>
            <a:r>
              <a:rPr lang="zh-CN" altLang="en-US" sz="1100" kern="0"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，从而导致通信异常。</a:t>
            </a:r>
          </a:p>
          <a:p>
            <a:endParaRPr lang="zh-CN" altLang="en-US" dirty="0"/>
          </a:p>
        </p:txBody>
      </p:sp>
    </p:spTree>
    <p:extLst>
      <p:ext uri="{BB962C8B-B14F-4D97-AF65-F5344CB8AC3E}">
        <p14:creationId xmlns:p14="http://schemas.microsoft.com/office/powerpoint/2010/main" val="416303592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31800" y="779463"/>
            <a:ext cx="5934075" cy="3338512"/>
          </a:xfrm>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277349430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31800" y="779463"/>
            <a:ext cx="5934075" cy="3338512"/>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92959057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31800" y="779463"/>
            <a:ext cx="5934075" cy="3338512"/>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01316602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31800" y="779463"/>
            <a:ext cx="5934075" cy="3338512"/>
          </a:xfrm>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363028552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31800" y="779463"/>
            <a:ext cx="5934075" cy="3338512"/>
          </a:xfrm>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226475082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31800" y="779463"/>
            <a:ext cx="5934075" cy="3338512"/>
          </a:xfrm>
        </p:spPr>
      </p:sp>
      <p:sp>
        <p:nvSpPr>
          <p:cNvPr id="5" name="备注占位符 4"/>
          <p:cNvSpPr>
            <a:spLocks noGrp="1"/>
          </p:cNvSpPr>
          <p:nvPr>
            <p:ph type="body" sz="quarter" idx="11"/>
          </p:nvPr>
        </p:nvSpPr>
        <p:spPr/>
        <p:txBody>
          <a:bodyPr/>
          <a:lstStyle/>
          <a:p>
            <a:endParaRPr lang="zh-CN" altLang="en-US" dirty="0"/>
          </a:p>
        </p:txBody>
      </p:sp>
    </p:spTree>
    <p:extLst>
      <p:ext uri="{BB962C8B-B14F-4D97-AF65-F5344CB8AC3E}">
        <p14:creationId xmlns:p14="http://schemas.microsoft.com/office/powerpoint/2010/main" val="186579613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31800" y="779463"/>
            <a:ext cx="5934075" cy="3338512"/>
          </a:xfrm>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260309438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en-US" altLang="zh-CN" smtClean="0"/>
              <a:t>SW1</a:t>
            </a:r>
            <a:r>
              <a:rPr lang="zh-CN" altLang="en-US" smtClean="0"/>
              <a:t>、</a:t>
            </a:r>
            <a:r>
              <a:rPr lang="en-US" altLang="zh-CN" smtClean="0"/>
              <a:t>SW2</a:t>
            </a:r>
            <a:r>
              <a:rPr lang="zh-CN" altLang="en-US" smtClean="0"/>
              <a:t>配置</a:t>
            </a:r>
            <a:r>
              <a:rPr lang="en-US" altLang="zh-CN" smtClean="0"/>
              <a:t>LACP</a:t>
            </a:r>
            <a:r>
              <a:rPr lang="zh-CN" altLang="en-US" smtClean="0"/>
              <a:t>模式的链路聚合</a:t>
            </a:r>
            <a:r>
              <a:rPr lang="en-US" altLang="zh-CN" smtClean="0"/>
              <a:t>,</a:t>
            </a:r>
            <a:r>
              <a:rPr lang="zh-CN" altLang="en-US" smtClean="0"/>
              <a:t>将四个接口加入</a:t>
            </a:r>
            <a:r>
              <a:rPr lang="en-US" altLang="zh-CN" smtClean="0"/>
              <a:t>Eth-Trunk</a:t>
            </a:r>
            <a:r>
              <a:rPr lang="zh-CN" altLang="en-US" smtClean="0"/>
              <a:t>中，接口编号分别为</a:t>
            </a:r>
            <a:r>
              <a:rPr lang="en-US" altLang="zh-CN" smtClean="0"/>
              <a:t>1</a:t>
            </a:r>
            <a:r>
              <a:rPr lang="zh-CN" altLang="en-US" smtClean="0"/>
              <a:t>、</a:t>
            </a:r>
            <a:r>
              <a:rPr lang="en-US" altLang="zh-CN" smtClean="0"/>
              <a:t>2</a:t>
            </a:r>
            <a:r>
              <a:rPr lang="zh-CN" altLang="en-US" smtClean="0"/>
              <a:t>、</a:t>
            </a:r>
            <a:r>
              <a:rPr lang="en-US" altLang="zh-CN" smtClean="0"/>
              <a:t>3</a:t>
            </a:r>
            <a:r>
              <a:rPr lang="zh-CN" altLang="en-US" smtClean="0"/>
              <a:t>、</a:t>
            </a:r>
            <a:r>
              <a:rPr lang="en-US" altLang="zh-CN" smtClean="0"/>
              <a:t>4</a:t>
            </a:r>
            <a:r>
              <a:rPr lang="zh-CN" altLang="en-US" smtClean="0"/>
              <a:t>。</a:t>
            </a:r>
            <a:r>
              <a:rPr lang="en-US" altLang="zh-CN" smtClean="0"/>
              <a:t>SW1</a:t>
            </a:r>
            <a:r>
              <a:rPr lang="zh-CN" altLang="en-US" smtClean="0"/>
              <a:t>、</a:t>
            </a:r>
            <a:r>
              <a:rPr lang="en-US" altLang="zh-CN" smtClean="0"/>
              <a:t>SW2</a:t>
            </a:r>
            <a:r>
              <a:rPr lang="zh-CN" altLang="en-US" smtClean="0"/>
              <a:t>配置</a:t>
            </a:r>
            <a:r>
              <a:rPr lang="en-US" altLang="zh-CN" smtClean="0"/>
              <a:t>Eth-Trunk</a:t>
            </a:r>
            <a:r>
              <a:rPr lang="zh-CN" altLang="en-US" smtClean="0"/>
              <a:t>最大活动接口数目为</a:t>
            </a:r>
            <a:r>
              <a:rPr lang="en-US" altLang="zh-CN" smtClean="0"/>
              <a:t>2</a:t>
            </a:r>
            <a:r>
              <a:rPr lang="zh-CN" altLang="en-US" smtClean="0"/>
              <a:t>，其余配置保持默认（系统优先级、接口优先级）。</a:t>
            </a:r>
            <a:endParaRPr lang="en-US" altLang="zh-CN" smtClean="0"/>
          </a:p>
          <a:p>
            <a:r>
              <a:rPr lang="en-US" altLang="zh-CN" smtClean="0"/>
              <a:t>SW1</a:t>
            </a:r>
            <a:r>
              <a:rPr lang="zh-CN" altLang="en-US" smtClean="0"/>
              <a:t>、</a:t>
            </a:r>
            <a:r>
              <a:rPr lang="en-US" altLang="zh-CN" smtClean="0"/>
              <a:t>SW2</a:t>
            </a:r>
            <a:r>
              <a:rPr lang="zh-CN" altLang="en-US" smtClean="0"/>
              <a:t>分别从成员接口</a:t>
            </a:r>
            <a:r>
              <a:rPr lang="en-US" altLang="zh-CN" smtClean="0"/>
              <a:t>1</a:t>
            </a:r>
            <a:r>
              <a:rPr lang="zh-CN" altLang="en-US" smtClean="0"/>
              <a:t>、</a:t>
            </a:r>
            <a:r>
              <a:rPr lang="en-US" altLang="zh-CN" smtClean="0"/>
              <a:t>2</a:t>
            </a:r>
            <a:r>
              <a:rPr lang="zh-CN" altLang="en-US" smtClean="0"/>
              <a:t>、</a:t>
            </a:r>
            <a:r>
              <a:rPr lang="en-US" altLang="zh-CN" smtClean="0"/>
              <a:t>3</a:t>
            </a:r>
            <a:r>
              <a:rPr lang="zh-CN" altLang="en-US" smtClean="0"/>
              <a:t>、</a:t>
            </a:r>
            <a:r>
              <a:rPr lang="en-US" altLang="zh-CN" smtClean="0"/>
              <a:t>4</a:t>
            </a:r>
            <a:r>
              <a:rPr lang="zh-CN" altLang="en-US" smtClean="0"/>
              <a:t>对外发送</a:t>
            </a:r>
            <a:r>
              <a:rPr lang="en-US" altLang="zh-CN" smtClean="0"/>
              <a:t>LACPDU</a:t>
            </a:r>
            <a:r>
              <a:rPr lang="zh-CN" altLang="en-US" smtClean="0"/>
              <a:t>。</a:t>
            </a:r>
            <a:endParaRPr lang="en-US" altLang="zh-CN" smtClean="0"/>
          </a:p>
          <a:p>
            <a:r>
              <a:rPr lang="en-US" altLang="zh-CN" smtClean="0"/>
              <a:t>SW1</a:t>
            </a:r>
            <a:r>
              <a:rPr lang="zh-CN" altLang="en-US" smtClean="0"/>
              <a:t>、</a:t>
            </a:r>
            <a:r>
              <a:rPr lang="en-US" altLang="zh-CN" smtClean="0"/>
              <a:t>SW2</a:t>
            </a:r>
            <a:r>
              <a:rPr lang="zh-CN" altLang="en-US" smtClean="0"/>
              <a:t>收到对端发送的</a:t>
            </a:r>
            <a:r>
              <a:rPr lang="en-US" altLang="zh-CN" smtClean="0"/>
              <a:t>LACPDU</a:t>
            </a:r>
            <a:r>
              <a:rPr lang="zh-CN" altLang="en-US" smtClean="0"/>
              <a:t>，比较系统优先级，都为默认的</a:t>
            </a:r>
            <a:r>
              <a:rPr lang="en-US" altLang="zh-CN" smtClean="0"/>
              <a:t>32768</a:t>
            </a:r>
            <a:r>
              <a:rPr lang="zh-CN" altLang="en-US" smtClean="0"/>
              <a:t>，继续比较</a:t>
            </a:r>
            <a:r>
              <a:rPr lang="en-US" altLang="zh-CN" smtClean="0"/>
              <a:t>MAC</a:t>
            </a:r>
            <a:r>
              <a:rPr lang="zh-CN" altLang="en-US" smtClean="0"/>
              <a:t>地址，</a:t>
            </a:r>
            <a:r>
              <a:rPr lang="en-US" altLang="zh-CN" smtClean="0"/>
              <a:t>SW1 MAC</a:t>
            </a:r>
            <a:r>
              <a:rPr lang="zh-CN" altLang="en-US" smtClean="0"/>
              <a:t>：</a:t>
            </a:r>
            <a:r>
              <a:rPr lang="en-US" altLang="zh-CN" smtClean="0"/>
              <a:t>4c1f-cc58-6d64</a:t>
            </a:r>
            <a:r>
              <a:rPr lang="zh-CN" altLang="en-US" smtClean="0"/>
              <a:t>，</a:t>
            </a:r>
            <a:r>
              <a:rPr lang="en-US" altLang="zh-CN" smtClean="0"/>
              <a:t>SW2 MAC</a:t>
            </a:r>
            <a:r>
              <a:rPr lang="zh-CN" altLang="en-US" smtClean="0"/>
              <a:t>：</a:t>
            </a:r>
            <a:r>
              <a:rPr lang="en-US" altLang="zh-CN" smtClean="0"/>
              <a:t>4c1f-cc58-6d65</a:t>
            </a:r>
            <a:r>
              <a:rPr lang="zh-CN" altLang="en-US" smtClean="0"/>
              <a:t>，</a:t>
            </a:r>
            <a:r>
              <a:rPr lang="en-US" altLang="zh-CN" smtClean="0"/>
              <a:t>SW1</a:t>
            </a:r>
            <a:r>
              <a:rPr lang="zh-CN" altLang="en-US" smtClean="0"/>
              <a:t>拥有更小的</a:t>
            </a:r>
            <a:r>
              <a:rPr lang="en-US" altLang="zh-CN" smtClean="0"/>
              <a:t>MAC</a:t>
            </a:r>
            <a:r>
              <a:rPr lang="zh-CN" altLang="en-US" smtClean="0"/>
              <a:t>地址，优选成为</a:t>
            </a:r>
            <a:r>
              <a:rPr lang="en-US" altLang="zh-CN" smtClean="0"/>
              <a:t>LACP</a:t>
            </a:r>
            <a:r>
              <a:rPr lang="zh-CN" altLang="en-US" smtClean="0"/>
              <a:t>选举的主动端。</a:t>
            </a:r>
            <a:endParaRPr lang="en-US" altLang="zh-CN" smtClean="0"/>
          </a:p>
          <a:p>
            <a:endParaRPr lang="zh-CN" altLang="en-US" dirty="0"/>
          </a:p>
        </p:txBody>
      </p:sp>
      <p:sp>
        <p:nvSpPr>
          <p:cNvPr id="4" name="幻灯片图像占位符 3"/>
          <p:cNvSpPr>
            <a:spLocks noGrp="1" noRot="1" noChangeAspect="1"/>
          </p:cNvSpPr>
          <p:nvPr>
            <p:ph type="sldImg"/>
          </p:nvPr>
        </p:nvSpPr>
        <p:spPr>
          <a:xfrm>
            <a:off x="431800" y="779463"/>
            <a:ext cx="5934075" cy="3338512"/>
          </a:xfrm>
        </p:spPr>
      </p:sp>
    </p:spTree>
    <p:extLst>
      <p:ext uri="{BB962C8B-B14F-4D97-AF65-F5344CB8AC3E}">
        <p14:creationId xmlns:p14="http://schemas.microsoft.com/office/powerpoint/2010/main" val="45455001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31800" y="779463"/>
            <a:ext cx="5934075" cy="3338512"/>
          </a:xfrm>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16935800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31800" y="779463"/>
            <a:ext cx="5934075" cy="3338512"/>
          </a:xfrm>
        </p:spPr>
      </p:sp>
      <p:sp>
        <p:nvSpPr>
          <p:cNvPr id="3" name="备注占位符 2"/>
          <p:cNvSpPr>
            <a:spLocks noGrp="1"/>
          </p:cNvSpPr>
          <p:nvPr>
            <p:ph type="body" idx="1"/>
          </p:nvPr>
        </p:nvSpPr>
        <p:spPr/>
        <p:txBody>
          <a:bodyPr/>
          <a:lstStyle/>
          <a:p>
            <a:pPr marL="171450" indent="-171450" defTabSz="914400" fontAlgn="base">
              <a:lnSpc>
                <a:spcPct val="125000"/>
              </a:lnSpc>
              <a:spcBef>
                <a:spcPct val="0"/>
              </a:spcBef>
              <a:spcAft>
                <a:spcPts val="600"/>
              </a:spcAft>
              <a:buSzPct val="60000"/>
              <a:buFont typeface="Wingdings" panose="05000000000000000000" pitchFamily="2" charset="2"/>
              <a:buChar char="l"/>
              <a:defRPr/>
            </a:pPr>
            <a:r>
              <a:rPr lang="en-US" altLang="zh-CN" sz="1100" dirty="0">
                <a:latin typeface="方正兰亭黑简体" panose="02000000000000000000" pitchFamily="2" charset="-122"/>
                <a:ea typeface="方正兰亭黑简体" panose="02000000000000000000" pitchFamily="2" charset="-122"/>
              </a:rPr>
              <a:t>LACP</a:t>
            </a:r>
            <a:r>
              <a:rPr lang="zh-CN" altLang="en-US" sz="1100" dirty="0">
                <a:latin typeface="方正兰亭黑简体" panose="02000000000000000000" pitchFamily="2" charset="-122"/>
                <a:ea typeface="方正兰亭黑简体" panose="02000000000000000000" pitchFamily="2" charset="-122"/>
              </a:rPr>
              <a:t>通过</a:t>
            </a:r>
            <a:r>
              <a:rPr lang="en-US" altLang="zh-CN" sz="1100" dirty="0">
                <a:latin typeface="方正兰亭黑简体" panose="02000000000000000000" pitchFamily="2" charset="-122"/>
                <a:ea typeface="方正兰亭黑简体" panose="02000000000000000000" pitchFamily="2" charset="-122"/>
              </a:rPr>
              <a:t>LACPDU</a:t>
            </a:r>
            <a:r>
              <a:rPr lang="zh-CN" altLang="en-US" sz="1100" dirty="0">
                <a:latin typeface="方正兰亭黑简体" panose="02000000000000000000" pitchFamily="2" charset="-122"/>
                <a:ea typeface="方正兰亭黑简体" panose="02000000000000000000" pitchFamily="2" charset="-122"/>
              </a:rPr>
              <a:t>中的三个</a:t>
            </a:r>
            <a:r>
              <a:rPr lang="en-US" altLang="zh-CN" sz="1100" dirty="0">
                <a:latin typeface="方正兰亭黑简体" panose="02000000000000000000" pitchFamily="2" charset="-122"/>
                <a:ea typeface="方正兰亭黑简体" panose="02000000000000000000" pitchFamily="2" charset="-122"/>
              </a:rPr>
              <a:t>flags</a:t>
            </a:r>
            <a:r>
              <a:rPr lang="zh-CN" altLang="en-US" sz="1100" dirty="0">
                <a:latin typeface="方正兰亭黑简体" panose="02000000000000000000" pitchFamily="2" charset="-122"/>
                <a:ea typeface="方正兰亭黑简体" panose="02000000000000000000" pitchFamily="2" charset="-122"/>
              </a:rPr>
              <a:t>来标识该端口的状态，如果是活跃端口如下三个</a:t>
            </a:r>
            <a:r>
              <a:rPr lang="en-US" altLang="zh-CN" sz="1100" dirty="0">
                <a:latin typeface="方正兰亭黑简体" panose="02000000000000000000" pitchFamily="2" charset="-122"/>
                <a:ea typeface="方正兰亭黑简体" panose="02000000000000000000" pitchFamily="2" charset="-122"/>
              </a:rPr>
              <a:t>flags</a:t>
            </a:r>
            <a:r>
              <a:rPr lang="zh-CN" altLang="en-US" sz="1100" dirty="0">
                <a:latin typeface="方正兰亭黑简体" panose="02000000000000000000" pitchFamily="2" charset="-122"/>
                <a:ea typeface="方正兰亭黑简体" panose="02000000000000000000" pitchFamily="2" charset="-122"/>
              </a:rPr>
              <a:t>的值将会是</a:t>
            </a:r>
            <a:r>
              <a:rPr lang="en-US" altLang="zh-CN" sz="1100" dirty="0">
                <a:latin typeface="方正兰亭黑简体" panose="02000000000000000000" pitchFamily="2" charset="-122"/>
                <a:ea typeface="方正兰亭黑简体" panose="02000000000000000000" pitchFamily="2" charset="-122"/>
              </a:rPr>
              <a:t>1</a:t>
            </a:r>
            <a:r>
              <a:rPr lang="zh-CN" altLang="en-US" sz="1100" dirty="0">
                <a:latin typeface="方正兰亭黑简体" panose="02000000000000000000" pitchFamily="2" charset="-122"/>
                <a:ea typeface="方正兰亭黑简体" panose="02000000000000000000" pitchFamily="2" charset="-122"/>
              </a:rPr>
              <a:t>：</a:t>
            </a:r>
            <a:endParaRPr lang="en-US" altLang="zh-CN" sz="1100" dirty="0">
              <a:latin typeface="方正兰亭黑简体" panose="02000000000000000000" pitchFamily="2" charset="-122"/>
              <a:ea typeface="方正兰亭黑简体" panose="02000000000000000000" pitchFamily="2" charset="-122"/>
            </a:endParaRPr>
          </a:p>
          <a:p>
            <a:pPr marL="541338" lvl="1" indent="-180975" defTabSz="914400" fontAlgn="base">
              <a:lnSpc>
                <a:spcPct val="125000"/>
              </a:lnSpc>
              <a:spcBef>
                <a:spcPct val="0"/>
              </a:spcBef>
              <a:spcAft>
                <a:spcPts val="600"/>
              </a:spcAft>
              <a:buSzPct val="50000"/>
              <a:buFont typeface="Wingdings" pitchFamily="2" charset="2"/>
              <a:buChar char="p"/>
              <a:defRPr/>
            </a:pPr>
            <a:r>
              <a:rPr lang="en-US" altLang="zh-CN" sz="1100" dirty="0">
                <a:latin typeface="方正兰亭黑简体" panose="02000000000000000000" pitchFamily="2" charset="-122"/>
                <a:ea typeface="方正兰亭黑简体" panose="02000000000000000000" pitchFamily="2" charset="-122"/>
              </a:rPr>
              <a:t>Synchronization</a:t>
            </a:r>
          </a:p>
          <a:p>
            <a:pPr marL="541338" lvl="1" indent="-180975" defTabSz="914400" fontAlgn="base">
              <a:lnSpc>
                <a:spcPct val="125000"/>
              </a:lnSpc>
              <a:spcBef>
                <a:spcPct val="0"/>
              </a:spcBef>
              <a:spcAft>
                <a:spcPts val="600"/>
              </a:spcAft>
              <a:buSzPct val="50000"/>
              <a:buFont typeface="Wingdings" pitchFamily="2" charset="2"/>
              <a:buChar char="p"/>
              <a:defRPr/>
            </a:pPr>
            <a:r>
              <a:rPr lang="en-US" altLang="zh-CN" sz="1100" dirty="0">
                <a:latin typeface="方正兰亭黑简体" panose="02000000000000000000" pitchFamily="2" charset="-122"/>
                <a:ea typeface="方正兰亭黑简体" panose="02000000000000000000" pitchFamily="2" charset="-122"/>
              </a:rPr>
              <a:t>Collecting</a:t>
            </a:r>
          </a:p>
          <a:p>
            <a:pPr marL="541338" lvl="1" indent="-180975" defTabSz="914400" fontAlgn="base">
              <a:lnSpc>
                <a:spcPct val="125000"/>
              </a:lnSpc>
              <a:spcBef>
                <a:spcPct val="0"/>
              </a:spcBef>
              <a:spcAft>
                <a:spcPts val="600"/>
              </a:spcAft>
              <a:buSzPct val="50000"/>
              <a:buFont typeface="Wingdings" pitchFamily="2" charset="2"/>
              <a:buChar char="p"/>
              <a:defRPr/>
            </a:pPr>
            <a:r>
              <a:rPr lang="en-US" altLang="zh-CN" sz="1100" dirty="0">
                <a:latin typeface="方正兰亭黑简体" panose="02000000000000000000" pitchFamily="2" charset="-122"/>
                <a:ea typeface="方正兰亭黑简体" panose="02000000000000000000" pitchFamily="2" charset="-122"/>
              </a:rPr>
              <a:t>Distributing</a:t>
            </a:r>
          </a:p>
          <a:p>
            <a:pPr marL="171450" lvl="0" indent="-171450" defTabSz="914400" fontAlgn="base">
              <a:lnSpc>
                <a:spcPct val="125000"/>
              </a:lnSpc>
              <a:spcBef>
                <a:spcPct val="0"/>
              </a:spcBef>
              <a:spcAft>
                <a:spcPts val="600"/>
              </a:spcAft>
              <a:buSzPct val="60000"/>
              <a:buFont typeface="Wingdings" panose="05000000000000000000" pitchFamily="2" charset="2"/>
              <a:buChar char="l"/>
              <a:defRPr/>
            </a:pPr>
            <a:r>
              <a:rPr lang="zh-CN" altLang="en-US" sz="1100" dirty="0">
                <a:latin typeface="方正兰亭黑简体" panose="02000000000000000000" pitchFamily="2" charset="-122"/>
                <a:ea typeface="方正兰亭黑简体" panose="02000000000000000000" pitchFamily="2" charset="-122"/>
              </a:rPr>
              <a:t>如果是非活跃端口，该三个</a:t>
            </a:r>
            <a:r>
              <a:rPr lang="en-US" altLang="zh-CN" sz="1100" dirty="0">
                <a:latin typeface="方正兰亭黑简体" panose="02000000000000000000" pitchFamily="2" charset="-122"/>
                <a:ea typeface="方正兰亭黑简体" panose="02000000000000000000" pitchFamily="2" charset="-122"/>
              </a:rPr>
              <a:t>flags</a:t>
            </a:r>
            <a:r>
              <a:rPr lang="zh-CN" altLang="en-US" sz="1100" dirty="0">
                <a:latin typeface="方正兰亭黑简体" panose="02000000000000000000" pitchFamily="2" charset="-122"/>
                <a:ea typeface="方正兰亭黑简体" panose="02000000000000000000" pitchFamily="2" charset="-122"/>
              </a:rPr>
              <a:t>字段的值将为</a:t>
            </a:r>
            <a:r>
              <a:rPr lang="en-US" altLang="zh-CN" sz="1100" dirty="0" smtClean="0">
                <a:latin typeface="方正兰亭黑简体" panose="02000000000000000000" pitchFamily="2" charset="-122"/>
                <a:ea typeface="方正兰亭黑简体" panose="02000000000000000000" pitchFamily="2" charset="-122"/>
              </a:rPr>
              <a:t>0</a:t>
            </a:r>
            <a:r>
              <a:rPr lang="zh-CN" altLang="en-US" sz="1100" dirty="0" smtClean="0">
                <a:latin typeface="方正兰亭黑简体" panose="02000000000000000000" pitchFamily="2" charset="-122"/>
                <a:ea typeface="方正兰亭黑简体" panose="02000000000000000000" pitchFamily="2" charset="-122"/>
              </a:rPr>
              <a:t>。</a:t>
            </a:r>
            <a:endParaRPr lang="en-US" altLang="zh-CN" sz="1100" dirty="0">
              <a:latin typeface="方正兰亭黑简体" panose="02000000000000000000" pitchFamily="2" charset="-122"/>
              <a:ea typeface="方正兰亭黑简体" panose="02000000000000000000" pitchFamily="2" charset="-122"/>
            </a:endParaRPr>
          </a:p>
        </p:txBody>
      </p:sp>
    </p:spTree>
    <p:extLst>
      <p:ext uri="{BB962C8B-B14F-4D97-AF65-F5344CB8AC3E}">
        <p14:creationId xmlns:p14="http://schemas.microsoft.com/office/powerpoint/2010/main" val="358861774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31800" y="779463"/>
            <a:ext cx="5934075" cy="3338512"/>
          </a:xfrm>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63962317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31800" y="779463"/>
            <a:ext cx="5934075" cy="3338512"/>
          </a:xfrm>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71073344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31800" y="779463"/>
            <a:ext cx="5934075" cy="3338512"/>
          </a:xfrm>
        </p:spPr>
      </p:sp>
      <p:sp>
        <p:nvSpPr>
          <p:cNvPr id="3" name="备注占位符 2"/>
          <p:cNvSpPr>
            <a:spLocks noGrp="1"/>
          </p:cNvSpPr>
          <p:nvPr>
            <p:ph type="body" idx="1"/>
          </p:nvPr>
        </p:nvSpPr>
        <p:spPr/>
        <p:txBody>
          <a:bodyPr/>
          <a:lstStyle/>
          <a:p>
            <a:r>
              <a:rPr lang="zh-CN" altLang="en-US" dirty="0"/>
              <a:t>如果报文的</a:t>
            </a:r>
            <a:r>
              <a:rPr lang="en-US" altLang="zh-CN" dirty="0"/>
              <a:t>IP</a:t>
            </a:r>
            <a:r>
              <a:rPr lang="zh-CN" altLang="en-US" dirty="0"/>
              <a:t>地址变化较频繁，那么选择</a:t>
            </a:r>
            <a:r>
              <a:rPr lang="zh-CN" altLang="en-US" dirty="0" smtClean="0"/>
              <a:t>基于源</a:t>
            </a:r>
            <a:r>
              <a:rPr lang="en-US" altLang="zh-CN" dirty="0" smtClean="0"/>
              <a:t>IP</a:t>
            </a:r>
            <a:r>
              <a:rPr lang="zh-CN" altLang="en-US" dirty="0" smtClean="0"/>
              <a:t>、目的</a:t>
            </a:r>
            <a:r>
              <a:rPr lang="en-US" altLang="zh-CN" dirty="0" smtClean="0"/>
              <a:t>IP</a:t>
            </a:r>
            <a:r>
              <a:rPr lang="zh-CN" altLang="en-US" dirty="0" smtClean="0"/>
              <a:t>或者</a:t>
            </a:r>
            <a:r>
              <a:rPr lang="zh-CN" altLang="en-US" dirty="0"/>
              <a:t>源</a:t>
            </a:r>
            <a:r>
              <a:rPr lang="zh-CN" altLang="en-US" dirty="0" smtClean="0"/>
              <a:t>目</a:t>
            </a:r>
            <a:r>
              <a:rPr lang="en-US" altLang="zh-CN" dirty="0" smtClean="0"/>
              <a:t>IP</a:t>
            </a:r>
            <a:r>
              <a:rPr lang="zh-CN" altLang="en-US" dirty="0" smtClean="0"/>
              <a:t>的</a:t>
            </a:r>
            <a:r>
              <a:rPr lang="zh-CN" altLang="en-US" dirty="0"/>
              <a:t>负载分担模式更有利于流量在各物理链路间合理的负载分担</a:t>
            </a:r>
            <a:r>
              <a:rPr lang="zh-CN" altLang="en-US" dirty="0" smtClean="0"/>
              <a:t>；</a:t>
            </a:r>
            <a:endParaRPr lang="en-US" altLang="zh-CN" dirty="0" smtClean="0"/>
          </a:p>
          <a:p>
            <a:r>
              <a:rPr lang="zh-CN" altLang="en-US" dirty="0" smtClean="0"/>
              <a:t>如果</a:t>
            </a:r>
            <a:r>
              <a:rPr lang="zh-CN" altLang="en-US" dirty="0"/>
              <a:t>报文的</a:t>
            </a:r>
            <a:r>
              <a:rPr lang="en-US" altLang="zh-CN" dirty="0"/>
              <a:t>MAC</a:t>
            </a:r>
            <a:r>
              <a:rPr lang="zh-CN" altLang="en-US" dirty="0"/>
              <a:t>地址变化较频繁，</a:t>
            </a:r>
            <a:r>
              <a:rPr lang="en-US" altLang="zh-CN" dirty="0"/>
              <a:t>IP</a:t>
            </a:r>
            <a:r>
              <a:rPr lang="zh-CN" altLang="en-US" dirty="0"/>
              <a:t>地址比较固定，那么选择</a:t>
            </a:r>
            <a:r>
              <a:rPr lang="zh-CN" altLang="en-US" dirty="0" smtClean="0"/>
              <a:t>基于源</a:t>
            </a:r>
            <a:r>
              <a:rPr lang="en-US" altLang="zh-CN" dirty="0" smtClean="0"/>
              <a:t>MAC</a:t>
            </a:r>
            <a:r>
              <a:rPr lang="zh-CN" altLang="en-US" dirty="0" smtClean="0"/>
              <a:t>、目的</a:t>
            </a:r>
            <a:r>
              <a:rPr lang="en-US" altLang="zh-CN" dirty="0" smtClean="0"/>
              <a:t>MAC</a:t>
            </a:r>
            <a:r>
              <a:rPr lang="zh-CN" altLang="en-US" dirty="0" smtClean="0"/>
              <a:t>或</a:t>
            </a:r>
            <a:r>
              <a:rPr lang="zh-CN" altLang="en-US" dirty="0"/>
              <a:t>源</a:t>
            </a:r>
            <a:r>
              <a:rPr lang="zh-CN" altLang="en-US" dirty="0" smtClean="0"/>
              <a:t>目</a:t>
            </a:r>
            <a:r>
              <a:rPr lang="en-US" altLang="zh-CN" dirty="0" smtClean="0"/>
              <a:t>MAC</a:t>
            </a:r>
            <a:r>
              <a:rPr lang="zh-CN" altLang="en-US" dirty="0" smtClean="0"/>
              <a:t>的</a:t>
            </a:r>
            <a:r>
              <a:rPr lang="zh-CN" altLang="en-US" dirty="0"/>
              <a:t>负载分担模式更有利于流量在各物理链路间合理的负载分担</a:t>
            </a:r>
            <a:r>
              <a:rPr lang="zh-CN" altLang="en-US" dirty="0" smtClean="0"/>
              <a:t>。</a:t>
            </a:r>
            <a:endParaRPr lang="en-US" altLang="zh-CN" dirty="0" smtClean="0"/>
          </a:p>
          <a:p>
            <a:r>
              <a:rPr lang="zh-CN" altLang="en-US" dirty="0" smtClean="0"/>
              <a:t>如果负载分担模式选择的和实际业务特征不相符，可能会导致流量分担不均，部分成员链路负载很高，其余的成员链路却很空闲，如在报文源目</a:t>
            </a:r>
            <a:r>
              <a:rPr lang="en-US" altLang="zh-CN" dirty="0" smtClean="0"/>
              <a:t>IP</a:t>
            </a:r>
            <a:r>
              <a:rPr lang="zh-CN" altLang="en-US" dirty="0" smtClean="0"/>
              <a:t>变化频繁但是源目</a:t>
            </a:r>
            <a:r>
              <a:rPr lang="en-US" altLang="zh-CN" dirty="0" smtClean="0"/>
              <a:t>MAC</a:t>
            </a:r>
            <a:r>
              <a:rPr lang="zh-CN" altLang="en-US" dirty="0" smtClean="0"/>
              <a:t>固定的场景下选择源目</a:t>
            </a:r>
            <a:r>
              <a:rPr lang="en-US" altLang="zh-CN" dirty="0" smtClean="0"/>
              <a:t>MAC</a:t>
            </a:r>
            <a:r>
              <a:rPr lang="zh-CN" altLang="en-US" dirty="0" smtClean="0"/>
              <a:t>模式，那将会导致所有流量都分担在一条成员链路上。</a:t>
            </a:r>
            <a:endParaRPr lang="zh-CN" altLang="en-US" dirty="0"/>
          </a:p>
        </p:txBody>
      </p:sp>
    </p:spTree>
    <p:extLst>
      <p:ext uri="{BB962C8B-B14F-4D97-AF65-F5344CB8AC3E}">
        <p14:creationId xmlns:p14="http://schemas.microsoft.com/office/powerpoint/2010/main" val="417180338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31800" y="779463"/>
            <a:ext cx="5934075" cy="3338512"/>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26407923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31800" y="779463"/>
            <a:ext cx="5934075" cy="3338512"/>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404020218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31800" y="779463"/>
            <a:ext cx="5934075" cy="3338512"/>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417296735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31800" y="779463"/>
            <a:ext cx="5934075" cy="3338512"/>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64634788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31800" y="779463"/>
            <a:ext cx="5934075" cy="3338512"/>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89244892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31800" y="779463"/>
            <a:ext cx="5934075" cy="3338512"/>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34606943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31800" y="779463"/>
            <a:ext cx="5934075" cy="3338512"/>
          </a:xfrm>
        </p:spPr>
      </p:sp>
      <p:sp>
        <p:nvSpPr>
          <p:cNvPr id="3" name="备注占位符 2"/>
          <p:cNvSpPr>
            <a:spLocks noGrp="1"/>
          </p:cNvSpPr>
          <p:nvPr>
            <p:ph type="body" idx="1"/>
          </p:nvPr>
        </p:nvSpPr>
        <p:spPr/>
        <p:txBody>
          <a:bodyPr/>
          <a:lstStyle/>
          <a:p>
            <a:r>
              <a:rPr lang="zh-CN" altLang="en-US" dirty="0" smtClean="0"/>
              <a:t>不同型号交换机的可设置的最大活动接口数并不一致，如</a:t>
            </a:r>
            <a:r>
              <a:rPr lang="en-US" altLang="zh-CN" dirty="0" smtClean="0"/>
              <a:t>S6720HI</a:t>
            </a:r>
            <a:r>
              <a:rPr lang="zh-CN" altLang="en-US" dirty="0" smtClean="0"/>
              <a:t>、</a:t>
            </a:r>
            <a:r>
              <a:rPr lang="en-US" altLang="zh-CN" dirty="0" smtClean="0"/>
              <a:t>S6730H</a:t>
            </a:r>
            <a:r>
              <a:rPr lang="zh-CN" altLang="en-US" dirty="0" smtClean="0"/>
              <a:t>、</a:t>
            </a:r>
            <a:r>
              <a:rPr lang="en-US" altLang="zh-CN" dirty="0" smtClean="0"/>
              <a:t>S6730S</a:t>
            </a:r>
            <a:r>
              <a:rPr lang="zh-CN" altLang="en-US" dirty="0" smtClean="0"/>
              <a:t>和</a:t>
            </a:r>
            <a:r>
              <a:rPr lang="en-US" altLang="zh-CN" dirty="0" smtClean="0"/>
              <a:t>S6730S-S</a:t>
            </a:r>
            <a:r>
              <a:rPr lang="zh-CN" altLang="en-US" dirty="0" smtClean="0"/>
              <a:t>链路聚合组活动接口数的上限阈值是</a:t>
            </a:r>
            <a:r>
              <a:rPr lang="en-US" altLang="zh-CN" dirty="0" smtClean="0"/>
              <a:t>32</a:t>
            </a:r>
            <a:r>
              <a:rPr lang="zh-CN" altLang="en-US" dirty="0" smtClean="0"/>
              <a:t>，而</a:t>
            </a:r>
            <a:r>
              <a:rPr lang="en-US" altLang="zh-CN" dirty="0" smtClean="0"/>
              <a:t>S6720LI</a:t>
            </a:r>
            <a:r>
              <a:rPr lang="zh-CN" altLang="en-US" dirty="0" smtClean="0"/>
              <a:t>、</a:t>
            </a:r>
            <a:r>
              <a:rPr lang="en-US" altLang="zh-CN" dirty="0" smtClean="0"/>
              <a:t>S6720S-LI</a:t>
            </a:r>
            <a:r>
              <a:rPr lang="zh-CN" altLang="en-US" dirty="0" smtClean="0"/>
              <a:t>、</a:t>
            </a:r>
            <a:r>
              <a:rPr lang="en-US" altLang="zh-CN" dirty="0" smtClean="0"/>
              <a:t>S6720SI</a:t>
            </a:r>
            <a:r>
              <a:rPr lang="zh-CN" altLang="en-US" dirty="0" smtClean="0"/>
              <a:t>和</a:t>
            </a:r>
            <a:r>
              <a:rPr lang="en-US" altLang="zh-CN" dirty="0" smtClean="0"/>
              <a:t>S6720S-SI</a:t>
            </a:r>
            <a:r>
              <a:rPr lang="zh-CN" altLang="en-US" dirty="0" smtClean="0"/>
              <a:t>链路聚合组活动接口数的上限阈值是</a:t>
            </a:r>
            <a:r>
              <a:rPr lang="en-US" altLang="zh-CN" dirty="0" smtClean="0"/>
              <a:t>16</a:t>
            </a:r>
            <a:r>
              <a:rPr lang="zh-CN" altLang="en-US" dirty="0" smtClean="0"/>
              <a:t>。具体数值查阅产品手册确定。</a:t>
            </a:r>
            <a:endParaRPr lang="en-US" altLang="zh-CN" dirty="0" smtClean="0"/>
          </a:p>
          <a:p>
            <a:r>
              <a:rPr lang="zh-CN" altLang="en-US" dirty="0" smtClean="0"/>
              <a:t>设置最小活动接口数目是为了保证最小带宽，当带宽过小时一些对链路带宽有要求的业务将会出现异常，此时切断</a:t>
            </a:r>
            <a:r>
              <a:rPr lang="en-US" altLang="zh-CN" dirty="0" smtClean="0"/>
              <a:t>Eth-Trunk</a:t>
            </a:r>
            <a:r>
              <a:rPr lang="zh-CN" altLang="en-US" dirty="0" smtClean="0"/>
              <a:t>通过网络自身的高可靠性将业务切换到其他路径，从而保证业务的正常运行。</a:t>
            </a:r>
          </a:p>
          <a:p>
            <a:endParaRPr lang="zh-CN" altLang="en-US" dirty="0"/>
          </a:p>
        </p:txBody>
      </p:sp>
    </p:spTree>
    <p:extLst>
      <p:ext uri="{BB962C8B-B14F-4D97-AF65-F5344CB8AC3E}">
        <p14:creationId xmlns:p14="http://schemas.microsoft.com/office/powerpoint/2010/main" val="3696993699"/>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31800" y="779463"/>
            <a:ext cx="5934075" cy="3338512"/>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988003754"/>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31800" y="779463"/>
            <a:ext cx="5934075" cy="3338512"/>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802484765"/>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31800" y="779463"/>
            <a:ext cx="5934075" cy="3338512"/>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413632887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31800" y="779463"/>
            <a:ext cx="5934075" cy="3338512"/>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125394812"/>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31800" y="779463"/>
            <a:ext cx="5934075" cy="3338512"/>
          </a:xfrm>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2738932887"/>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31800" y="779463"/>
            <a:ext cx="5934075" cy="3338512"/>
          </a:xfrm>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2329458299"/>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31800" y="779463"/>
            <a:ext cx="5934075" cy="3338512"/>
          </a:xfrm>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3962471199"/>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31800" y="779463"/>
            <a:ext cx="5934075" cy="3338512"/>
          </a:xfrm>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850928062"/>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31800" y="779463"/>
            <a:ext cx="5934075" cy="3338512"/>
          </a:xfrm>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232109524"/>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31800" y="779463"/>
            <a:ext cx="5934075" cy="3338512"/>
          </a:xfrm>
        </p:spPr>
      </p:sp>
      <p:sp>
        <p:nvSpPr>
          <p:cNvPr id="3" name="备注占位符 2"/>
          <p:cNvSpPr>
            <a:spLocks noGrp="1"/>
          </p:cNvSpPr>
          <p:nvPr>
            <p:ph type="body" idx="1"/>
          </p:nvPr>
        </p:nvSpPr>
        <p:spPr/>
        <p:txBody>
          <a:bodyPr/>
          <a:lstStyle/>
          <a:p>
            <a:pPr marL="220828" indent="-220828">
              <a:buSzPct val="90000"/>
              <a:buFont typeface="+mj-lt"/>
              <a:buAutoNum type="arabicPeriod"/>
            </a:pPr>
            <a:r>
              <a:rPr lang="zh-CN" altLang="en-US" smtClean="0"/>
              <a:t>基于</a:t>
            </a:r>
            <a:r>
              <a:rPr lang="zh-CN" altLang="en-US" dirty="0"/>
              <a:t>包每个数据包负载到不同的链路，有可能导致报文乱序，基于流一条相同的流负载到一个相同的链路，不会发生报文乱序，但是单条流无法利用整个聚合接口的逻辑带宽。</a:t>
            </a:r>
            <a:endParaRPr lang="en-US" altLang="zh-CN" dirty="0"/>
          </a:p>
          <a:p>
            <a:pPr marL="220828" indent="-220828">
              <a:buSzPct val="90000"/>
              <a:buFont typeface="+mj-lt"/>
              <a:buAutoNum type="arabicPeriod"/>
            </a:pPr>
            <a:r>
              <a:rPr lang="zh-CN" altLang="en-US" smtClean="0"/>
              <a:t>比较</a:t>
            </a:r>
            <a:r>
              <a:rPr lang="zh-CN" altLang="en-US" dirty="0"/>
              <a:t>系统优先级，越小越优。如果系统优先级相同则继续比较桥</a:t>
            </a:r>
            <a:r>
              <a:rPr lang="en-US" altLang="zh-CN" dirty="0"/>
              <a:t>MAC</a:t>
            </a:r>
            <a:r>
              <a:rPr lang="zh-CN" altLang="en-US" dirty="0"/>
              <a:t>，越小越优。优先级高者成为主动端。</a:t>
            </a:r>
            <a:endParaRPr lang="en-US" altLang="zh-CN" dirty="0"/>
          </a:p>
          <a:p>
            <a:pPr marL="220828" indent="-220828">
              <a:buSzPct val="90000"/>
              <a:buFont typeface="+mj-lt"/>
              <a:buAutoNum type="arabicPeriod"/>
            </a:pPr>
            <a:r>
              <a:rPr lang="zh-CN" altLang="en-US" smtClean="0"/>
              <a:t>简化</a:t>
            </a:r>
            <a:r>
              <a:rPr lang="zh-CN" altLang="en-US" dirty="0"/>
              <a:t>网络管理、提高网络可靠性、能够充分利用网络链路带宽、使用跨设备的</a:t>
            </a:r>
            <a:r>
              <a:rPr lang="en-US" altLang="zh-CN" dirty="0"/>
              <a:t>Eth-Trunk</a:t>
            </a:r>
            <a:r>
              <a:rPr lang="zh-CN" altLang="en-US" dirty="0"/>
              <a:t>可以构建物理上无环的网络。</a:t>
            </a:r>
          </a:p>
        </p:txBody>
      </p:sp>
    </p:spTree>
    <p:extLst>
      <p:ext uri="{BB962C8B-B14F-4D97-AF65-F5344CB8AC3E}">
        <p14:creationId xmlns:p14="http://schemas.microsoft.com/office/powerpoint/2010/main" val="530037202"/>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31800" y="779463"/>
            <a:ext cx="5934075" cy="3338512"/>
          </a:xfrm>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478582396"/>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31800" y="779463"/>
            <a:ext cx="5934075" cy="3338512"/>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69007280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修订记录">
    <p:spTree>
      <p:nvGrpSpPr>
        <p:cNvPr id="1" name=""/>
        <p:cNvGrpSpPr/>
        <p:nvPr/>
      </p:nvGrpSpPr>
      <p:grpSpPr>
        <a:xfrm>
          <a:off x="0" y="0"/>
          <a:ext cx="0" cy="0"/>
          <a:chOff x="0" y="0"/>
          <a:chExt cx="0" cy="0"/>
        </a:xfrm>
      </p:grpSpPr>
      <p:graphicFrame>
        <p:nvGraphicFramePr>
          <p:cNvPr id="3" name="Group 3"/>
          <p:cNvGraphicFramePr>
            <a:graphicFrameLocks noGrp="1"/>
          </p:cNvGraphicFramePr>
          <p:nvPr userDrawn="1">
            <p:extLst>
              <p:ext uri="{D42A27DB-BD31-4B8C-83A1-F6EECF244321}">
                <p14:modId xmlns:p14="http://schemas.microsoft.com/office/powerpoint/2010/main" val="2163518714"/>
              </p:ext>
            </p:extLst>
          </p:nvPr>
        </p:nvGraphicFramePr>
        <p:xfrm>
          <a:off x="1007140" y="1254490"/>
          <a:ext cx="10460715" cy="1082675"/>
        </p:xfrm>
        <a:graphic>
          <a:graphicData uri="http://schemas.openxmlformats.org/drawingml/2006/table">
            <a:tbl>
              <a:tblPr/>
              <a:tblGrid>
                <a:gridCol w="3119031">
                  <a:extLst>
                    <a:ext uri="{9D8B030D-6E8A-4147-A177-3AD203B41FA5}">
                      <a16:colId xmlns:a16="http://schemas.microsoft.com/office/drawing/2014/main" xmlns="" val="20000"/>
                    </a:ext>
                  </a:extLst>
                </a:gridCol>
                <a:gridCol w="1967450">
                  <a:extLst>
                    <a:ext uri="{9D8B030D-6E8A-4147-A177-3AD203B41FA5}">
                      <a16:colId xmlns:a16="http://schemas.microsoft.com/office/drawing/2014/main" xmlns="" val="20001"/>
                    </a:ext>
                  </a:extLst>
                </a:gridCol>
                <a:gridCol w="3023155">
                  <a:extLst>
                    <a:ext uri="{9D8B030D-6E8A-4147-A177-3AD203B41FA5}">
                      <a16:colId xmlns:a16="http://schemas.microsoft.com/office/drawing/2014/main" xmlns="" val="20002"/>
                    </a:ext>
                  </a:extLst>
                </a:gridCol>
                <a:gridCol w="2351079">
                  <a:extLst>
                    <a:ext uri="{9D8B030D-6E8A-4147-A177-3AD203B41FA5}">
                      <a16:colId xmlns:a16="http://schemas.microsoft.com/office/drawing/2014/main" xmlns="" val="20003"/>
                    </a:ext>
                  </a:extLst>
                </a:gridCol>
              </a:tblGrid>
              <a:tr h="577850">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zh-CN" altLang="en-US" sz="1800" b="1" i="0" u="none" strike="noStrike" cap="none" normalizeH="0" baseline="0" dirty="0">
                          <a:ln>
                            <a:noFill/>
                          </a:ln>
                          <a:solidFill>
                            <a:schemeClr val="tx1"/>
                          </a:solidFill>
                          <a:effectLst/>
                          <a:latin typeface="+mn-lt"/>
                          <a:ea typeface="+mn-ea"/>
                        </a:rPr>
                        <a:t>课程编码</a:t>
                      </a:r>
                    </a:p>
                  </a:txBody>
                  <a:tcPr marL="102659" marR="102659" marT="40053" marB="40053"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zh-CN" altLang="en-US" sz="1800" b="1" i="0" u="none" strike="noStrike" cap="none" normalizeH="0" baseline="0" dirty="0">
                          <a:ln>
                            <a:noFill/>
                          </a:ln>
                          <a:solidFill>
                            <a:schemeClr val="tx1"/>
                          </a:solidFill>
                          <a:effectLst/>
                          <a:latin typeface="+mn-lt"/>
                          <a:ea typeface="+mn-ea"/>
                        </a:rPr>
                        <a:t>适用产品</a:t>
                      </a:r>
                    </a:p>
                  </a:txBody>
                  <a:tcPr marL="102659" marR="102659" marT="40053" marB="40053"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zh-CN" altLang="en-US" sz="1800" b="1" i="0" u="none" strike="noStrike" cap="none" normalizeH="0" baseline="0" dirty="0">
                          <a:ln>
                            <a:noFill/>
                          </a:ln>
                          <a:solidFill>
                            <a:schemeClr val="tx1"/>
                          </a:solidFill>
                          <a:effectLst/>
                          <a:latin typeface="+mn-lt"/>
                          <a:ea typeface="+mn-ea"/>
                        </a:rPr>
                        <a:t>产品版本</a:t>
                      </a:r>
                    </a:p>
                  </a:txBody>
                  <a:tcPr marL="102659" marR="102659" marT="40053" marB="40053"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zh-CN" altLang="en-US" sz="1800" b="1" i="0" u="none" strike="noStrike" cap="none" normalizeH="0" baseline="0" dirty="0">
                          <a:ln>
                            <a:noFill/>
                          </a:ln>
                          <a:solidFill>
                            <a:schemeClr val="tx1"/>
                          </a:solidFill>
                          <a:effectLst/>
                          <a:latin typeface="+mn-lt"/>
                          <a:ea typeface="+mn-ea"/>
                        </a:rPr>
                        <a:t>课程版本</a:t>
                      </a:r>
                      <a:endParaRPr kumimoji="1" lang="en-US" altLang="zh-CN" sz="1800" b="1" i="0" u="none" strike="noStrike" cap="none" normalizeH="0" baseline="0" dirty="0">
                        <a:ln>
                          <a:noFill/>
                        </a:ln>
                        <a:solidFill>
                          <a:schemeClr val="tx1"/>
                        </a:solidFill>
                        <a:effectLst/>
                        <a:latin typeface="+mn-lt"/>
                        <a:ea typeface="+mn-ea"/>
                      </a:endParaRPr>
                    </a:p>
                  </a:txBody>
                  <a:tcPr marL="102659" marR="102659" marT="40053" marB="40053"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0"/>
                  </a:ext>
                </a:extLst>
              </a:tr>
              <a:tr h="504825">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mn-lt"/>
                        <a:ea typeface="+mn-ea"/>
                      </a:endParaRPr>
                    </a:p>
                  </a:txBody>
                  <a:tcPr marL="104303" marR="104303" marT="39127" marB="391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mn-lt"/>
                        <a:ea typeface="+mn-ea"/>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mn-lt"/>
                        <a:ea typeface="+mn-ea"/>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mn-lt"/>
                        <a:ea typeface="+mn-ea"/>
                      </a:endParaRPr>
                    </a:p>
                  </a:txBody>
                  <a:tcPr marL="104303" marR="104303" marT="39127" marB="391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1"/>
                  </a:ext>
                </a:extLst>
              </a:tr>
            </a:tbl>
          </a:graphicData>
        </a:graphic>
      </p:graphicFrame>
      <p:graphicFrame>
        <p:nvGraphicFramePr>
          <p:cNvPr id="4" name="Group 21"/>
          <p:cNvGraphicFramePr>
            <a:graphicFrameLocks noGrp="1"/>
          </p:cNvGraphicFramePr>
          <p:nvPr userDrawn="1">
            <p:extLst>
              <p:ext uri="{D42A27DB-BD31-4B8C-83A1-F6EECF244321}">
                <p14:modId xmlns:p14="http://schemas.microsoft.com/office/powerpoint/2010/main" val="3380704855"/>
              </p:ext>
            </p:extLst>
          </p:nvPr>
        </p:nvGraphicFramePr>
        <p:xfrm>
          <a:off x="1007140" y="2776902"/>
          <a:ext cx="10460714" cy="3038475"/>
        </p:xfrm>
        <a:graphic>
          <a:graphicData uri="http://schemas.openxmlformats.org/drawingml/2006/table">
            <a:tbl>
              <a:tblPr/>
              <a:tblGrid>
                <a:gridCol w="3119030">
                  <a:extLst>
                    <a:ext uri="{9D8B030D-6E8A-4147-A177-3AD203B41FA5}">
                      <a16:colId xmlns:a16="http://schemas.microsoft.com/office/drawing/2014/main" xmlns="" val="20000"/>
                    </a:ext>
                  </a:extLst>
                </a:gridCol>
                <a:gridCol w="1967450">
                  <a:extLst>
                    <a:ext uri="{9D8B030D-6E8A-4147-A177-3AD203B41FA5}">
                      <a16:colId xmlns:a16="http://schemas.microsoft.com/office/drawing/2014/main" xmlns="" val="20001"/>
                    </a:ext>
                  </a:extLst>
                </a:gridCol>
                <a:gridCol w="3023155">
                  <a:extLst>
                    <a:ext uri="{9D8B030D-6E8A-4147-A177-3AD203B41FA5}">
                      <a16:colId xmlns:a16="http://schemas.microsoft.com/office/drawing/2014/main" xmlns="" val="20002"/>
                    </a:ext>
                  </a:extLst>
                </a:gridCol>
                <a:gridCol w="2351079">
                  <a:extLst>
                    <a:ext uri="{9D8B030D-6E8A-4147-A177-3AD203B41FA5}">
                      <a16:colId xmlns:a16="http://schemas.microsoft.com/office/drawing/2014/main" xmlns="" val="20003"/>
                    </a:ext>
                  </a:extLst>
                </a:gridCol>
              </a:tblGrid>
              <a:tr h="577850">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zh-CN" altLang="en-US" sz="1800" b="1" i="0" u="none" strike="noStrike" cap="none" normalizeH="0" baseline="0" dirty="0">
                          <a:ln>
                            <a:noFill/>
                          </a:ln>
                          <a:solidFill>
                            <a:schemeClr val="tx1"/>
                          </a:solidFill>
                          <a:effectLst/>
                          <a:latin typeface="+mn-lt"/>
                          <a:ea typeface="+mn-ea"/>
                        </a:rPr>
                        <a:t>作者</a:t>
                      </a:r>
                      <a:r>
                        <a:rPr kumimoji="1" lang="en-US" altLang="zh-CN" sz="1800" b="1" i="0" u="none" strike="noStrike" cap="none" normalizeH="0" baseline="0" dirty="0">
                          <a:ln>
                            <a:noFill/>
                          </a:ln>
                          <a:solidFill>
                            <a:schemeClr val="tx1"/>
                          </a:solidFill>
                          <a:effectLst/>
                          <a:latin typeface="+mn-lt"/>
                          <a:ea typeface="+mn-ea"/>
                        </a:rPr>
                        <a:t>/</a:t>
                      </a:r>
                      <a:r>
                        <a:rPr kumimoji="1" lang="zh-CN" altLang="en-US" sz="1800" b="1" i="0" u="none" strike="noStrike" cap="none" normalizeH="0" baseline="0" dirty="0">
                          <a:ln>
                            <a:noFill/>
                          </a:ln>
                          <a:solidFill>
                            <a:schemeClr val="tx1"/>
                          </a:solidFill>
                          <a:effectLst/>
                          <a:latin typeface="+mn-lt"/>
                          <a:ea typeface="+mn-ea"/>
                        </a:rPr>
                        <a:t>工号</a:t>
                      </a:r>
                    </a:p>
                  </a:txBody>
                  <a:tcPr marL="102659" marR="102659" marT="40053" marB="40053"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zh-CN" altLang="en-US" sz="1800" b="1" i="0" u="none" strike="noStrike" cap="none" normalizeH="0" baseline="0" dirty="0">
                          <a:ln>
                            <a:noFill/>
                          </a:ln>
                          <a:solidFill>
                            <a:schemeClr val="tx1"/>
                          </a:solidFill>
                          <a:effectLst/>
                          <a:latin typeface="+mn-lt"/>
                          <a:ea typeface="+mn-ea"/>
                        </a:rPr>
                        <a:t>时间</a:t>
                      </a:r>
                    </a:p>
                  </a:txBody>
                  <a:tcPr marL="102659" marR="102659" marT="40053" marB="40053"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zh-CN" altLang="en-US" sz="1800" b="1" i="0" u="none" strike="noStrike" cap="none" normalizeH="0" baseline="0" dirty="0">
                          <a:ln>
                            <a:noFill/>
                          </a:ln>
                          <a:solidFill>
                            <a:schemeClr val="tx1"/>
                          </a:solidFill>
                          <a:effectLst/>
                          <a:latin typeface="+mn-lt"/>
                          <a:ea typeface="+mn-ea"/>
                        </a:rPr>
                        <a:t>审核人</a:t>
                      </a:r>
                      <a:r>
                        <a:rPr kumimoji="1" lang="en-US" altLang="zh-CN" sz="1800" b="1" i="0" u="none" strike="noStrike" cap="none" normalizeH="0" baseline="0" dirty="0">
                          <a:ln>
                            <a:noFill/>
                          </a:ln>
                          <a:solidFill>
                            <a:schemeClr val="tx1"/>
                          </a:solidFill>
                          <a:effectLst/>
                          <a:latin typeface="+mn-lt"/>
                          <a:ea typeface="+mn-ea"/>
                        </a:rPr>
                        <a:t>/</a:t>
                      </a:r>
                      <a:r>
                        <a:rPr kumimoji="1" lang="zh-CN" altLang="en-US" sz="1800" b="1" i="0" u="none" strike="noStrike" cap="none" normalizeH="0" baseline="0" dirty="0">
                          <a:ln>
                            <a:noFill/>
                          </a:ln>
                          <a:solidFill>
                            <a:schemeClr val="tx1"/>
                          </a:solidFill>
                          <a:effectLst/>
                          <a:latin typeface="+mn-lt"/>
                          <a:ea typeface="+mn-ea"/>
                        </a:rPr>
                        <a:t>工号</a:t>
                      </a:r>
                    </a:p>
                  </a:txBody>
                  <a:tcPr marL="102659" marR="102659" marT="40053" marB="40053"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zh-CN" altLang="zh-CN" sz="1800" b="1" i="0" u="none" strike="noStrike" cap="none" normalizeH="0" baseline="0" dirty="0">
                          <a:ln>
                            <a:noFill/>
                          </a:ln>
                          <a:solidFill>
                            <a:schemeClr val="tx1"/>
                          </a:solidFill>
                          <a:effectLst/>
                          <a:latin typeface="+mn-lt"/>
                          <a:ea typeface="+mn-ea"/>
                        </a:rPr>
                        <a:t>新开发/优化</a:t>
                      </a:r>
                      <a:endParaRPr kumimoji="1" lang="zh-CN" altLang="en-US" sz="1800" b="1" i="0" u="none" strike="noStrike" cap="none" normalizeH="0" baseline="0" dirty="0">
                        <a:ln>
                          <a:noFill/>
                        </a:ln>
                        <a:solidFill>
                          <a:schemeClr val="tx1"/>
                        </a:solidFill>
                        <a:effectLst/>
                        <a:latin typeface="+mn-lt"/>
                        <a:ea typeface="+mn-ea"/>
                      </a:endParaRPr>
                    </a:p>
                  </a:txBody>
                  <a:tcPr marL="102659" marR="102659" marT="40053" marB="40053"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0"/>
                  </a:ext>
                </a:extLst>
              </a:tr>
              <a:tr h="504825">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mn-lt"/>
                        <a:ea typeface="+mn-ea"/>
                      </a:endParaRPr>
                    </a:p>
                  </a:txBody>
                  <a:tcPr marL="104303" marR="104303" marT="39127" marB="391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mn-lt"/>
                        <a:ea typeface="+mn-ea"/>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mn-lt"/>
                        <a:ea typeface="+mn-ea"/>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mn-lt"/>
                        <a:ea typeface="+mn-ea"/>
                      </a:endParaRPr>
                    </a:p>
                  </a:txBody>
                  <a:tcPr marL="104303" marR="104303" marT="39127" marB="391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1"/>
                  </a:ext>
                </a:extLst>
              </a:tr>
              <a:tr h="488950">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mn-lt"/>
                        <a:ea typeface="+mn-ea"/>
                      </a:endParaRPr>
                    </a:p>
                  </a:txBody>
                  <a:tcPr marL="104303" marR="104303" marT="39127" marB="391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mn-lt"/>
                        <a:ea typeface="+mn-ea"/>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mn-lt"/>
                        <a:ea typeface="+mn-ea"/>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mn-lt"/>
                        <a:ea typeface="+mn-ea"/>
                      </a:endParaRPr>
                    </a:p>
                  </a:txBody>
                  <a:tcPr marL="104303" marR="104303" marT="39127" marB="391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2"/>
                  </a:ext>
                </a:extLst>
              </a:tr>
              <a:tr h="488950">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mn-lt"/>
                        <a:ea typeface="+mn-ea"/>
                      </a:endParaRPr>
                    </a:p>
                  </a:txBody>
                  <a:tcPr marL="104303" marR="104303" marT="39127" marB="391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mn-lt"/>
                        <a:ea typeface="+mn-ea"/>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mn-lt"/>
                        <a:ea typeface="+mn-ea"/>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mn-lt"/>
                        <a:ea typeface="+mn-ea"/>
                      </a:endParaRPr>
                    </a:p>
                  </a:txBody>
                  <a:tcPr marL="104303" marR="104303" marT="39127" marB="391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3"/>
                  </a:ext>
                </a:extLst>
              </a:tr>
              <a:tr h="488950">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a:ln>
                          <a:noFill/>
                        </a:ln>
                        <a:solidFill>
                          <a:schemeClr val="tx1"/>
                        </a:solidFill>
                        <a:effectLst/>
                        <a:latin typeface="+mn-lt"/>
                        <a:ea typeface="+mn-ea"/>
                      </a:endParaRPr>
                    </a:p>
                  </a:txBody>
                  <a:tcPr marL="104303" marR="104303" marT="39127" marB="391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mn-lt"/>
                        <a:ea typeface="+mn-ea"/>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mn-lt"/>
                        <a:ea typeface="+mn-ea"/>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a:ln>
                          <a:noFill/>
                        </a:ln>
                        <a:solidFill>
                          <a:schemeClr val="tx1"/>
                        </a:solidFill>
                        <a:effectLst/>
                        <a:latin typeface="+mn-lt"/>
                        <a:ea typeface="+mn-ea"/>
                      </a:endParaRPr>
                    </a:p>
                  </a:txBody>
                  <a:tcPr marL="104303" marR="104303" marT="39127" marB="391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4"/>
                  </a:ext>
                </a:extLst>
              </a:tr>
              <a:tr h="488950">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mn-lt"/>
                        <a:ea typeface="+mn-ea"/>
                      </a:endParaRPr>
                    </a:p>
                  </a:txBody>
                  <a:tcPr marL="104303" marR="104303" marT="39127" marB="391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a:ln>
                          <a:noFill/>
                        </a:ln>
                        <a:solidFill>
                          <a:schemeClr val="tx1"/>
                        </a:solidFill>
                        <a:effectLst/>
                        <a:latin typeface="+mn-lt"/>
                        <a:ea typeface="+mn-ea"/>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mn-lt"/>
                        <a:ea typeface="+mn-ea"/>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mn-lt"/>
                        <a:ea typeface="+mn-ea"/>
                      </a:endParaRPr>
                    </a:p>
                  </a:txBody>
                  <a:tcPr marL="104303" marR="104303" marT="39127" marB="391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5"/>
                  </a:ext>
                </a:extLst>
              </a:tr>
            </a:tbl>
          </a:graphicData>
        </a:graphic>
      </p:graphicFrame>
      <p:sp>
        <p:nvSpPr>
          <p:cNvPr id="5" name="文本占位符 7"/>
          <p:cNvSpPr>
            <a:spLocks noGrp="1"/>
          </p:cNvSpPr>
          <p:nvPr>
            <p:ph type="body" sz="quarter" idx="17" hasCustomPrompt="1"/>
          </p:nvPr>
        </p:nvSpPr>
        <p:spPr>
          <a:xfrm>
            <a:off x="1007139" y="1825692"/>
            <a:ext cx="3119030" cy="504887"/>
          </a:xfrm>
          <a:prstGeom prst="rect">
            <a:avLst/>
          </a:prstGeom>
        </p:spPr>
        <p:txBody>
          <a:bodyPr anchor="ctr"/>
          <a:lstStyle>
            <a:lvl1pPr algn="ctr">
              <a:lnSpc>
                <a:spcPct val="100000"/>
              </a:lnSpc>
              <a:buNone/>
              <a:defRPr sz="1599">
                <a:latin typeface="+mn-lt"/>
                <a:ea typeface="+mn-ea"/>
                <a:cs typeface="Arial" panose="020B0604020202020204" pitchFamily="34" charset="0"/>
              </a:defRPr>
            </a:lvl1pPr>
          </a:lstStyle>
          <a:p>
            <a:pPr lvl="0"/>
            <a:r>
              <a:rPr lang="zh-CN" altLang="en-US" dirty="0"/>
              <a:t>课程编码</a:t>
            </a:r>
          </a:p>
        </p:txBody>
      </p:sp>
      <p:sp>
        <p:nvSpPr>
          <p:cNvPr id="6" name="文本占位符 7"/>
          <p:cNvSpPr>
            <a:spLocks noGrp="1"/>
          </p:cNvSpPr>
          <p:nvPr>
            <p:ph type="body" sz="quarter" idx="18" hasCustomPrompt="1"/>
          </p:nvPr>
        </p:nvSpPr>
        <p:spPr>
          <a:xfrm>
            <a:off x="4126170" y="1825692"/>
            <a:ext cx="1967450" cy="504887"/>
          </a:xfrm>
          <a:prstGeom prst="rect">
            <a:avLst/>
          </a:prstGeom>
        </p:spPr>
        <p:txBody>
          <a:bodyPr anchor="ctr"/>
          <a:lstStyle>
            <a:lvl1pPr algn="ctr">
              <a:lnSpc>
                <a:spcPct val="100000"/>
              </a:lnSpc>
              <a:buNone/>
              <a:defRPr sz="1599">
                <a:latin typeface="+mn-lt"/>
                <a:ea typeface="+mn-ea"/>
                <a:cs typeface="Arial" panose="020B0604020202020204" pitchFamily="34" charset="0"/>
              </a:defRPr>
            </a:lvl1pPr>
          </a:lstStyle>
          <a:p>
            <a:pPr lvl="0"/>
            <a:r>
              <a:rPr lang="zh-CN" altLang="en-US" dirty="0"/>
              <a:t>适用的产品</a:t>
            </a:r>
          </a:p>
        </p:txBody>
      </p:sp>
      <p:sp>
        <p:nvSpPr>
          <p:cNvPr id="7" name="文本占位符 7"/>
          <p:cNvSpPr>
            <a:spLocks noGrp="1"/>
          </p:cNvSpPr>
          <p:nvPr>
            <p:ph type="body" sz="quarter" idx="19" hasCustomPrompt="1"/>
          </p:nvPr>
        </p:nvSpPr>
        <p:spPr>
          <a:xfrm>
            <a:off x="6093619" y="1825692"/>
            <a:ext cx="3023155" cy="504887"/>
          </a:xfrm>
          <a:prstGeom prst="rect">
            <a:avLst/>
          </a:prstGeom>
        </p:spPr>
        <p:txBody>
          <a:bodyPr anchor="ctr"/>
          <a:lstStyle>
            <a:lvl1pPr algn="ctr">
              <a:lnSpc>
                <a:spcPct val="100000"/>
              </a:lnSpc>
              <a:buNone/>
              <a:defRPr sz="1599">
                <a:latin typeface="+mn-lt"/>
                <a:ea typeface="+mn-ea"/>
                <a:cs typeface="Arial" panose="020B0604020202020204" pitchFamily="34" charset="0"/>
              </a:defRPr>
            </a:lvl1pPr>
          </a:lstStyle>
          <a:p>
            <a:pPr lvl="0"/>
            <a:r>
              <a:rPr lang="en-US" altLang="zh-CN" dirty="0"/>
              <a:t>V5R2</a:t>
            </a:r>
            <a:endParaRPr lang="zh-CN" altLang="en-US" dirty="0"/>
          </a:p>
        </p:txBody>
      </p:sp>
      <p:sp>
        <p:nvSpPr>
          <p:cNvPr id="8" name="文本占位符 7"/>
          <p:cNvSpPr>
            <a:spLocks noGrp="1"/>
          </p:cNvSpPr>
          <p:nvPr>
            <p:ph type="body" sz="quarter" idx="20" hasCustomPrompt="1"/>
          </p:nvPr>
        </p:nvSpPr>
        <p:spPr>
          <a:xfrm>
            <a:off x="9116775" y="1825692"/>
            <a:ext cx="2351079" cy="504887"/>
          </a:xfrm>
          <a:prstGeom prst="rect">
            <a:avLst/>
          </a:prstGeom>
        </p:spPr>
        <p:txBody>
          <a:bodyPr anchor="ctr"/>
          <a:lstStyle>
            <a:lvl1pPr algn="ctr">
              <a:lnSpc>
                <a:spcPct val="100000"/>
              </a:lnSpc>
              <a:buNone/>
              <a:defRPr sz="1599">
                <a:latin typeface="+mn-lt"/>
                <a:ea typeface="+mn-ea"/>
                <a:cs typeface="Arial" panose="020B0604020202020204" pitchFamily="34" charset="0"/>
              </a:defRPr>
            </a:lvl1pPr>
          </a:lstStyle>
          <a:p>
            <a:pPr lvl="0"/>
            <a:r>
              <a:rPr lang="en-US" altLang="zh-CN" dirty="0"/>
              <a:t>V1R1</a:t>
            </a:r>
            <a:endParaRPr lang="zh-CN" altLang="en-US" dirty="0"/>
          </a:p>
        </p:txBody>
      </p:sp>
      <p:sp>
        <p:nvSpPr>
          <p:cNvPr id="9" name="文本占位符 7"/>
          <p:cNvSpPr>
            <a:spLocks noGrp="1"/>
          </p:cNvSpPr>
          <p:nvPr>
            <p:ph type="body" sz="quarter" idx="13" hasCustomPrompt="1"/>
          </p:nvPr>
        </p:nvSpPr>
        <p:spPr>
          <a:xfrm>
            <a:off x="1007042" y="3373862"/>
            <a:ext cx="3119128" cy="468052"/>
          </a:xfrm>
          <a:prstGeom prst="rect">
            <a:avLst/>
          </a:prstGeom>
        </p:spPr>
        <p:txBody>
          <a:bodyPr anchor="ctr"/>
          <a:lstStyle>
            <a:lvl1pPr algn="ctr">
              <a:lnSpc>
                <a:spcPct val="100000"/>
              </a:lnSpc>
              <a:buNone/>
              <a:defRPr sz="1599">
                <a:latin typeface="+mn-lt"/>
                <a:ea typeface="+mn-ea"/>
                <a:cs typeface="Arial" panose="020B0604020202020204" pitchFamily="34" charset="0"/>
              </a:defRPr>
            </a:lvl1pPr>
          </a:lstStyle>
          <a:p>
            <a:pPr lvl="0"/>
            <a:r>
              <a:rPr lang="zh-CN" altLang="en-US" dirty="0"/>
              <a:t>姓名</a:t>
            </a:r>
            <a:r>
              <a:rPr lang="en-US" altLang="zh-CN" dirty="0"/>
              <a:t>/</a:t>
            </a:r>
            <a:r>
              <a:rPr lang="zh-CN" altLang="en-US" dirty="0"/>
              <a:t>工号</a:t>
            </a:r>
          </a:p>
        </p:txBody>
      </p:sp>
      <p:sp>
        <p:nvSpPr>
          <p:cNvPr id="10" name="文本占位符 7"/>
          <p:cNvSpPr>
            <a:spLocks noGrp="1"/>
          </p:cNvSpPr>
          <p:nvPr>
            <p:ph type="body" sz="quarter" idx="14" hasCustomPrompt="1"/>
          </p:nvPr>
        </p:nvSpPr>
        <p:spPr>
          <a:xfrm>
            <a:off x="4126170" y="3373862"/>
            <a:ext cx="1967450" cy="468052"/>
          </a:xfrm>
          <a:prstGeom prst="rect">
            <a:avLst/>
          </a:prstGeom>
        </p:spPr>
        <p:txBody>
          <a:bodyPr anchor="ctr"/>
          <a:lstStyle>
            <a:lvl1pPr algn="ctr">
              <a:lnSpc>
                <a:spcPct val="100000"/>
              </a:lnSpc>
              <a:buNone/>
              <a:defRPr sz="1599">
                <a:latin typeface="+mn-lt"/>
                <a:ea typeface="+mn-ea"/>
                <a:cs typeface="Arial" panose="020B0604020202020204" pitchFamily="34" charset="0"/>
              </a:defRPr>
            </a:lvl1pPr>
          </a:lstStyle>
          <a:p>
            <a:pPr lvl="0"/>
            <a:r>
              <a:rPr lang="en-US" altLang="zh-CN" dirty="0"/>
              <a:t>2015.01.25</a:t>
            </a:r>
            <a:endParaRPr lang="zh-CN" altLang="en-US" dirty="0"/>
          </a:p>
        </p:txBody>
      </p:sp>
      <p:sp>
        <p:nvSpPr>
          <p:cNvPr id="11" name="文本占位符 7"/>
          <p:cNvSpPr>
            <a:spLocks noGrp="1"/>
          </p:cNvSpPr>
          <p:nvPr>
            <p:ph type="body" sz="quarter" idx="15" hasCustomPrompt="1"/>
          </p:nvPr>
        </p:nvSpPr>
        <p:spPr>
          <a:xfrm>
            <a:off x="6093619" y="3373862"/>
            <a:ext cx="3023155" cy="468052"/>
          </a:xfrm>
          <a:prstGeom prst="rect">
            <a:avLst/>
          </a:prstGeom>
        </p:spPr>
        <p:txBody>
          <a:bodyPr anchor="ctr"/>
          <a:lstStyle>
            <a:lvl1pPr algn="ctr">
              <a:lnSpc>
                <a:spcPct val="100000"/>
              </a:lnSpc>
              <a:buNone/>
              <a:defRPr sz="1599">
                <a:latin typeface="+mn-lt"/>
                <a:ea typeface="+mn-ea"/>
                <a:cs typeface="Arial" panose="020B0604020202020204" pitchFamily="34" charset="0"/>
              </a:defRPr>
            </a:lvl1pPr>
          </a:lstStyle>
          <a:p>
            <a:pPr lvl="0"/>
            <a:r>
              <a:rPr lang="zh-CN" altLang="en-US" dirty="0"/>
              <a:t>姓名</a:t>
            </a:r>
            <a:r>
              <a:rPr lang="en-US" altLang="zh-CN" dirty="0"/>
              <a:t>/</a:t>
            </a:r>
            <a:r>
              <a:rPr lang="zh-CN" altLang="en-US" dirty="0"/>
              <a:t>工号</a:t>
            </a:r>
          </a:p>
        </p:txBody>
      </p:sp>
      <p:sp>
        <p:nvSpPr>
          <p:cNvPr id="12" name="文本占位符 7"/>
          <p:cNvSpPr>
            <a:spLocks noGrp="1"/>
          </p:cNvSpPr>
          <p:nvPr>
            <p:ph type="body" sz="quarter" idx="16" hasCustomPrompt="1"/>
          </p:nvPr>
        </p:nvSpPr>
        <p:spPr>
          <a:xfrm>
            <a:off x="9116775" y="3337858"/>
            <a:ext cx="2351342" cy="504056"/>
          </a:xfrm>
          <a:prstGeom prst="rect">
            <a:avLst/>
          </a:prstGeom>
        </p:spPr>
        <p:txBody>
          <a:bodyPr anchor="ctr"/>
          <a:lstStyle>
            <a:lvl1pPr algn="ctr">
              <a:lnSpc>
                <a:spcPct val="100000"/>
              </a:lnSpc>
              <a:buNone/>
              <a:defRPr sz="1599">
                <a:latin typeface="+mn-lt"/>
                <a:ea typeface="+mn-ea"/>
                <a:cs typeface="Arial" panose="020B0604020202020204" pitchFamily="34" charset="0"/>
              </a:defRPr>
            </a:lvl1pPr>
          </a:lstStyle>
          <a:p>
            <a:pPr lvl="0"/>
            <a:r>
              <a:rPr lang="zh-CN" altLang="en-US" dirty="0"/>
              <a:t>新开发</a:t>
            </a:r>
          </a:p>
        </p:txBody>
      </p:sp>
      <p:sp>
        <p:nvSpPr>
          <p:cNvPr id="13" name="Rectangle 2"/>
          <p:cNvSpPr>
            <a:spLocks noChangeArrowheads="1"/>
          </p:cNvSpPr>
          <p:nvPr userDrawn="1"/>
        </p:nvSpPr>
        <p:spPr bwMode="auto">
          <a:xfrm>
            <a:off x="952130" y="368661"/>
            <a:ext cx="2802144" cy="479425"/>
          </a:xfrm>
          <a:prstGeom prst="rect">
            <a:avLst/>
          </a:prstGeom>
          <a:noFill/>
          <a:ln w="9525">
            <a:noFill/>
            <a:miter lim="800000"/>
            <a:headEnd/>
            <a:tailEnd/>
          </a:ln>
        </p:spPr>
        <p:txBody>
          <a:bodyPr lIns="78227" tIns="39112" rIns="78227" bIns="39112" anchor="ctr"/>
          <a:lstStyle/>
          <a:p>
            <a:pPr algn="l" defTabSz="1001223" rtl="0" eaLnBrk="0" fontAlgn="t" hangingPunct="0">
              <a:spcBef>
                <a:spcPct val="0"/>
              </a:spcBef>
              <a:spcAft>
                <a:spcPct val="0"/>
              </a:spcAft>
            </a:pPr>
            <a:r>
              <a:rPr lang="zh-CN" altLang="en-US" sz="3499" b="1" kern="1200">
                <a:solidFill>
                  <a:schemeClr val="tx1">
                    <a:lumMod val="75000"/>
                    <a:lumOff val="25000"/>
                  </a:schemeClr>
                </a:solidFill>
                <a:latin typeface="+mn-lt"/>
                <a:ea typeface="+mn-ea"/>
                <a:cs typeface="Arial" panose="020B0604020202020204" pitchFamily="34" charset="0"/>
              </a:rPr>
              <a:t>修订记录</a:t>
            </a:r>
            <a:endParaRPr lang="zh-CN" altLang="en-US" sz="3499" b="1" kern="1200" dirty="0">
              <a:solidFill>
                <a:schemeClr val="tx1">
                  <a:lumMod val="75000"/>
                  <a:lumOff val="25000"/>
                </a:schemeClr>
              </a:solidFill>
              <a:latin typeface="+mn-lt"/>
              <a:ea typeface="+mn-ea"/>
              <a:cs typeface="Arial" panose="020B0604020202020204" pitchFamily="34" charset="0"/>
            </a:endParaRPr>
          </a:p>
        </p:txBody>
      </p:sp>
      <p:sp>
        <p:nvSpPr>
          <p:cNvPr id="14" name="Text Box 58"/>
          <p:cNvSpPr txBox="1">
            <a:spLocks noChangeArrowheads="1"/>
          </p:cNvSpPr>
          <p:nvPr userDrawn="1"/>
        </p:nvSpPr>
        <p:spPr bwMode="auto">
          <a:xfrm>
            <a:off x="8900835" y="296652"/>
            <a:ext cx="2771225" cy="707886"/>
          </a:xfrm>
          <a:prstGeom prst="rect">
            <a:avLst/>
          </a:prstGeom>
          <a:noFill/>
          <a:ln w="9525" algn="ctr">
            <a:noFill/>
            <a:miter lim="800000"/>
            <a:headEnd/>
            <a:tailEnd/>
          </a:ln>
        </p:spPr>
        <p:txBody>
          <a:bodyPr wrap="square">
            <a:spAutoFit/>
          </a:bodyPr>
          <a:lstStyle/>
          <a:p>
            <a:pPr>
              <a:spcBef>
                <a:spcPct val="50000"/>
              </a:spcBef>
            </a:pPr>
            <a:r>
              <a:rPr lang="zh-CN" altLang="en-US" sz="3998" i="0">
                <a:solidFill>
                  <a:schemeClr val="bg2">
                    <a:lumMod val="50000"/>
                  </a:schemeClr>
                </a:solidFill>
                <a:latin typeface="+mn-lt"/>
                <a:ea typeface="+mn-ea"/>
                <a:cs typeface="Arial" panose="020B0604020202020204" pitchFamily="34" charset="0"/>
              </a:rPr>
              <a:t>本页</a:t>
            </a:r>
            <a:r>
              <a:rPr lang="zh-CN" altLang="en-US" sz="3998" i="0" dirty="0">
                <a:solidFill>
                  <a:schemeClr val="bg2">
                    <a:lumMod val="50000"/>
                  </a:schemeClr>
                </a:solidFill>
                <a:latin typeface="+mn-lt"/>
                <a:ea typeface="+mn-ea"/>
                <a:cs typeface="Arial" panose="020B0604020202020204" pitchFamily="34" charset="0"/>
              </a:rPr>
              <a:t>不打印</a:t>
            </a:r>
          </a:p>
        </p:txBody>
      </p:sp>
      <p:sp>
        <p:nvSpPr>
          <p:cNvPr id="15" name="文本占位符 7"/>
          <p:cNvSpPr>
            <a:spLocks noGrp="1"/>
          </p:cNvSpPr>
          <p:nvPr>
            <p:ph type="body" sz="quarter" idx="21" hasCustomPrompt="1"/>
          </p:nvPr>
        </p:nvSpPr>
        <p:spPr>
          <a:xfrm>
            <a:off x="1007042" y="3877918"/>
            <a:ext cx="3119128" cy="468052"/>
          </a:xfrm>
          <a:prstGeom prst="rect">
            <a:avLst/>
          </a:prstGeom>
        </p:spPr>
        <p:txBody>
          <a:bodyPr anchor="ctr"/>
          <a:lstStyle>
            <a:lvl1pPr algn="ctr">
              <a:lnSpc>
                <a:spcPct val="100000"/>
              </a:lnSpc>
              <a:buNone/>
              <a:defRPr sz="1599">
                <a:latin typeface="+mn-lt"/>
                <a:ea typeface="+mn-ea"/>
                <a:cs typeface="Arial" panose="020B0604020202020204" pitchFamily="34" charset="0"/>
              </a:defRPr>
            </a:lvl1pPr>
          </a:lstStyle>
          <a:p>
            <a:pPr lvl="0"/>
            <a:r>
              <a:rPr lang="zh-CN" altLang="en-US" dirty="0"/>
              <a:t>姓名</a:t>
            </a:r>
            <a:r>
              <a:rPr lang="en-US" altLang="zh-CN" dirty="0"/>
              <a:t>/</a:t>
            </a:r>
            <a:r>
              <a:rPr lang="zh-CN" altLang="en-US" dirty="0"/>
              <a:t>工号</a:t>
            </a:r>
          </a:p>
        </p:txBody>
      </p:sp>
      <p:sp>
        <p:nvSpPr>
          <p:cNvPr id="16" name="文本占位符 7"/>
          <p:cNvSpPr>
            <a:spLocks noGrp="1"/>
          </p:cNvSpPr>
          <p:nvPr>
            <p:ph type="body" sz="quarter" idx="22" hasCustomPrompt="1"/>
          </p:nvPr>
        </p:nvSpPr>
        <p:spPr>
          <a:xfrm>
            <a:off x="4126170" y="3877918"/>
            <a:ext cx="1967450" cy="468052"/>
          </a:xfrm>
          <a:prstGeom prst="rect">
            <a:avLst/>
          </a:prstGeom>
        </p:spPr>
        <p:txBody>
          <a:bodyPr anchor="ctr"/>
          <a:lstStyle>
            <a:lvl1pPr algn="ctr">
              <a:lnSpc>
                <a:spcPct val="100000"/>
              </a:lnSpc>
              <a:buNone/>
              <a:defRPr sz="1599">
                <a:latin typeface="+mn-lt"/>
                <a:ea typeface="+mn-ea"/>
                <a:cs typeface="Arial" panose="020B0604020202020204" pitchFamily="34" charset="0"/>
              </a:defRPr>
            </a:lvl1pPr>
          </a:lstStyle>
          <a:p>
            <a:pPr lvl="0"/>
            <a:r>
              <a:rPr lang="en-US" altLang="zh-CN" dirty="0"/>
              <a:t>2015.01.25</a:t>
            </a:r>
            <a:endParaRPr lang="zh-CN" altLang="en-US" dirty="0"/>
          </a:p>
        </p:txBody>
      </p:sp>
      <p:sp>
        <p:nvSpPr>
          <p:cNvPr id="17" name="文本占位符 7"/>
          <p:cNvSpPr>
            <a:spLocks noGrp="1"/>
          </p:cNvSpPr>
          <p:nvPr>
            <p:ph type="body" sz="quarter" idx="23" hasCustomPrompt="1"/>
          </p:nvPr>
        </p:nvSpPr>
        <p:spPr>
          <a:xfrm>
            <a:off x="6093619" y="3877918"/>
            <a:ext cx="3023155" cy="468052"/>
          </a:xfrm>
          <a:prstGeom prst="rect">
            <a:avLst/>
          </a:prstGeom>
        </p:spPr>
        <p:txBody>
          <a:bodyPr anchor="ctr"/>
          <a:lstStyle>
            <a:lvl1pPr algn="ctr">
              <a:lnSpc>
                <a:spcPct val="100000"/>
              </a:lnSpc>
              <a:buNone/>
              <a:defRPr sz="1599">
                <a:latin typeface="+mn-lt"/>
                <a:ea typeface="+mn-ea"/>
                <a:cs typeface="Arial" panose="020B0604020202020204" pitchFamily="34" charset="0"/>
              </a:defRPr>
            </a:lvl1pPr>
          </a:lstStyle>
          <a:p>
            <a:pPr lvl="0"/>
            <a:r>
              <a:rPr lang="zh-CN" altLang="en-US" dirty="0"/>
              <a:t>姓名</a:t>
            </a:r>
            <a:r>
              <a:rPr lang="en-US" altLang="zh-CN" dirty="0"/>
              <a:t>/</a:t>
            </a:r>
            <a:r>
              <a:rPr lang="zh-CN" altLang="en-US" dirty="0"/>
              <a:t>工号</a:t>
            </a:r>
          </a:p>
        </p:txBody>
      </p:sp>
      <p:sp>
        <p:nvSpPr>
          <p:cNvPr id="18" name="文本占位符 7"/>
          <p:cNvSpPr>
            <a:spLocks noGrp="1"/>
          </p:cNvSpPr>
          <p:nvPr>
            <p:ph type="body" sz="quarter" idx="24" hasCustomPrompt="1"/>
          </p:nvPr>
        </p:nvSpPr>
        <p:spPr>
          <a:xfrm>
            <a:off x="9116775" y="3841914"/>
            <a:ext cx="2351342" cy="504056"/>
          </a:xfrm>
          <a:prstGeom prst="rect">
            <a:avLst/>
          </a:prstGeom>
        </p:spPr>
        <p:txBody>
          <a:bodyPr anchor="ctr"/>
          <a:lstStyle>
            <a:lvl1pPr algn="ctr">
              <a:lnSpc>
                <a:spcPct val="100000"/>
              </a:lnSpc>
              <a:buNone/>
              <a:defRPr sz="1599">
                <a:latin typeface="+mn-lt"/>
                <a:ea typeface="+mn-ea"/>
                <a:cs typeface="Arial" panose="020B0604020202020204" pitchFamily="34" charset="0"/>
              </a:defRPr>
            </a:lvl1pPr>
          </a:lstStyle>
          <a:p>
            <a:pPr lvl="0"/>
            <a:r>
              <a:rPr lang="zh-CN" altLang="en-US" dirty="0"/>
              <a:t>优化</a:t>
            </a:r>
          </a:p>
        </p:txBody>
      </p:sp>
      <p:sp>
        <p:nvSpPr>
          <p:cNvPr id="19" name="文本占位符 7"/>
          <p:cNvSpPr>
            <a:spLocks noGrp="1"/>
          </p:cNvSpPr>
          <p:nvPr>
            <p:ph type="body" sz="quarter" idx="25" hasCustomPrompt="1"/>
          </p:nvPr>
        </p:nvSpPr>
        <p:spPr>
          <a:xfrm>
            <a:off x="1007042" y="4345970"/>
            <a:ext cx="3119128" cy="468052"/>
          </a:xfrm>
          <a:prstGeom prst="rect">
            <a:avLst/>
          </a:prstGeom>
        </p:spPr>
        <p:txBody>
          <a:bodyPr anchor="ctr"/>
          <a:lstStyle>
            <a:lvl1pPr algn="ctr">
              <a:lnSpc>
                <a:spcPct val="100000"/>
              </a:lnSpc>
              <a:buNone/>
              <a:defRPr sz="1599">
                <a:latin typeface="+mn-lt"/>
                <a:ea typeface="+mn-ea"/>
                <a:cs typeface="Arial" panose="020B0604020202020204" pitchFamily="34" charset="0"/>
              </a:defRPr>
            </a:lvl1pPr>
          </a:lstStyle>
          <a:p>
            <a:pPr lvl="0"/>
            <a:r>
              <a:rPr lang="zh-CN" altLang="en-US" dirty="0"/>
              <a:t>姓名</a:t>
            </a:r>
            <a:r>
              <a:rPr lang="en-US" altLang="zh-CN" dirty="0"/>
              <a:t>/</a:t>
            </a:r>
            <a:r>
              <a:rPr lang="zh-CN" altLang="en-US" dirty="0"/>
              <a:t>工号</a:t>
            </a:r>
          </a:p>
        </p:txBody>
      </p:sp>
      <p:sp>
        <p:nvSpPr>
          <p:cNvPr id="20" name="文本占位符 7"/>
          <p:cNvSpPr>
            <a:spLocks noGrp="1"/>
          </p:cNvSpPr>
          <p:nvPr>
            <p:ph type="body" sz="quarter" idx="26" hasCustomPrompt="1"/>
          </p:nvPr>
        </p:nvSpPr>
        <p:spPr>
          <a:xfrm>
            <a:off x="4126170" y="4345970"/>
            <a:ext cx="1967450" cy="468052"/>
          </a:xfrm>
          <a:prstGeom prst="rect">
            <a:avLst/>
          </a:prstGeom>
        </p:spPr>
        <p:txBody>
          <a:bodyPr anchor="ctr"/>
          <a:lstStyle>
            <a:lvl1pPr algn="ctr">
              <a:lnSpc>
                <a:spcPct val="100000"/>
              </a:lnSpc>
              <a:buNone/>
              <a:defRPr sz="1599">
                <a:latin typeface="+mn-lt"/>
                <a:ea typeface="+mn-ea"/>
                <a:cs typeface="Arial" panose="020B0604020202020204" pitchFamily="34" charset="0"/>
              </a:defRPr>
            </a:lvl1pPr>
          </a:lstStyle>
          <a:p>
            <a:pPr lvl="0"/>
            <a:r>
              <a:rPr lang="en-US" altLang="zh-CN" dirty="0"/>
              <a:t>2015.01.25</a:t>
            </a:r>
            <a:endParaRPr lang="zh-CN" altLang="en-US" dirty="0"/>
          </a:p>
        </p:txBody>
      </p:sp>
      <p:sp>
        <p:nvSpPr>
          <p:cNvPr id="21" name="文本占位符 7"/>
          <p:cNvSpPr>
            <a:spLocks noGrp="1"/>
          </p:cNvSpPr>
          <p:nvPr>
            <p:ph type="body" sz="quarter" idx="27" hasCustomPrompt="1"/>
          </p:nvPr>
        </p:nvSpPr>
        <p:spPr>
          <a:xfrm>
            <a:off x="6093619" y="4345970"/>
            <a:ext cx="3023155" cy="468052"/>
          </a:xfrm>
          <a:prstGeom prst="rect">
            <a:avLst/>
          </a:prstGeom>
        </p:spPr>
        <p:txBody>
          <a:bodyPr anchor="ctr"/>
          <a:lstStyle>
            <a:lvl1pPr algn="ctr">
              <a:lnSpc>
                <a:spcPct val="100000"/>
              </a:lnSpc>
              <a:buNone/>
              <a:defRPr sz="1599">
                <a:latin typeface="+mn-lt"/>
                <a:ea typeface="+mn-ea"/>
                <a:cs typeface="Arial" panose="020B0604020202020204" pitchFamily="34" charset="0"/>
              </a:defRPr>
            </a:lvl1pPr>
          </a:lstStyle>
          <a:p>
            <a:pPr lvl="0"/>
            <a:r>
              <a:rPr lang="zh-CN" altLang="en-US" dirty="0"/>
              <a:t>姓名</a:t>
            </a:r>
            <a:r>
              <a:rPr lang="en-US" altLang="zh-CN" dirty="0"/>
              <a:t>/</a:t>
            </a:r>
            <a:r>
              <a:rPr lang="zh-CN" altLang="en-US" dirty="0"/>
              <a:t>工号</a:t>
            </a:r>
          </a:p>
        </p:txBody>
      </p:sp>
      <p:sp>
        <p:nvSpPr>
          <p:cNvPr id="22" name="文本占位符 7"/>
          <p:cNvSpPr>
            <a:spLocks noGrp="1"/>
          </p:cNvSpPr>
          <p:nvPr>
            <p:ph type="body" sz="quarter" idx="28" hasCustomPrompt="1"/>
          </p:nvPr>
        </p:nvSpPr>
        <p:spPr>
          <a:xfrm>
            <a:off x="9116775" y="4345970"/>
            <a:ext cx="2351342" cy="468052"/>
          </a:xfrm>
          <a:prstGeom prst="rect">
            <a:avLst/>
          </a:prstGeom>
        </p:spPr>
        <p:txBody>
          <a:bodyPr anchor="ctr"/>
          <a:lstStyle>
            <a:lvl1pPr algn="ctr">
              <a:lnSpc>
                <a:spcPct val="100000"/>
              </a:lnSpc>
              <a:buNone/>
              <a:defRPr sz="1599">
                <a:latin typeface="+mn-lt"/>
                <a:ea typeface="+mn-ea"/>
                <a:cs typeface="Arial" panose="020B0604020202020204" pitchFamily="34" charset="0"/>
              </a:defRPr>
            </a:lvl1pPr>
          </a:lstStyle>
          <a:p>
            <a:pPr lvl="0"/>
            <a:r>
              <a:rPr lang="zh-CN" altLang="en-US" dirty="0"/>
              <a:t>优化</a:t>
            </a:r>
          </a:p>
        </p:txBody>
      </p:sp>
      <p:sp>
        <p:nvSpPr>
          <p:cNvPr id="23" name="文本占位符 7"/>
          <p:cNvSpPr>
            <a:spLocks noGrp="1"/>
          </p:cNvSpPr>
          <p:nvPr>
            <p:ph type="body" sz="quarter" idx="29" hasCustomPrompt="1"/>
          </p:nvPr>
        </p:nvSpPr>
        <p:spPr>
          <a:xfrm>
            <a:off x="1007042" y="4886030"/>
            <a:ext cx="3119128" cy="468052"/>
          </a:xfrm>
          <a:prstGeom prst="rect">
            <a:avLst/>
          </a:prstGeom>
        </p:spPr>
        <p:txBody>
          <a:bodyPr anchor="ctr"/>
          <a:lstStyle>
            <a:lvl1pPr algn="ctr">
              <a:lnSpc>
                <a:spcPct val="100000"/>
              </a:lnSpc>
              <a:buNone/>
              <a:defRPr sz="1599">
                <a:latin typeface="+mn-lt"/>
                <a:ea typeface="+mn-ea"/>
                <a:cs typeface="Arial" panose="020B0604020202020204" pitchFamily="34" charset="0"/>
              </a:defRPr>
            </a:lvl1pPr>
          </a:lstStyle>
          <a:p>
            <a:pPr lvl="0"/>
            <a:r>
              <a:rPr lang="zh-CN" altLang="en-US" dirty="0"/>
              <a:t>姓名</a:t>
            </a:r>
            <a:r>
              <a:rPr lang="en-US" altLang="zh-CN" dirty="0"/>
              <a:t>/</a:t>
            </a:r>
            <a:r>
              <a:rPr lang="zh-CN" altLang="en-US" dirty="0"/>
              <a:t>工号</a:t>
            </a:r>
          </a:p>
        </p:txBody>
      </p:sp>
      <p:sp>
        <p:nvSpPr>
          <p:cNvPr id="24" name="文本占位符 7"/>
          <p:cNvSpPr>
            <a:spLocks noGrp="1"/>
          </p:cNvSpPr>
          <p:nvPr>
            <p:ph type="body" sz="quarter" idx="30" hasCustomPrompt="1"/>
          </p:nvPr>
        </p:nvSpPr>
        <p:spPr>
          <a:xfrm>
            <a:off x="4126170" y="4886030"/>
            <a:ext cx="1967450" cy="468052"/>
          </a:xfrm>
          <a:prstGeom prst="rect">
            <a:avLst/>
          </a:prstGeom>
        </p:spPr>
        <p:txBody>
          <a:bodyPr anchor="ctr"/>
          <a:lstStyle>
            <a:lvl1pPr algn="ctr">
              <a:lnSpc>
                <a:spcPct val="100000"/>
              </a:lnSpc>
              <a:buNone/>
              <a:defRPr sz="1599">
                <a:latin typeface="+mn-lt"/>
                <a:ea typeface="+mn-ea"/>
                <a:cs typeface="Arial" panose="020B0604020202020204" pitchFamily="34" charset="0"/>
              </a:defRPr>
            </a:lvl1pPr>
          </a:lstStyle>
          <a:p>
            <a:pPr lvl="0"/>
            <a:r>
              <a:rPr lang="en-US" altLang="zh-CN" dirty="0"/>
              <a:t>2015.01.25</a:t>
            </a:r>
            <a:endParaRPr lang="zh-CN" altLang="en-US" dirty="0"/>
          </a:p>
        </p:txBody>
      </p:sp>
      <p:sp>
        <p:nvSpPr>
          <p:cNvPr id="25" name="文本占位符 7"/>
          <p:cNvSpPr>
            <a:spLocks noGrp="1"/>
          </p:cNvSpPr>
          <p:nvPr>
            <p:ph type="body" sz="quarter" idx="31" hasCustomPrompt="1"/>
          </p:nvPr>
        </p:nvSpPr>
        <p:spPr>
          <a:xfrm>
            <a:off x="6093619" y="4886030"/>
            <a:ext cx="3023155" cy="468052"/>
          </a:xfrm>
          <a:prstGeom prst="rect">
            <a:avLst/>
          </a:prstGeom>
        </p:spPr>
        <p:txBody>
          <a:bodyPr anchor="ctr"/>
          <a:lstStyle>
            <a:lvl1pPr algn="ctr">
              <a:lnSpc>
                <a:spcPct val="100000"/>
              </a:lnSpc>
              <a:buNone/>
              <a:defRPr sz="1599">
                <a:latin typeface="+mn-lt"/>
                <a:ea typeface="+mn-ea"/>
                <a:cs typeface="Arial" panose="020B0604020202020204" pitchFamily="34" charset="0"/>
              </a:defRPr>
            </a:lvl1pPr>
          </a:lstStyle>
          <a:p>
            <a:pPr lvl="0"/>
            <a:r>
              <a:rPr lang="zh-CN" altLang="en-US" dirty="0"/>
              <a:t>姓名</a:t>
            </a:r>
            <a:r>
              <a:rPr lang="en-US" altLang="zh-CN" dirty="0"/>
              <a:t>/</a:t>
            </a:r>
            <a:r>
              <a:rPr lang="zh-CN" altLang="en-US" dirty="0"/>
              <a:t>工号</a:t>
            </a:r>
          </a:p>
        </p:txBody>
      </p:sp>
      <p:sp>
        <p:nvSpPr>
          <p:cNvPr id="26" name="文本占位符 7"/>
          <p:cNvSpPr>
            <a:spLocks noGrp="1"/>
          </p:cNvSpPr>
          <p:nvPr>
            <p:ph type="body" sz="quarter" idx="32" hasCustomPrompt="1"/>
          </p:nvPr>
        </p:nvSpPr>
        <p:spPr>
          <a:xfrm>
            <a:off x="9116775" y="4886030"/>
            <a:ext cx="2351342" cy="468052"/>
          </a:xfrm>
          <a:prstGeom prst="rect">
            <a:avLst/>
          </a:prstGeom>
        </p:spPr>
        <p:txBody>
          <a:bodyPr anchor="ctr"/>
          <a:lstStyle>
            <a:lvl1pPr algn="ctr">
              <a:lnSpc>
                <a:spcPct val="100000"/>
              </a:lnSpc>
              <a:buNone/>
              <a:defRPr sz="1599">
                <a:latin typeface="+mn-lt"/>
                <a:ea typeface="+mn-ea"/>
                <a:cs typeface="Arial" panose="020B0604020202020204" pitchFamily="34" charset="0"/>
              </a:defRPr>
            </a:lvl1pPr>
          </a:lstStyle>
          <a:p>
            <a:pPr lvl="0"/>
            <a:r>
              <a:rPr lang="zh-CN" altLang="en-US" dirty="0"/>
              <a:t>优化</a:t>
            </a:r>
          </a:p>
        </p:txBody>
      </p:sp>
      <p:sp>
        <p:nvSpPr>
          <p:cNvPr id="27" name="文本占位符 7"/>
          <p:cNvSpPr>
            <a:spLocks noGrp="1"/>
          </p:cNvSpPr>
          <p:nvPr>
            <p:ph type="body" sz="quarter" idx="33" hasCustomPrompt="1"/>
          </p:nvPr>
        </p:nvSpPr>
        <p:spPr>
          <a:xfrm>
            <a:off x="1007042" y="5354082"/>
            <a:ext cx="3119128" cy="468052"/>
          </a:xfrm>
          <a:prstGeom prst="rect">
            <a:avLst/>
          </a:prstGeom>
        </p:spPr>
        <p:txBody>
          <a:bodyPr anchor="ctr"/>
          <a:lstStyle>
            <a:lvl1pPr algn="ctr">
              <a:lnSpc>
                <a:spcPct val="100000"/>
              </a:lnSpc>
              <a:buNone/>
              <a:defRPr sz="1599">
                <a:latin typeface="+mn-lt"/>
                <a:ea typeface="+mn-ea"/>
                <a:cs typeface="Arial" panose="020B0604020202020204" pitchFamily="34" charset="0"/>
              </a:defRPr>
            </a:lvl1pPr>
          </a:lstStyle>
          <a:p>
            <a:pPr lvl="0"/>
            <a:r>
              <a:rPr lang="zh-CN" altLang="en-US" dirty="0"/>
              <a:t>姓名</a:t>
            </a:r>
            <a:r>
              <a:rPr lang="en-US" altLang="zh-CN" dirty="0"/>
              <a:t>/</a:t>
            </a:r>
            <a:r>
              <a:rPr lang="zh-CN" altLang="en-US" dirty="0"/>
              <a:t>工号</a:t>
            </a:r>
          </a:p>
        </p:txBody>
      </p:sp>
      <p:sp>
        <p:nvSpPr>
          <p:cNvPr id="28" name="文本占位符 7"/>
          <p:cNvSpPr>
            <a:spLocks noGrp="1"/>
          </p:cNvSpPr>
          <p:nvPr>
            <p:ph type="body" sz="quarter" idx="34" hasCustomPrompt="1"/>
          </p:nvPr>
        </p:nvSpPr>
        <p:spPr>
          <a:xfrm>
            <a:off x="4126170" y="5354082"/>
            <a:ext cx="1967450" cy="468052"/>
          </a:xfrm>
          <a:prstGeom prst="rect">
            <a:avLst/>
          </a:prstGeom>
        </p:spPr>
        <p:txBody>
          <a:bodyPr anchor="ctr"/>
          <a:lstStyle>
            <a:lvl1pPr algn="ctr">
              <a:lnSpc>
                <a:spcPct val="100000"/>
              </a:lnSpc>
              <a:buNone/>
              <a:defRPr sz="1599">
                <a:latin typeface="+mn-lt"/>
                <a:ea typeface="+mn-ea"/>
                <a:cs typeface="Arial" panose="020B0604020202020204" pitchFamily="34" charset="0"/>
              </a:defRPr>
            </a:lvl1pPr>
          </a:lstStyle>
          <a:p>
            <a:pPr lvl="0"/>
            <a:r>
              <a:rPr lang="en-US" altLang="zh-CN" dirty="0"/>
              <a:t>2015.01.25</a:t>
            </a:r>
            <a:endParaRPr lang="zh-CN" altLang="en-US" dirty="0"/>
          </a:p>
        </p:txBody>
      </p:sp>
      <p:sp>
        <p:nvSpPr>
          <p:cNvPr id="29" name="文本占位符 7"/>
          <p:cNvSpPr>
            <a:spLocks noGrp="1"/>
          </p:cNvSpPr>
          <p:nvPr>
            <p:ph type="body" sz="quarter" idx="35" hasCustomPrompt="1"/>
          </p:nvPr>
        </p:nvSpPr>
        <p:spPr>
          <a:xfrm>
            <a:off x="6093619" y="5354082"/>
            <a:ext cx="3023155" cy="468052"/>
          </a:xfrm>
          <a:prstGeom prst="rect">
            <a:avLst/>
          </a:prstGeom>
        </p:spPr>
        <p:txBody>
          <a:bodyPr anchor="ctr"/>
          <a:lstStyle>
            <a:lvl1pPr algn="ctr">
              <a:lnSpc>
                <a:spcPct val="100000"/>
              </a:lnSpc>
              <a:buNone/>
              <a:defRPr sz="1599">
                <a:latin typeface="+mn-lt"/>
                <a:ea typeface="+mn-ea"/>
                <a:cs typeface="Arial" panose="020B0604020202020204" pitchFamily="34" charset="0"/>
              </a:defRPr>
            </a:lvl1pPr>
          </a:lstStyle>
          <a:p>
            <a:pPr lvl="0"/>
            <a:r>
              <a:rPr lang="zh-CN" altLang="en-US" dirty="0"/>
              <a:t>姓名</a:t>
            </a:r>
            <a:r>
              <a:rPr lang="en-US" altLang="zh-CN" dirty="0"/>
              <a:t>/</a:t>
            </a:r>
            <a:r>
              <a:rPr lang="zh-CN" altLang="en-US" dirty="0"/>
              <a:t>工号</a:t>
            </a:r>
          </a:p>
        </p:txBody>
      </p:sp>
      <p:sp>
        <p:nvSpPr>
          <p:cNvPr id="30" name="文本占位符 7"/>
          <p:cNvSpPr>
            <a:spLocks noGrp="1"/>
          </p:cNvSpPr>
          <p:nvPr>
            <p:ph type="body" sz="quarter" idx="36" hasCustomPrompt="1"/>
          </p:nvPr>
        </p:nvSpPr>
        <p:spPr>
          <a:xfrm>
            <a:off x="9116775" y="5354082"/>
            <a:ext cx="2351342" cy="468052"/>
          </a:xfrm>
          <a:prstGeom prst="rect">
            <a:avLst/>
          </a:prstGeom>
        </p:spPr>
        <p:txBody>
          <a:bodyPr anchor="ctr"/>
          <a:lstStyle>
            <a:lvl1pPr algn="ctr">
              <a:lnSpc>
                <a:spcPct val="100000"/>
              </a:lnSpc>
              <a:buNone/>
              <a:defRPr sz="1599">
                <a:latin typeface="+mn-lt"/>
                <a:ea typeface="+mn-ea"/>
                <a:cs typeface="Arial" panose="020B0604020202020204" pitchFamily="34" charset="0"/>
              </a:defRPr>
            </a:lvl1pPr>
          </a:lstStyle>
          <a:p>
            <a:pPr lvl="0"/>
            <a:r>
              <a:rPr lang="zh-CN" altLang="en-US" dirty="0"/>
              <a:t>优化</a:t>
            </a:r>
          </a:p>
        </p:txBody>
      </p:sp>
    </p:spTree>
    <p:extLst>
      <p:ext uri="{BB962C8B-B14F-4D97-AF65-F5344CB8AC3E}">
        <p14:creationId xmlns:p14="http://schemas.microsoft.com/office/powerpoint/2010/main" val="70872865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总标题">
    <p:spTree>
      <p:nvGrpSpPr>
        <p:cNvPr id="1" name=""/>
        <p:cNvGrpSpPr/>
        <p:nvPr/>
      </p:nvGrpSpPr>
      <p:grpSpPr>
        <a:xfrm>
          <a:off x="0" y="0"/>
          <a:ext cx="0" cy="0"/>
          <a:chOff x="0" y="0"/>
          <a:chExt cx="0" cy="0"/>
        </a:xfrm>
      </p:grpSpPr>
      <p:pic>
        <p:nvPicPr>
          <p:cNvPr id="8" name="Picture 4"/>
          <p:cNvPicPr>
            <a:picLocks noChangeAspect="1" noChangeArrowheads="1"/>
          </p:cNvPicPr>
          <p:nvPr userDrawn="1"/>
        </p:nvPicPr>
        <p:blipFill rotWithShape="1">
          <a:blip r:embed="rId2" cstate="print">
            <a:extLst>
              <a:ext uri="{28A0092B-C50C-407E-A947-70E740481C1C}">
                <a14:useLocalDpi xmlns:a14="http://schemas.microsoft.com/office/drawing/2010/main" val="0"/>
              </a:ext>
            </a:extLst>
          </a:blip>
          <a:srcRect b="3542"/>
          <a:stretch/>
        </p:blipFill>
        <p:spPr bwMode="auto">
          <a:xfrm>
            <a:off x="0" y="42"/>
            <a:ext cx="12187239" cy="6857916"/>
          </a:xfrm>
          <a:prstGeom prst="rect">
            <a:avLst/>
          </a:prstGeom>
          <a:noFill/>
          <a:extLst>
            <a:ext uri="{909E8E84-426E-40DD-AFC4-6F175D3DCCD1}">
              <a14:hiddenFill xmlns:a14="http://schemas.microsoft.com/office/drawing/2010/main">
                <a:solidFill>
                  <a:srgbClr val="FFFFFF"/>
                </a:solidFill>
              </a14:hiddenFill>
            </a:ext>
          </a:extLst>
        </p:spPr>
      </p:pic>
      <p:sp>
        <p:nvSpPr>
          <p:cNvPr id="9" name="Rectangle 41"/>
          <p:cNvSpPr>
            <a:spLocks noGrp="1" noChangeArrowheads="1"/>
          </p:cNvSpPr>
          <p:nvPr>
            <p:ph type="ctrTitle" sz="quarter"/>
          </p:nvPr>
        </p:nvSpPr>
        <p:spPr>
          <a:xfrm>
            <a:off x="1030893" y="4957156"/>
            <a:ext cx="10437489" cy="831600"/>
          </a:xfrm>
          <a:ln algn="ctr"/>
        </p:spPr>
        <p:txBody>
          <a:bodyPr lIns="87802" tIns="43901" rIns="87802" bIns="43901"/>
          <a:lstStyle>
            <a:lvl1pPr algn="l" defTabSz="801367" rtl="0" eaLnBrk="0" fontAlgn="auto" hangingPunct="0">
              <a:spcBef>
                <a:spcPct val="0"/>
              </a:spcBef>
              <a:spcAft>
                <a:spcPct val="0"/>
              </a:spcAft>
              <a:defRPr lang="zh-CN" altLang="en-US" sz="4298" b="1" kern="1200" dirty="0">
                <a:solidFill>
                  <a:srgbClr val="0070C0"/>
                </a:solidFill>
                <a:latin typeface="+mn-lt"/>
                <a:ea typeface="+mn-ea"/>
                <a:cs typeface="Arial" panose="020B0604020202020204" pitchFamily="34" charset="0"/>
              </a:defRPr>
            </a:lvl1pPr>
          </a:lstStyle>
          <a:p>
            <a:r>
              <a:rPr lang="zh-CN" altLang="en-US" dirty="0"/>
              <a:t>单击此处编辑母版标题样式</a:t>
            </a:r>
          </a:p>
        </p:txBody>
      </p:sp>
      <p:sp>
        <p:nvSpPr>
          <p:cNvPr id="10" name="文本占位符 29"/>
          <p:cNvSpPr>
            <a:spLocks noGrp="1"/>
          </p:cNvSpPr>
          <p:nvPr>
            <p:ph type="body" sz="quarter" idx="10"/>
          </p:nvPr>
        </p:nvSpPr>
        <p:spPr>
          <a:xfrm>
            <a:off x="1030892" y="5816120"/>
            <a:ext cx="6909301" cy="493200"/>
          </a:xfrm>
        </p:spPr>
        <p:txBody>
          <a:bodyPr/>
          <a:lstStyle>
            <a:lvl1pPr marL="0" indent="0" algn="l" defTabSz="801367" rtl="0" eaLnBrk="0" fontAlgn="base" hangingPunct="0">
              <a:spcBef>
                <a:spcPct val="0"/>
              </a:spcBef>
              <a:spcAft>
                <a:spcPct val="0"/>
              </a:spcAft>
              <a:buNone/>
              <a:defRPr lang="zh-CN" altLang="en-US" sz="1999" kern="1200" dirty="0" smtClean="0">
                <a:solidFill>
                  <a:srgbClr val="0070C0"/>
                </a:solidFill>
                <a:latin typeface="+mn-lt"/>
                <a:ea typeface="+mn-ea"/>
                <a:cs typeface="Arial" panose="020B0604020202020204" pitchFamily="34" charset="0"/>
              </a:defRPr>
            </a:lvl1pPr>
          </a:lstStyle>
          <a:p>
            <a:pPr lvl="0"/>
            <a:r>
              <a:rPr lang="zh-CN" altLang="en-US" dirty="0"/>
              <a:t>单击此处编辑母版文本样式</a:t>
            </a:r>
          </a:p>
        </p:txBody>
      </p:sp>
      <p:sp>
        <p:nvSpPr>
          <p:cNvPr id="11" name="Rectangle 54">
            <a:extLst>
              <a:ext uri="{FF2B5EF4-FFF2-40B4-BE49-F238E27FC236}">
                <a16:creationId xmlns:a16="http://schemas.microsoft.com/office/drawing/2014/main" xmlns="" id="{2078FA11-5569-4994-AEB7-1AF5CAC763B0}"/>
              </a:ext>
            </a:extLst>
          </p:cNvPr>
          <p:cNvSpPr>
            <a:spLocks noChangeArrowheads="1"/>
          </p:cNvSpPr>
          <p:nvPr userDrawn="1"/>
        </p:nvSpPr>
        <p:spPr bwMode="auto">
          <a:xfrm>
            <a:off x="947058" y="6500581"/>
            <a:ext cx="2572620" cy="265520"/>
          </a:xfrm>
          <a:prstGeom prst="rect">
            <a:avLst/>
          </a:prstGeom>
          <a:noFill/>
          <a:ln w="9525" algn="ctr">
            <a:noFill/>
            <a:miter lim="800000"/>
            <a:headEnd/>
            <a:tailEnd/>
          </a:ln>
          <a:effectLst/>
        </p:spPr>
        <p:txBody>
          <a:bodyPr wrap="none" lIns="80070" tIns="40036" rIns="80070" bIns="40036">
            <a:spAutoFit/>
          </a:bodyPr>
          <a:lstStyle/>
          <a:p>
            <a:pPr defTabSz="801347" eaLnBrk="0" fontAlgn="base" hangingPunct="0">
              <a:defRPr/>
            </a:pPr>
            <a:r>
              <a:rPr lang="zh-CN" altLang="en-US" sz="1200" baseline="0" dirty="0">
                <a:latin typeface="+mn-lt"/>
                <a:ea typeface="+mn-ea"/>
                <a:cs typeface="Arial" pitchFamily="34" charset="0"/>
              </a:rPr>
              <a:t>版权所有</a:t>
            </a:r>
            <a:r>
              <a:rPr lang="en-US" altLang="zh-CN" sz="1200" baseline="0">
                <a:latin typeface="+mn-lt"/>
                <a:ea typeface="+mn-ea"/>
                <a:cs typeface="Arial" pitchFamily="34" charset="0"/>
              </a:rPr>
              <a:t>© </a:t>
            </a:r>
            <a:r>
              <a:rPr lang="en-US" altLang="zh-CN" sz="1200" baseline="0" smtClean="0">
                <a:latin typeface="+mn-lt"/>
                <a:ea typeface="+mn-ea"/>
                <a:cs typeface="Arial" pitchFamily="34" charset="0"/>
              </a:rPr>
              <a:t>2020 </a:t>
            </a:r>
            <a:r>
              <a:rPr lang="zh-CN" altLang="en-US" sz="1200" baseline="0" dirty="0">
                <a:latin typeface="+mn-lt"/>
                <a:ea typeface="+mn-ea"/>
                <a:cs typeface="Arial" pitchFamily="34" charset="0"/>
              </a:rPr>
              <a:t>华为技术有限公司</a:t>
            </a:r>
          </a:p>
        </p:txBody>
      </p:sp>
      <p:pic>
        <p:nvPicPr>
          <p:cNvPr id="12" name="图片 11"/>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9888026" y="251069"/>
            <a:ext cx="1964832" cy="430102"/>
          </a:xfrm>
          <a:prstGeom prst="rect">
            <a:avLst/>
          </a:prstGeom>
        </p:spPr>
      </p:pic>
    </p:spTree>
    <p:extLst>
      <p:ext uri="{BB962C8B-B14F-4D97-AF65-F5344CB8AC3E}">
        <p14:creationId xmlns:p14="http://schemas.microsoft.com/office/powerpoint/2010/main" val="4266281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3#前言">
    <p:spTree>
      <p:nvGrpSpPr>
        <p:cNvPr id="1" name=""/>
        <p:cNvGrpSpPr/>
        <p:nvPr/>
      </p:nvGrpSpPr>
      <p:grpSpPr>
        <a:xfrm>
          <a:off x="0" y="0"/>
          <a:ext cx="0" cy="0"/>
          <a:chOff x="0" y="0"/>
          <a:chExt cx="0" cy="0"/>
        </a:xfrm>
      </p:grpSpPr>
      <p:sp>
        <p:nvSpPr>
          <p:cNvPr id="15" name="文本占位符 6"/>
          <p:cNvSpPr>
            <a:spLocks noGrp="1"/>
          </p:cNvSpPr>
          <p:nvPr>
            <p:ph type="body" sz="quarter" idx="10" hasCustomPrompt="1"/>
          </p:nvPr>
        </p:nvSpPr>
        <p:spPr>
          <a:xfrm>
            <a:off x="469565" y="1233488"/>
            <a:ext cx="11274935" cy="4679788"/>
          </a:xfrm>
        </p:spPr>
        <p:txBody>
          <a:bodyPr/>
          <a:lstStyle>
            <a:lvl1pPr algn="just" fontAlgn="auto">
              <a:buClrTx/>
              <a:defRPr>
                <a:latin typeface="+mn-lt"/>
                <a:ea typeface="+mn-ea"/>
                <a:cs typeface="Arial" panose="020B0604020202020204" pitchFamily="34" charset="0"/>
              </a:defRPr>
            </a:lvl1pPr>
            <a:lvl2pPr marL="654938" indent="-251899" fontAlgn="auto">
              <a:buClrTx/>
              <a:buSzPct val="100000"/>
              <a:buFont typeface="Huawei Sans" panose="020C0503030203020204" pitchFamily="34" charset="0"/>
              <a:buChar char="▫"/>
              <a:defRPr>
                <a:solidFill>
                  <a:schemeClr val="tx1"/>
                </a:solidFill>
                <a:latin typeface="+mn-lt"/>
              </a:defRPr>
            </a:lvl2pPr>
            <a:lvl3pPr fontAlgn="auto">
              <a:defRPr lang="zh-CN" altLang="en-US" dirty="0" smtClean="0">
                <a:solidFill>
                  <a:schemeClr val="tx1"/>
                </a:solidFill>
                <a:latin typeface="+mn-lt"/>
                <a:ea typeface="+mn-ea"/>
              </a:defRPr>
            </a:lvl3pPr>
            <a:lvl4pPr fontAlgn="auto">
              <a:defRPr>
                <a:latin typeface="+mn-lt"/>
              </a:defRPr>
            </a:lvl4pPr>
            <a:lvl5pPr marL="1802879" indent="-201519" fontAlgn="auto">
              <a:buClrTx/>
              <a:buFont typeface="Huawei Sans" panose="020C0503030203020204" pitchFamily="34" charset="0"/>
              <a:buChar char="~"/>
              <a:defRPr>
                <a:latin typeface="+mn-lt"/>
              </a:defRPr>
            </a:lvl5pPr>
          </a:lstStyle>
          <a:p>
            <a:pPr eaLnBrk="1" hangingPunct="1"/>
            <a:r>
              <a:rPr lang="zh-CN" altLang="en-US" dirty="0"/>
              <a:t>本章主要讲述</a:t>
            </a:r>
            <a:r>
              <a:rPr lang="en-US" altLang="zh-CN" dirty="0"/>
              <a:t>...</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a:p>
            <a:pPr eaLnBrk="1" hangingPunct="1"/>
            <a:endParaRPr lang="en-US" altLang="zh-CN" dirty="0"/>
          </a:p>
        </p:txBody>
      </p:sp>
      <p:sp>
        <p:nvSpPr>
          <p:cNvPr id="16" name="TextBox 10">
            <a:extLst>
              <a:ext uri="{FF2B5EF4-FFF2-40B4-BE49-F238E27FC236}">
                <a16:creationId xmlns:a16="http://schemas.microsoft.com/office/drawing/2014/main" xmlns="" id="{18ED692C-39CB-4AC0-81F6-D21CDD086EE4}"/>
              </a:ext>
            </a:extLst>
          </p:cNvPr>
          <p:cNvSpPr txBox="1"/>
          <p:nvPr userDrawn="1"/>
        </p:nvSpPr>
        <p:spPr bwMode="auto">
          <a:xfrm>
            <a:off x="1594877" y="408780"/>
            <a:ext cx="1664752" cy="639559"/>
          </a:xfrm>
          <a:prstGeom prst="rect">
            <a:avLst/>
          </a:prstGeom>
          <a:noFill/>
          <a:ln w="9525">
            <a:noFill/>
            <a:miter lim="800000"/>
            <a:headEnd/>
            <a:tailEnd/>
          </a:ln>
        </p:spPr>
        <p:txBody>
          <a:bodyPr wrap="square" lIns="99941" tIns="49967" rIns="99941" bIns="49967" rtlCol="0">
            <a:spAutoFit/>
          </a:bodyPr>
          <a:lstStyle/>
          <a:p>
            <a:pPr algn="l" defTabSz="1001223" eaLnBrk="0" fontAlgn="auto" hangingPunct="0"/>
            <a:r>
              <a:rPr lang="zh-CN" altLang="en-US" sz="3499" b="1" dirty="0">
                <a:solidFill>
                  <a:schemeClr val="tx1"/>
                </a:solidFill>
                <a:latin typeface="+mn-lt"/>
                <a:ea typeface="+mn-ea"/>
                <a:cs typeface="Arial" pitchFamily="34" charset="0"/>
              </a:rPr>
              <a:t>前言</a:t>
            </a:r>
          </a:p>
        </p:txBody>
      </p:sp>
      <p:sp>
        <p:nvSpPr>
          <p:cNvPr id="17" name="Freeform 9"/>
          <p:cNvSpPr>
            <a:spLocks/>
          </p:cNvSpPr>
          <p:nvPr userDrawn="1"/>
        </p:nvSpPr>
        <p:spPr bwMode="auto">
          <a:xfrm>
            <a:off x="3112" y="296368"/>
            <a:ext cx="1375826" cy="864380"/>
          </a:xfrm>
          <a:custGeom>
            <a:avLst/>
            <a:gdLst>
              <a:gd name="T0" fmla="*/ 756 w 867"/>
              <a:gd name="T1" fmla="*/ 493 h 493"/>
              <a:gd name="T2" fmla="*/ 0 w 867"/>
              <a:gd name="T3" fmla="*/ 493 h 493"/>
              <a:gd name="T4" fmla="*/ 0 w 867"/>
              <a:gd name="T5" fmla="*/ 0 h 493"/>
              <a:gd name="T6" fmla="*/ 756 w 867"/>
              <a:gd name="T7" fmla="*/ 0 h 493"/>
              <a:gd name="T8" fmla="*/ 867 w 867"/>
              <a:gd name="T9" fmla="*/ 248 h 493"/>
              <a:gd name="T10" fmla="*/ 756 w 867"/>
              <a:gd name="T11" fmla="*/ 493 h 493"/>
            </a:gdLst>
            <a:ahLst/>
            <a:cxnLst>
              <a:cxn ang="0">
                <a:pos x="T0" y="T1"/>
              </a:cxn>
              <a:cxn ang="0">
                <a:pos x="T2" y="T3"/>
              </a:cxn>
              <a:cxn ang="0">
                <a:pos x="T4" y="T5"/>
              </a:cxn>
              <a:cxn ang="0">
                <a:pos x="T6" y="T7"/>
              </a:cxn>
              <a:cxn ang="0">
                <a:pos x="T8" y="T9"/>
              </a:cxn>
              <a:cxn ang="0">
                <a:pos x="T10" y="T11"/>
              </a:cxn>
            </a:cxnLst>
            <a:rect l="0" t="0" r="r" b="b"/>
            <a:pathLst>
              <a:path w="867" h="493">
                <a:moveTo>
                  <a:pt x="756" y="493"/>
                </a:moveTo>
                <a:lnTo>
                  <a:pt x="0" y="493"/>
                </a:lnTo>
                <a:lnTo>
                  <a:pt x="0" y="0"/>
                </a:lnTo>
                <a:lnTo>
                  <a:pt x="756" y="0"/>
                </a:lnTo>
                <a:lnTo>
                  <a:pt x="867" y="248"/>
                </a:lnTo>
                <a:lnTo>
                  <a:pt x="756" y="493"/>
                </a:lnTo>
                <a:close/>
              </a:path>
            </a:pathLst>
          </a:custGeom>
          <a:solidFill>
            <a:srgbClr val="00B0F0"/>
          </a:solidFill>
          <a:ln w="9525" cap="flat" cmpd="sng" algn="ctr">
            <a:noFill/>
            <a:prstDash val="solid"/>
            <a:round/>
            <a:headEnd type="none" w="med" len="med"/>
            <a:tailEnd type="none" w="med" len="med"/>
          </a:ln>
          <a:effectLst/>
        </p:spPr>
        <p:txBody>
          <a:bodyPr rot="0" spcFirstLastPara="0" vertOverflow="overflow" horzOverflow="overflow" vert="horz" wrap="square" lIns="91404" tIns="45702" rIns="91404" bIns="45702" numCol="1" spcCol="0" rtlCol="0" fromWordArt="0" anchor="t" anchorCtr="0" forceAA="0" compatLnSpc="1">
            <a:prstTxWarp prst="textNoShape">
              <a:avLst/>
            </a:prstTxWarp>
            <a:noAutofit/>
          </a:bodyPr>
          <a:lstStyle/>
          <a:p>
            <a:endParaRPr lang="zh-CN" altLang="en-US" sz="1799">
              <a:latin typeface="+mn-lt"/>
              <a:ea typeface="+mn-ea"/>
            </a:endParaRPr>
          </a:p>
        </p:txBody>
      </p:sp>
      <p:sp>
        <p:nvSpPr>
          <p:cNvPr id="18" name="Freeform 11"/>
          <p:cNvSpPr>
            <a:spLocks/>
          </p:cNvSpPr>
          <p:nvPr userDrawn="1"/>
        </p:nvSpPr>
        <p:spPr bwMode="auto">
          <a:xfrm>
            <a:off x="1245702" y="296368"/>
            <a:ext cx="233272" cy="864380"/>
          </a:xfrm>
          <a:custGeom>
            <a:avLst/>
            <a:gdLst>
              <a:gd name="T0" fmla="*/ 33 w 147"/>
              <a:gd name="T1" fmla="*/ 0 h 493"/>
              <a:gd name="T2" fmla="*/ 0 w 147"/>
              <a:gd name="T3" fmla="*/ 0 h 493"/>
              <a:gd name="T4" fmla="*/ 114 w 147"/>
              <a:gd name="T5" fmla="*/ 248 h 493"/>
              <a:gd name="T6" fmla="*/ 0 w 147"/>
              <a:gd name="T7" fmla="*/ 493 h 493"/>
              <a:gd name="T8" fmla="*/ 33 w 147"/>
              <a:gd name="T9" fmla="*/ 493 h 493"/>
              <a:gd name="T10" fmla="*/ 147 w 147"/>
              <a:gd name="T11" fmla="*/ 248 h 493"/>
              <a:gd name="T12" fmla="*/ 33 w 147"/>
              <a:gd name="T13" fmla="*/ 0 h 493"/>
            </a:gdLst>
            <a:ahLst/>
            <a:cxnLst>
              <a:cxn ang="0">
                <a:pos x="T0" y="T1"/>
              </a:cxn>
              <a:cxn ang="0">
                <a:pos x="T2" y="T3"/>
              </a:cxn>
              <a:cxn ang="0">
                <a:pos x="T4" y="T5"/>
              </a:cxn>
              <a:cxn ang="0">
                <a:pos x="T6" y="T7"/>
              </a:cxn>
              <a:cxn ang="0">
                <a:pos x="T8" y="T9"/>
              </a:cxn>
              <a:cxn ang="0">
                <a:pos x="T10" y="T11"/>
              </a:cxn>
              <a:cxn ang="0">
                <a:pos x="T12" y="T13"/>
              </a:cxn>
            </a:cxnLst>
            <a:rect l="0" t="0" r="r" b="b"/>
            <a:pathLst>
              <a:path w="147" h="493">
                <a:moveTo>
                  <a:pt x="33" y="0"/>
                </a:moveTo>
                <a:lnTo>
                  <a:pt x="0" y="0"/>
                </a:lnTo>
                <a:lnTo>
                  <a:pt x="114" y="248"/>
                </a:lnTo>
                <a:lnTo>
                  <a:pt x="0" y="493"/>
                </a:lnTo>
                <a:lnTo>
                  <a:pt x="33" y="493"/>
                </a:lnTo>
                <a:lnTo>
                  <a:pt x="147" y="248"/>
                </a:lnTo>
                <a:lnTo>
                  <a:pt x="33" y="0"/>
                </a:lnTo>
                <a:close/>
              </a:path>
            </a:pathLst>
          </a:custGeom>
          <a:solidFill>
            <a:srgbClr val="0B9CE5"/>
          </a:solidFill>
          <a:ln w="9525" cap="flat" cmpd="sng" algn="ctr">
            <a:noFill/>
            <a:prstDash val="solid"/>
            <a:round/>
            <a:headEnd type="none" w="med" len="med"/>
            <a:tailEnd type="none" w="med" len="med"/>
          </a:ln>
          <a:effectLst/>
        </p:spPr>
        <p:txBody>
          <a:bodyPr rot="0" spcFirstLastPara="0" vertOverflow="overflow" horzOverflow="overflow" vert="horz" wrap="square" lIns="91404" tIns="45702" rIns="91404" bIns="45702" numCol="1" spcCol="0" rtlCol="0" fromWordArt="0" anchor="t" anchorCtr="0" forceAA="0" compatLnSpc="1">
            <a:prstTxWarp prst="textNoShape">
              <a:avLst/>
            </a:prstTxWarp>
            <a:noAutofit/>
          </a:bodyPr>
          <a:lstStyle/>
          <a:p>
            <a:endParaRPr lang="zh-CN" altLang="en-US" sz="1799">
              <a:latin typeface="+mn-lt"/>
              <a:ea typeface="+mn-ea"/>
            </a:endParaRPr>
          </a:p>
        </p:txBody>
      </p:sp>
      <p:grpSp>
        <p:nvGrpSpPr>
          <p:cNvPr id="19" name="组合 18"/>
          <p:cNvGrpSpPr/>
          <p:nvPr userDrawn="1"/>
        </p:nvGrpSpPr>
        <p:grpSpPr>
          <a:xfrm>
            <a:off x="335229" y="498828"/>
            <a:ext cx="627913" cy="459460"/>
            <a:chOff x="3275013" y="1363663"/>
            <a:chExt cx="5645150" cy="4129087"/>
          </a:xfrm>
          <a:solidFill>
            <a:schemeClr val="bg1"/>
          </a:solidFill>
        </p:grpSpPr>
        <p:sp>
          <p:nvSpPr>
            <p:cNvPr id="20" name="Freeform 6"/>
            <p:cNvSpPr>
              <a:spLocks noEditPoints="1"/>
            </p:cNvSpPr>
            <p:nvPr/>
          </p:nvSpPr>
          <p:spPr bwMode="auto">
            <a:xfrm>
              <a:off x="3275013" y="1363663"/>
              <a:ext cx="5645150" cy="4129087"/>
            </a:xfrm>
            <a:custGeom>
              <a:avLst/>
              <a:gdLst>
                <a:gd name="T0" fmla="*/ 1410 w 1505"/>
                <a:gd name="T1" fmla="*/ 250 h 1101"/>
                <a:gd name="T2" fmla="*/ 780 w 1505"/>
                <a:gd name="T3" fmla="*/ 250 h 1101"/>
                <a:gd name="T4" fmla="*/ 780 w 1505"/>
                <a:gd name="T5" fmla="*/ 81 h 1101"/>
                <a:gd name="T6" fmla="*/ 699 w 1505"/>
                <a:gd name="T7" fmla="*/ 0 h 1101"/>
                <a:gd name="T8" fmla="*/ 81 w 1505"/>
                <a:gd name="T9" fmla="*/ 0 h 1101"/>
                <a:gd name="T10" fmla="*/ 0 w 1505"/>
                <a:gd name="T11" fmla="*/ 81 h 1101"/>
                <a:gd name="T12" fmla="*/ 0 w 1505"/>
                <a:gd name="T13" fmla="*/ 464 h 1101"/>
                <a:gd name="T14" fmla="*/ 81 w 1505"/>
                <a:gd name="T15" fmla="*/ 545 h 1101"/>
                <a:gd name="T16" fmla="*/ 124 w 1505"/>
                <a:gd name="T17" fmla="*/ 545 h 1101"/>
                <a:gd name="T18" fmla="*/ 124 w 1505"/>
                <a:gd name="T19" fmla="*/ 668 h 1101"/>
                <a:gd name="T20" fmla="*/ 137 w 1505"/>
                <a:gd name="T21" fmla="*/ 688 h 1101"/>
                <a:gd name="T22" fmla="*/ 147 w 1505"/>
                <a:gd name="T23" fmla="*/ 690 h 1101"/>
                <a:gd name="T24" fmla="*/ 161 w 1505"/>
                <a:gd name="T25" fmla="*/ 685 h 1101"/>
                <a:gd name="T26" fmla="*/ 316 w 1505"/>
                <a:gd name="T27" fmla="*/ 554 h 1101"/>
                <a:gd name="T28" fmla="*/ 341 w 1505"/>
                <a:gd name="T29" fmla="*/ 545 h 1101"/>
                <a:gd name="T30" fmla="*/ 542 w 1505"/>
                <a:gd name="T31" fmla="*/ 545 h 1101"/>
                <a:gd name="T32" fmla="*/ 542 w 1505"/>
                <a:gd name="T33" fmla="*/ 824 h 1101"/>
                <a:gd name="T34" fmla="*/ 637 w 1505"/>
                <a:gd name="T35" fmla="*/ 919 h 1101"/>
                <a:gd name="T36" fmla="*/ 1084 w 1505"/>
                <a:gd name="T37" fmla="*/ 919 h 1101"/>
                <a:gd name="T38" fmla="*/ 1120 w 1505"/>
                <a:gd name="T39" fmla="*/ 932 h 1101"/>
                <a:gd name="T40" fmla="*/ 1313 w 1505"/>
                <a:gd name="T41" fmla="*/ 1096 h 1101"/>
                <a:gd name="T42" fmla="*/ 1328 w 1505"/>
                <a:gd name="T43" fmla="*/ 1101 h 1101"/>
                <a:gd name="T44" fmla="*/ 1337 w 1505"/>
                <a:gd name="T45" fmla="*/ 1099 h 1101"/>
                <a:gd name="T46" fmla="*/ 1350 w 1505"/>
                <a:gd name="T47" fmla="*/ 1078 h 1101"/>
                <a:gd name="T48" fmla="*/ 1350 w 1505"/>
                <a:gd name="T49" fmla="*/ 919 h 1101"/>
                <a:gd name="T50" fmla="*/ 1410 w 1505"/>
                <a:gd name="T51" fmla="*/ 919 h 1101"/>
                <a:gd name="T52" fmla="*/ 1505 w 1505"/>
                <a:gd name="T53" fmla="*/ 824 h 1101"/>
                <a:gd name="T54" fmla="*/ 1505 w 1505"/>
                <a:gd name="T55" fmla="*/ 345 h 1101"/>
                <a:gd name="T56" fmla="*/ 1410 w 1505"/>
                <a:gd name="T57" fmla="*/ 250 h 1101"/>
                <a:gd name="T58" fmla="*/ 341 w 1505"/>
                <a:gd name="T59" fmla="*/ 500 h 1101"/>
                <a:gd name="T60" fmla="*/ 287 w 1505"/>
                <a:gd name="T61" fmla="*/ 520 h 1101"/>
                <a:gd name="T62" fmla="*/ 169 w 1505"/>
                <a:gd name="T63" fmla="*/ 619 h 1101"/>
                <a:gd name="T64" fmla="*/ 169 w 1505"/>
                <a:gd name="T65" fmla="*/ 535 h 1101"/>
                <a:gd name="T66" fmla="*/ 133 w 1505"/>
                <a:gd name="T67" fmla="*/ 500 h 1101"/>
                <a:gd name="T68" fmla="*/ 81 w 1505"/>
                <a:gd name="T69" fmla="*/ 500 h 1101"/>
                <a:gd name="T70" fmla="*/ 45 w 1505"/>
                <a:gd name="T71" fmla="*/ 464 h 1101"/>
                <a:gd name="T72" fmla="*/ 45 w 1505"/>
                <a:gd name="T73" fmla="*/ 81 h 1101"/>
                <a:gd name="T74" fmla="*/ 81 w 1505"/>
                <a:gd name="T75" fmla="*/ 45 h 1101"/>
                <a:gd name="T76" fmla="*/ 699 w 1505"/>
                <a:gd name="T77" fmla="*/ 45 h 1101"/>
                <a:gd name="T78" fmla="*/ 735 w 1505"/>
                <a:gd name="T79" fmla="*/ 81 h 1101"/>
                <a:gd name="T80" fmla="*/ 735 w 1505"/>
                <a:gd name="T81" fmla="*/ 250 h 1101"/>
                <a:gd name="T82" fmla="*/ 637 w 1505"/>
                <a:gd name="T83" fmla="*/ 250 h 1101"/>
                <a:gd name="T84" fmla="*/ 542 w 1505"/>
                <a:gd name="T85" fmla="*/ 345 h 1101"/>
                <a:gd name="T86" fmla="*/ 542 w 1505"/>
                <a:gd name="T87" fmla="*/ 500 h 1101"/>
                <a:gd name="T88" fmla="*/ 341 w 1505"/>
                <a:gd name="T89" fmla="*/ 500 h 1101"/>
                <a:gd name="T90" fmla="*/ 1460 w 1505"/>
                <a:gd name="T91" fmla="*/ 824 h 1101"/>
                <a:gd name="T92" fmla="*/ 1410 w 1505"/>
                <a:gd name="T93" fmla="*/ 874 h 1101"/>
                <a:gd name="T94" fmla="*/ 1344 w 1505"/>
                <a:gd name="T95" fmla="*/ 874 h 1101"/>
                <a:gd name="T96" fmla="*/ 1305 w 1505"/>
                <a:gd name="T97" fmla="*/ 913 h 1101"/>
                <a:gd name="T98" fmla="*/ 1305 w 1505"/>
                <a:gd name="T99" fmla="*/ 1030 h 1101"/>
                <a:gd name="T100" fmla="*/ 1149 w 1505"/>
                <a:gd name="T101" fmla="*/ 898 h 1101"/>
                <a:gd name="T102" fmla="*/ 1084 w 1505"/>
                <a:gd name="T103" fmla="*/ 874 h 1101"/>
                <a:gd name="T104" fmla="*/ 637 w 1505"/>
                <a:gd name="T105" fmla="*/ 874 h 1101"/>
                <a:gd name="T106" fmla="*/ 587 w 1505"/>
                <a:gd name="T107" fmla="*/ 824 h 1101"/>
                <a:gd name="T108" fmla="*/ 587 w 1505"/>
                <a:gd name="T109" fmla="*/ 345 h 1101"/>
                <a:gd name="T110" fmla="*/ 637 w 1505"/>
                <a:gd name="T111" fmla="*/ 295 h 1101"/>
                <a:gd name="T112" fmla="*/ 1410 w 1505"/>
                <a:gd name="T113" fmla="*/ 295 h 1101"/>
                <a:gd name="T114" fmla="*/ 1460 w 1505"/>
                <a:gd name="T115" fmla="*/ 345 h 1101"/>
                <a:gd name="T116" fmla="*/ 1460 w 1505"/>
                <a:gd name="T117" fmla="*/ 824 h 1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1505" h="1101">
                  <a:moveTo>
                    <a:pt x="1410" y="250"/>
                  </a:moveTo>
                  <a:cubicBezTo>
                    <a:pt x="780" y="250"/>
                    <a:pt x="780" y="250"/>
                    <a:pt x="780" y="250"/>
                  </a:cubicBezTo>
                  <a:cubicBezTo>
                    <a:pt x="780" y="81"/>
                    <a:pt x="780" y="81"/>
                    <a:pt x="780" y="81"/>
                  </a:cubicBezTo>
                  <a:cubicBezTo>
                    <a:pt x="780" y="37"/>
                    <a:pt x="743" y="0"/>
                    <a:pt x="699" y="0"/>
                  </a:cubicBezTo>
                  <a:cubicBezTo>
                    <a:pt x="81" y="0"/>
                    <a:pt x="81" y="0"/>
                    <a:pt x="81" y="0"/>
                  </a:cubicBezTo>
                  <a:cubicBezTo>
                    <a:pt x="36" y="0"/>
                    <a:pt x="0" y="37"/>
                    <a:pt x="0" y="81"/>
                  </a:cubicBezTo>
                  <a:cubicBezTo>
                    <a:pt x="0" y="464"/>
                    <a:pt x="0" y="464"/>
                    <a:pt x="0" y="464"/>
                  </a:cubicBezTo>
                  <a:cubicBezTo>
                    <a:pt x="0" y="509"/>
                    <a:pt x="36" y="545"/>
                    <a:pt x="81" y="545"/>
                  </a:cubicBezTo>
                  <a:cubicBezTo>
                    <a:pt x="124" y="545"/>
                    <a:pt x="124" y="545"/>
                    <a:pt x="124" y="545"/>
                  </a:cubicBezTo>
                  <a:cubicBezTo>
                    <a:pt x="124" y="668"/>
                    <a:pt x="124" y="668"/>
                    <a:pt x="124" y="668"/>
                  </a:cubicBezTo>
                  <a:cubicBezTo>
                    <a:pt x="124" y="676"/>
                    <a:pt x="129" y="684"/>
                    <a:pt x="137" y="688"/>
                  </a:cubicBezTo>
                  <a:cubicBezTo>
                    <a:pt x="140" y="689"/>
                    <a:pt x="143" y="690"/>
                    <a:pt x="147" y="690"/>
                  </a:cubicBezTo>
                  <a:cubicBezTo>
                    <a:pt x="152" y="690"/>
                    <a:pt x="157" y="688"/>
                    <a:pt x="161" y="685"/>
                  </a:cubicBezTo>
                  <a:cubicBezTo>
                    <a:pt x="316" y="554"/>
                    <a:pt x="316" y="554"/>
                    <a:pt x="316" y="554"/>
                  </a:cubicBezTo>
                  <a:cubicBezTo>
                    <a:pt x="323" y="548"/>
                    <a:pt x="332" y="545"/>
                    <a:pt x="341" y="545"/>
                  </a:cubicBezTo>
                  <a:cubicBezTo>
                    <a:pt x="542" y="545"/>
                    <a:pt x="542" y="545"/>
                    <a:pt x="542" y="545"/>
                  </a:cubicBezTo>
                  <a:cubicBezTo>
                    <a:pt x="542" y="824"/>
                    <a:pt x="542" y="824"/>
                    <a:pt x="542" y="824"/>
                  </a:cubicBezTo>
                  <a:cubicBezTo>
                    <a:pt x="542" y="877"/>
                    <a:pt x="585" y="919"/>
                    <a:pt x="637" y="919"/>
                  </a:cubicBezTo>
                  <a:cubicBezTo>
                    <a:pt x="1084" y="919"/>
                    <a:pt x="1084" y="919"/>
                    <a:pt x="1084" y="919"/>
                  </a:cubicBezTo>
                  <a:cubicBezTo>
                    <a:pt x="1097" y="919"/>
                    <a:pt x="1110" y="924"/>
                    <a:pt x="1120" y="932"/>
                  </a:cubicBezTo>
                  <a:cubicBezTo>
                    <a:pt x="1313" y="1096"/>
                    <a:pt x="1313" y="1096"/>
                    <a:pt x="1313" y="1096"/>
                  </a:cubicBezTo>
                  <a:cubicBezTo>
                    <a:pt x="1317" y="1099"/>
                    <a:pt x="1322" y="1101"/>
                    <a:pt x="1328" y="1101"/>
                  </a:cubicBezTo>
                  <a:cubicBezTo>
                    <a:pt x="1331" y="1101"/>
                    <a:pt x="1334" y="1100"/>
                    <a:pt x="1337" y="1099"/>
                  </a:cubicBezTo>
                  <a:cubicBezTo>
                    <a:pt x="1345" y="1095"/>
                    <a:pt x="1350" y="1087"/>
                    <a:pt x="1350" y="1078"/>
                  </a:cubicBezTo>
                  <a:cubicBezTo>
                    <a:pt x="1350" y="919"/>
                    <a:pt x="1350" y="919"/>
                    <a:pt x="1350" y="919"/>
                  </a:cubicBezTo>
                  <a:cubicBezTo>
                    <a:pt x="1410" y="919"/>
                    <a:pt x="1410" y="919"/>
                    <a:pt x="1410" y="919"/>
                  </a:cubicBezTo>
                  <a:cubicBezTo>
                    <a:pt x="1463" y="919"/>
                    <a:pt x="1505" y="877"/>
                    <a:pt x="1505" y="824"/>
                  </a:cubicBezTo>
                  <a:cubicBezTo>
                    <a:pt x="1505" y="345"/>
                    <a:pt x="1505" y="345"/>
                    <a:pt x="1505" y="345"/>
                  </a:cubicBezTo>
                  <a:cubicBezTo>
                    <a:pt x="1505" y="293"/>
                    <a:pt x="1463" y="250"/>
                    <a:pt x="1410" y="250"/>
                  </a:cubicBezTo>
                  <a:close/>
                  <a:moveTo>
                    <a:pt x="341" y="500"/>
                  </a:moveTo>
                  <a:cubicBezTo>
                    <a:pt x="322" y="500"/>
                    <a:pt x="302" y="507"/>
                    <a:pt x="287" y="520"/>
                  </a:cubicBezTo>
                  <a:cubicBezTo>
                    <a:pt x="169" y="619"/>
                    <a:pt x="169" y="619"/>
                    <a:pt x="169" y="619"/>
                  </a:cubicBezTo>
                  <a:cubicBezTo>
                    <a:pt x="169" y="535"/>
                    <a:pt x="169" y="535"/>
                    <a:pt x="169" y="535"/>
                  </a:cubicBezTo>
                  <a:cubicBezTo>
                    <a:pt x="169" y="516"/>
                    <a:pt x="153" y="500"/>
                    <a:pt x="133" y="500"/>
                  </a:cubicBezTo>
                  <a:cubicBezTo>
                    <a:pt x="81" y="500"/>
                    <a:pt x="81" y="500"/>
                    <a:pt x="81" y="500"/>
                  </a:cubicBezTo>
                  <a:cubicBezTo>
                    <a:pt x="61" y="500"/>
                    <a:pt x="45" y="484"/>
                    <a:pt x="45" y="464"/>
                  </a:cubicBezTo>
                  <a:cubicBezTo>
                    <a:pt x="45" y="81"/>
                    <a:pt x="45" y="81"/>
                    <a:pt x="45" y="81"/>
                  </a:cubicBezTo>
                  <a:cubicBezTo>
                    <a:pt x="45" y="61"/>
                    <a:pt x="61" y="45"/>
                    <a:pt x="81" y="45"/>
                  </a:cubicBezTo>
                  <a:cubicBezTo>
                    <a:pt x="699" y="45"/>
                    <a:pt x="699" y="45"/>
                    <a:pt x="699" y="45"/>
                  </a:cubicBezTo>
                  <a:cubicBezTo>
                    <a:pt x="719" y="45"/>
                    <a:pt x="735" y="61"/>
                    <a:pt x="735" y="81"/>
                  </a:cubicBezTo>
                  <a:cubicBezTo>
                    <a:pt x="735" y="250"/>
                    <a:pt x="735" y="250"/>
                    <a:pt x="735" y="250"/>
                  </a:cubicBezTo>
                  <a:cubicBezTo>
                    <a:pt x="637" y="250"/>
                    <a:pt x="637" y="250"/>
                    <a:pt x="637" y="250"/>
                  </a:cubicBezTo>
                  <a:cubicBezTo>
                    <a:pt x="585" y="250"/>
                    <a:pt x="542" y="293"/>
                    <a:pt x="542" y="345"/>
                  </a:cubicBezTo>
                  <a:cubicBezTo>
                    <a:pt x="542" y="500"/>
                    <a:pt x="542" y="500"/>
                    <a:pt x="542" y="500"/>
                  </a:cubicBezTo>
                  <a:lnTo>
                    <a:pt x="341" y="500"/>
                  </a:lnTo>
                  <a:close/>
                  <a:moveTo>
                    <a:pt x="1460" y="824"/>
                  </a:moveTo>
                  <a:cubicBezTo>
                    <a:pt x="1460" y="852"/>
                    <a:pt x="1438" y="874"/>
                    <a:pt x="1410" y="874"/>
                  </a:cubicBezTo>
                  <a:cubicBezTo>
                    <a:pt x="1344" y="874"/>
                    <a:pt x="1344" y="874"/>
                    <a:pt x="1344" y="874"/>
                  </a:cubicBezTo>
                  <a:cubicBezTo>
                    <a:pt x="1323" y="874"/>
                    <a:pt x="1305" y="892"/>
                    <a:pt x="1305" y="913"/>
                  </a:cubicBezTo>
                  <a:cubicBezTo>
                    <a:pt x="1305" y="1030"/>
                    <a:pt x="1305" y="1030"/>
                    <a:pt x="1305" y="1030"/>
                  </a:cubicBezTo>
                  <a:cubicBezTo>
                    <a:pt x="1149" y="898"/>
                    <a:pt x="1149" y="898"/>
                    <a:pt x="1149" y="898"/>
                  </a:cubicBezTo>
                  <a:cubicBezTo>
                    <a:pt x="1131" y="883"/>
                    <a:pt x="1108" y="874"/>
                    <a:pt x="1084" y="874"/>
                  </a:cubicBezTo>
                  <a:cubicBezTo>
                    <a:pt x="637" y="874"/>
                    <a:pt x="637" y="874"/>
                    <a:pt x="637" y="874"/>
                  </a:cubicBezTo>
                  <a:cubicBezTo>
                    <a:pt x="610" y="874"/>
                    <a:pt x="587" y="852"/>
                    <a:pt x="587" y="824"/>
                  </a:cubicBezTo>
                  <a:cubicBezTo>
                    <a:pt x="587" y="345"/>
                    <a:pt x="587" y="345"/>
                    <a:pt x="587" y="345"/>
                  </a:cubicBezTo>
                  <a:cubicBezTo>
                    <a:pt x="587" y="318"/>
                    <a:pt x="610" y="295"/>
                    <a:pt x="637" y="295"/>
                  </a:cubicBezTo>
                  <a:cubicBezTo>
                    <a:pt x="1410" y="295"/>
                    <a:pt x="1410" y="295"/>
                    <a:pt x="1410" y="295"/>
                  </a:cubicBezTo>
                  <a:cubicBezTo>
                    <a:pt x="1438" y="295"/>
                    <a:pt x="1460" y="318"/>
                    <a:pt x="1460" y="345"/>
                  </a:cubicBezTo>
                  <a:lnTo>
                    <a:pt x="1460" y="82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sp>
          <p:nvSpPr>
            <p:cNvPr id="21" name="Freeform 7"/>
            <p:cNvSpPr>
              <a:spLocks/>
            </p:cNvSpPr>
            <p:nvPr/>
          </p:nvSpPr>
          <p:spPr bwMode="auto">
            <a:xfrm>
              <a:off x="6208713" y="3227388"/>
              <a:ext cx="1833563" cy="173037"/>
            </a:xfrm>
            <a:custGeom>
              <a:avLst/>
              <a:gdLst>
                <a:gd name="T0" fmla="*/ 489 w 489"/>
                <a:gd name="T1" fmla="*/ 23 h 46"/>
                <a:gd name="T2" fmla="*/ 467 w 489"/>
                <a:gd name="T3" fmla="*/ 46 h 46"/>
                <a:gd name="T4" fmla="*/ 23 w 489"/>
                <a:gd name="T5" fmla="*/ 46 h 46"/>
                <a:gd name="T6" fmla="*/ 0 w 489"/>
                <a:gd name="T7" fmla="*/ 23 h 46"/>
                <a:gd name="T8" fmla="*/ 23 w 489"/>
                <a:gd name="T9" fmla="*/ 0 h 46"/>
                <a:gd name="T10" fmla="*/ 467 w 489"/>
                <a:gd name="T11" fmla="*/ 0 h 46"/>
                <a:gd name="T12" fmla="*/ 489 w 489"/>
                <a:gd name="T13" fmla="*/ 23 h 46"/>
              </a:gdLst>
              <a:ahLst/>
              <a:cxnLst>
                <a:cxn ang="0">
                  <a:pos x="T0" y="T1"/>
                </a:cxn>
                <a:cxn ang="0">
                  <a:pos x="T2" y="T3"/>
                </a:cxn>
                <a:cxn ang="0">
                  <a:pos x="T4" y="T5"/>
                </a:cxn>
                <a:cxn ang="0">
                  <a:pos x="T6" y="T7"/>
                </a:cxn>
                <a:cxn ang="0">
                  <a:pos x="T8" y="T9"/>
                </a:cxn>
                <a:cxn ang="0">
                  <a:pos x="T10" y="T11"/>
                </a:cxn>
                <a:cxn ang="0">
                  <a:pos x="T12" y="T13"/>
                </a:cxn>
              </a:cxnLst>
              <a:rect l="0" t="0" r="r" b="b"/>
              <a:pathLst>
                <a:path w="489" h="46">
                  <a:moveTo>
                    <a:pt x="489" y="23"/>
                  </a:moveTo>
                  <a:cubicBezTo>
                    <a:pt x="489" y="35"/>
                    <a:pt x="479" y="46"/>
                    <a:pt x="467" y="46"/>
                  </a:cubicBezTo>
                  <a:cubicBezTo>
                    <a:pt x="23" y="46"/>
                    <a:pt x="23" y="46"/>
                    <a:pt x="23" y="46"/>
                  </a:cubicBezTo>
                  <a:cubicBezTo>
                    <a:pt x="10" y="46"/>
                    <a:pt x="0" y="35"/>
                    <a:pt x="0" y="23"/>
                  </a:cubicBezTo>
                  <a:cubicBezTo>
                    <a:pt x="0" y="10"/>
                    <a:pt x="10" y="0"/>
                    <a:pt x="23" y="0"/>
                  </a:cubicBezTo>
                  <a:cubicBezTo>
                    <a:pt x="467" y="0"/>
                    <a:pt x="467" y="0"/>
                    <a:pt x="467" y="0"/>
                  </a:cubicBezTo>
                  <a:cubicBezTo>
                    <a:pt x="479" y="0"/>
                    <a:pt x="489" y="10"/>
                    <a:pt x="489" y="2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sp>
          <p:nvSpPr>
            <p:cNvPr id="22" name="Freeform 8"/>
            <p:cNvSpPr>
              <a:spLocks/>
            </p:cNvSpPr>
            <p:nvPr/>
          </p:nvSpPr>
          <p:spPr bwMode="auto">
            <a:xfrm>
              <a:off x="6208713" y="3786188"/>
              <a:ext cx="1833563" cy="168275"/>
            </a:xfrm>
            <a:custGeom>
              <a:avLst/>
              <a:gdLst>
                <a:gd name="T0" fmla="*/ 489 w 489"/>
                <a:gd name="T1" fmla="*/ 22 h 45"/>
                <a:gd name="T2" fmla="*/ 467 w 489"/>
                <a:gd name="T3" fmla="*/ 45 h 45"/>
                <a:gd name="T4" fmla="*/ 23 w 489"/>
                <a:gd name="T5" fmla="*/ 45 h 45"/>
                <a:gd name="T6" fmla="*/ 0 w 489"/>
                <a:gd name="T7" fmla="*/ 22 h 45"/>
                <a:gd name="T8" fmla="*/ 23 w 489"/>
                <a:gd name="T9" fmla="*/ 0 h 45"/>
                <a:gd name="T10" fmla="*/ 467 w 489"/>
                <a:gd name="T11" fmla="*/ 0 h 45"/>
                <a:gd name="T12" fmla="*/ 489 w 489"/>
                <a:gd name="T13" fmla="*/ 22 h 45"/>
              </a:gdLst>
              <a:ahLst/>
              <a:cxnLst>
                <a:cxn ang="0">
                  <a:pos x="T0" y="T1"/>
                </a:cxn>
                <a:cxn ang="0">
                  <a:pos x="T2" y="T3"/>
                </a:cxn>
                <a:cxn ang="0">
                  <a:pos x="T4" y="T5"/>
                </a:cxn>
                <a:cxn ang="0">
                  <a:pos x="T6" y="T7"/>
                </a:cxn>
                <a:cxn ang="0">
                  <a:pos x="T8" y="T9"/>
                </a:cxn>
                <a:cxn ang="0">
                  <a:pos x="T10" y="T11"/>
                </a:cxn>
                <a:cxn ang="0">
                  <a:pos x="T12" y="T13"/>
                </a:cxn>
              </a:cxnLst>
              <a:rect l="0" t="0" r="r" b="b"/>
              <a:pathLst>
                <a:path w="489" h="45">
                  <a:moveTo>
                    <a:pt x="489" y="22"/>
                  </a:moveTo>
                  <a:cubicBezTo>
                    <a:pt x="489" y="35"/>
                    <a:pt x="479" y="45"/>
                    <a:pt x="467" y="45"/>
                  </a:cubicBezTo>
                  <a:cubicBezTo>
                    <a:pt x="23" y="45"/>
                    <a:pt x="23" y="45"/>
                    <a:pt x="23" y="45"/>
                  </a:cubicBezTo>
                  <a:cubicBezTo>
                    <a:pt x="10" y="45"/>
                    <a:pt x="0" y="35"/>
                    <a:pt x="0" y="22"/>
                  </a:cubicBezTo>
                  <a:cubicBezTo>
                    <a:pt x="0" y="10"/>
                    <a:pt x="10" y="0"/>
                    <a:pt x="23" y="0"/>
                  </a:cubicBezTo>
                  <a:cubicBezTo>
                    <a:pt x="467" y="0"/>
                    <a:pt x="467" y="0"/>
                    <a:pt x="467" y="0"/>
                  </a:cubicBezTo>
                  <a:cubicBezTo>
                    <a:pt x="479" y="0"/>
                    <a:pt x="489" y="10"/>
                    <a:pt x="489" y="2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sp>
          <p:nvSpPr>
            <p:cNvPr id="23" name="Freeform 9"/>
            <p:cNvSpPr>
              <a:spLocks/>
            </p:cNvSpPr>
            <p:nvPr/>
          </p:nvSpPr>
          <p:spPr bwMode="auto">
            <a:xfrm>
              <a:off x="3924301" y="1936750"/>
              <a:ext cx="1593850" cy="169862"/>
            </a:xfrm>
            <a:custGeom>
              <a:avLst/>
              <a:gdLst>
                <a:gd name="T0" fmla="*/ 425 w 425"/>
                <a:gd name="T1" fmla="*/ 22 h 45"/>
                <a:gd name="T2" fmla="*/ 403 w 425"/>
                <a:gd name="T3" fmla="*/ 45 h 45"/>
                <a:gd name="T4" fmla="*/ 23 w 425"/>
                <a:gd name="T5" fmla="*/ 45 h 45"/>
                <a:gd name="T6" fmla="*/ 0 w 425"/>
                <a:gd name="T7" fmla="*/ 22 h 45"/>
                <a:gd name="T8" fmla="*/ 23 w 425"/>
                <a:gd name="T9" fmla="*/ 0 h 45"/>
                <a:gd name="T10" fmla="*/ 403 w 425"/>
                <a:gd name="T11" fmla="*/ 0 h 45"/>
                <a:gd name="T12" fmla="*/ 425 w 425"/>
                <a:gd name="T13" fmla="*/ 22 h 45"/>
              </a:gdLst>
              <a:ahLst/>
              <a:cxnLst>
                <a:cxn ang="0">
                  <a:pos x="T0" y="T1"/>
                </a:cxn>
                <a:cxn ang="0">
                  <a:pos x="T2" y="T3"/>
                </a:cxn>
                <a:cxn ang="0">
                  <a:pos x="T4" y="T5"/>
                </a:cxn>
                <a:cxn ang="0">
                  <a:pos x="T6" y="T7"/>
                </a:cxn>
                <a:cxn ang="0">
                  <a:pos x="T8" y="T9"/>
                </a:cxn>
                <a:cxn ang="0">
                  <a:pos x="T10" y="T11"/>
                </a:cxn>
                <a:cxn ang="0">
                  <a:pos x="T12" y="T13"/>
                </a:cxn>
              </a:cxnLst>
              <a:rect l="0" t="0" r="r" b="b"/>
              <a:pathLst>
                <a:path w="425" h="45">
                  <a:moveTo>
                    <a:pt x="425" y="22"/>
                  </a:moveTo>
                  <a:cubicBezTo>
                    <a:pt x="425" y="35"/>
                    <a:pt x="415" y="45"/>
                    <a:pt x="403" y="45"/>
                  </a:cubicBezTo>
                  <a:cubicBezTo>
                    <a:pt x="23" y="45"/>
                    <a:pt x="23" y="45"/>
                    <a:pt x="23" y="45"/>
                  </a:cubicBezTo>
                  <a:cubicBezTo>
                    <a:pt x="11" y="45"/>
                    <a:pt x="0" y="35"/>
                    <a:pt x="0" y="22"/>
                  </a:cubicBezTo>
                  <a:cubicBezTo>
                    <a:pt x="0" y="10"/>
                    <a:pt x="11" y="0"/>
                    <a:pt x="23" y="0"/>
                  </a:cubicBezTo>
                  <a:cubicBezTo>
                    <a:pt x="403" y="0"/>
                    <a:pt x="403" y="0"/>
                    <a:pt x="403" y="0"/>
                  </a:cubicBezTo>
                  <a:cubicBezTo>
                    <a:pt x="415" y="0"/>
                    <a:pt x="425" y="10"/>
                    <a:pt x="425" y="2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sp>
          <p:nvSpPr>
            <p:cNvPr id="24" name="Freeform 10"/>
            <p:cNvSpPr>
              <a:spLocks/>
            </p:cNvSpPr>
            <p:nvPr/>
          </p:nvSpPr>
          <p:spPr bwMode="auto">
            <a:xfrm>
              <a:off x="3924301" y="2371725"/>
              <a:ext cx="1136650" cy="169862"/>
            </a:xfrm>
            <a:custGeom>
              <a:avLst/>
              <a:gdLst>
                <a:gd name="T0" fmla="*/ 303 w 303"/>
                <a:gd name="T1" fmla="*/ 23 h 45"/>
                <a:gd name="T2" fmla="*/ 281 w 303"/>
                <a:gd name="T3" fmla="*/ 45 h 45"/>
                <a:gd name="T4" fmla="*/ 23 w 303"/>
                <a:gd name="T5" fmla="*/ 45 h 45"/>
                <a:gd name="T6" fmla="*/ 0 w 303"/>
                <a:gd name="T7" fmla="*/ 23 h 45"/>
                <a:gd name="T8" fmla="*/ 23 w 303"/>
                <a:gd name="T9" fmla="*/ 0 h 45"/>
                <a:gd name="T10" fmla="*/ 281 w 303"/>
                <a:gd name="T11" fmla="*/ 0 h 45"/>
                <a:gd name="T12" fmla="*/ 303 w 303"/>
                <a:gd name="T13" fmla="*/ 23 h 45"/>
              </a:gdLst>
              <a:ahLst/>
              <a:cxnLst>
                <a:cxn ang="0">
                  <a:pos x="T0" y="T1"/>
                </a:cxn>
                <a:cxn ang="0">
                  <a:pos x="T2" y="T3"/>
                </a:cxn>
                <a:cxn ang="0">
                  <a:pos x="T4" y="T5"/>
                </a:cxn>
                <a:cxn ang="0">
                  <a:pos x="T6" y="T7"/>
                </a:cxn>
                <a:cxn ang="0">
                  <a:pos x="T8" y="T9"/>
                </a:cxn>
                <a:cxn ang="0">
                  <a:pos x="T10" y="T11"/>
                </a:cxn>
                <a:cxn ang="0">
                  <a:pos x="T12" y="T13"/>
                </a:cxn>
              </a:cxnLst>
              <a:rect l="0" t="0" r="r" b="b"/>
              <a:pathLst>
                <a:path w="303" h="45">
                  <a:moveTo>
                    <a:pt x="303" y="23"/>
                  </a:moveTo>
                  <a:cubicBezTo>
                    <a:pt x="303" y="35"/>
                    <a:pt x="293" y="45"/>
                    <a:pt x="281" y="45"/>
                  </a:cubicBezTo>
                  <a:cubicBezTo>
                    <a:pt x="23" y="45"/>
                    <a:pt x="23" y="45"/>
                    <a:pt x="23" y="45"/>
                  </a:cubicBezTo>
                  <a:cubicBezTo>
                    <a:pt x="11" y="45"/>
                    <a:pt x="0" y="35"/>
                    <a:pt x="0" y="23"/>
                  </a:cubicBezTo>
                  <a:cubicBezTo>
                    <a:pt x="0" y="10"/>
                    <a:pt x="11" y="0"/>
                    <a:pt x="23" y="0"/>
                  </a:cubicBezTo>
                  <a:cubicBezTo>
                    <a:pt x="281" y="0"/>
                    <a:pt x="281" y="0"/>
                    <a:pt x="281" y="0"/>
                  </a:cubicBezTo>
                  <a:cubicBezTo>
                    <a:pt x="293" y="0"/>
                    <a:pt x="303" y="10"/>
                    <a:pt x="303" y="2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grpSp>
      <p:sp>
        <p:nvSpPr>
          <p:cNvPr id="25" name="Freeform 6"/>
          <p:cNvSpPr>
            <a:spLocks/>
          </p:cNvSpPr>
          <p:nvPr userDrawn="1"/>
        </p:nvSpPr>
        <p:spPr bwMode="auto">
          <a:xfrm>
            <a:off x="3211785" y="296368"/>
            <a:ext cx="8975455" cy="864888"/>
          </a:xfrm>
          <a:custGeom>
            <a:avLst/>
            <a:gdLst>
              <a:gd name="T0" fmla="*/ 6409 w 6533"/>
              <a:gd name="T1" fmla="*/ 0 h 617"/>
              <a:gd name="T2" fmla="*/ 0 w 6533"/>
              <a:gd name="T3" fmla="*/ 0 h 617"/>
              <a:gd name="T4" fmla="*/ 126 w 6533"/>
              <a:gd name="T5" fmla="*/ 310 h 617"/>
              <a:gd name="T6" fmla="*/ 0 w 6533"/>
              <a:gd name="T7" fmla="*/ 617 h 617"/>
              <a:gd name="T8" fmla="*/ 6409 w 6533"/>
              <a:gd name="T9" fmla="*/ 617 h 617"/>
              <a:gd name="T10" fmla="*/ 6533 w 6533"/>
              <a:gd name="T11" fmla="*/ 310 h 617"/>
              <a:gd name="T12" fmla="*/ 6409 w 6533"/>
              <a:gd name="T13" fmla="*/ 0 h 617"/>
              <a:gd name="connsiteX0" fmla="*/ 9810 w 9810"/>
              <a:gd name="connsiteY0" fmla="*/ 0 h 10000"/>
              <a:gd name="connsiteX1" fmla="*/ 0 w 9810"/>
              <a:gd name="connsiteY1" fmla="*/ 0 h 10000"/>
              <a:gd name="connsiteX2" fmla="*/ 193 w 9810"/>
              <a:gd name="connsiteY2" fmla="*/ 5024 h 10000"/>
              <a:gd name="connsiteX3" fmla="*/ 0 w 9810"/>
              <a:gd name="connsiteY3" fmla="*/ 10000 h 10000"/>
              <a:gd name="connsiteX4" fmla="*/ 9810 w 9810"/>
              <a:gd name="connsiteY4" fmla="*/ 10000 h 10000"/>
              <a:gd name="connsiteX5" fmla="*/ 7589 w 9810"/>
              <a:gd name="connsiteY5" fmla="*/ 5574 h 10000"/>
              <a:gd name="connsiteX6" fmla="*/ 9810 w 9810"/>
              <a:gd name="connsiteY6" fmla="*/ 0 h 10000"/>
              <a:gd name="connsiteX0" fmla="*/ 7021 w 10000"/>
              <a:gd name="connsiteY0" fmla="*/ 0 h 10000"/>
              <a:gd name="connsiteX1" fmla="*/ 0 w 10000"/>
              <a:gd name="connsiteY1" fmla="*/ 0 h 10000"/>
              <a:gd name="connsiteX2" fmla="*/ 197 w 10000"/>
              <a:gd name="connsiteY2" fmla="*/ 5024 h 10000"/>
              <a:gd name="connsiteX3" fmla="*/ 0 w 10000"/>
              <a:gd name="connsiteY3" fmla="*/ 10000 h 10000"/>
              <a:gd name="connsiteX4" fmla="*/ 10000 w 10000"/>
              <a:gd name="connsiteY4" fmla="*/ 10000 h 10000"/>
              <a:gd name="connsiteX5" fmla="*/ 7736 w 10000"/>
              <a:gd name="connsiteY5" fmla="*/ 5574 h 10000"/>
              <a:gd name="connsiteX6" fmla="*/ 7021 w 10000"/>
              <a:gd name="connsiteY6" fmla="*/ 0 h 10000"/>
              <a:gd name="connsiteX0" fmla="*/ 7021 w 7736"/>
              <a:gd name="connsiteY0" fmla="*/ 0 h 10038"/>
              <a:gd name="connsiteX1" fmla="*/ 0 w 7736"/>
              <a:gd name="connsiteY1" fmla="*/ 0 h 10038"/>
              <a:gd name="connsiteX2" fmla="*/ 197 w 7736"/>
              <a:gd name="connsiteY2" fmla="*/ 5024 h 10038"/>
              <a:gd name="connsiteX3" fmla="*/ 0 w 7736"/>
              <a:gd name="connsiteY3" fmla="*/ 10000 h 10038"/>
              <a:gd name="connsiteX4" fmla="*/ 7017 w 7736"/>
              <a:gd name="connsiteY4" fmla="*/ 10038 h 10038"/>
              <a:gd name="connsiteX5" fmla="*/ 7736 w 7736"/>
              <a:gd name="connsiteY5" fmla="*/ 5574 h 10038"/>
              <a:gd name="connsiteX6" fmla="*/ 7021 w 7736"/>
              <a:gd name="connsiteY6" fmla="*/ 0 h 10038"/>
              <a:gd name="connsiteX0" fmla="*/ 9076 w 9316"/>
              <a:gd name="connsiteY0" fmla="*/ 0 h 10000"/>
              <a:gd name="connsiteX1" fmla="*/ 0 w 9316"/>
              <a:gd name="connsiteY1" fmla="*/ 0 h 10000"/>
              <a:gd name="connsiteX2" fmla="*/ 255 w 9316"/>
              <a:gd name="connsiteY2" fmla="*/ 5005 h 10000"/>
              <a:gd name="connsiteX3" fmla="*/ 0 w 9316"/>
              <a:gd name="connsiteY3" fmla="*/ 9962 h 10000"/>
              <a:gd name="connsiteX4" fmla="*/ 9071 w 9316"/>
              <a:gd name="connsiteY4" fmla="*/ 10000 h 10000"/>
              <a:gd name="connsiteX5" fmla="*/ 9316 w 9316"/>
              <a:gd name="connsiteY5" fmla="*/ 5668 h 10000"/>
              <a:gd name="connsiteX6" fmla="*/ 9076 w 9316"/>
              <a:gd name="connsiteY6" fmla="*/ 0 h 10000"/>
              <a:gd name="connsiteX0" fmla="*/ 9742 w 10000"/>
              <a:gd name="connsiteY0" fmla="*/ 0 h 10000"/>
              <a:gd name="connsiteX1" fmla="*/ 0 w 10000"/>
              <a:gd name="connsiteY1" fmla="*/ 0 h 10000"/>
              <a:gd name="connsiteX2" fmla="*/ 274 w 10000"/>
              <a:gd name="connsiteY2" fmla="*/ 5005 h 10000"/>
              <a:gd name="connsiteX3" fmla="*/ 0 w 10000"/>
              <a:gd name="connsiteY3" fmla="*/ 9962 h 10000"/>
              <a:gd name="connsiteX4" fmla="*/ 9737 w 10000"/>
              <a:gd name="connsiteY4" fmla="*/ 10000 h 10000"/>
              <a:gd name="connsiteX5" fmla="*/ 10000 w 10000"/>
              <a:gd name="connsiteY5" fmla="*/ 5668 h 10000"/>
              <a:gd name="connsiteX6" fmla="*/ 9742 w 10000"/>
              <a:gd name="connsiteY6" fmla="*/ 0 h 10000"/>
              <a:gd name="connsiteX0" fmla="*/ 9742 w 9877"/>
              <a:gd name="connsiteY0" fmla="*/ 0 h 10000"/>
              <a:gd name="connsiteX1" fmla="*/ 0 w 9877"/>
              <a:gd name="connsiteY1" fmla="*/ 0 h 10000"/>
              <a:gd name="connsiteX2" fmla="*/ 274 w 9877"/>
              <a:gd name="connsiteY2" fmla="*/ 5005 h 10000"/>
              <a:gd name="connsiteX3" fmla="*/ 0 w 9877"/>
              <a:gd name="connsiteY3" fmla="*/ 9962 h 10000"/>
              <a:gd name="connsiteX4" fmla="*/ 9737 w 9877"/>
              <a:gd name="connsiteY4" fmla="*/ 10000 h 10000"/>
              <a:gd name="connsiteX5" fmla="*/ 9738 w 9877"/>
              <a:gd name="connsiteY5" fmla="*/ 5783 h 10000"/>
              <a:gd name="connsiteX6" fmla="*/ 9742 w 9877"/>
              <a:gd name="connsiteY6" fmla="*/ 0 h 10000"/>
              <a:gd name="connsiteX0" fmla="*/ 9863 w 9991"/>
              <a:gd name="connsiteY0" fmla="*/ 0 h 10000"/>
              <a:gd name="connsiteX1" fmla="*/ 0 w 9991"/>
              <a:gd name="connsiteY1" fmla="*/ 0 h 10000"/>
              <a:gd name="connsiteX2" fmla="*/ 277 w 9991"/>
              <a:gd name="connsiteY2" fmla="*/ 5005 h 10000"/>
              <a:gd name="connsiteX3" fmla="*/ 0 w 9991"/>
              <a:gd name="connsiteY3" fmla="*/ 9962 h 10000"/>
              <a:gd name="connsiteX4" fmla="*/ 9858 w 9991"/>
              <a:gd name="connsiteY4" fmla="*/ 10000 h 10000"/>
              <a:gd name="connsiteX5" fmla="*/ 9817 w 9991"/>
              <a:gd name="connsiteY5" fmla="*/ 5783 h 10000"/>
              <a:gd name="connsiteX6" fmla="*/ 9863 w 9991"/>
              <a:gd name="connsiteY6" fmla="*/ 0 h 10000"/>
              <a:gd name="connsiteX0" fmla="*/ 9872 w 10014"/>
              <a:gd name="connsiteY0" fmla="*/ 0 h 10000"/>
              <a:gd name="connsiteX1" fmla="*/ 0 w 10014"/>
              <a:gd name="connsiteY1" fmla="*/ 0 h 10000"/>
              <a:gd name="connsiteX2" fmla="*/ 277 w 10014"/>
              <a:gd name="connsiteY2" fmla="*/ 5005 h 10000"/>
              <a:gd name="connsiteX3" fmla="*/ 0 w 10014"/>
              <a:gd name="connsiteY3" fmla="*/ 9962 h 10000"/>
              <a:gd name="connsiteX4" fmla="*/ 9867 w 10014"/>
              <a:gd name="connsiteY4" fmla="*/ 10000 h 10000"/>
              <a:gd name="connsiteX5" fmla="*/ 9890 w 10014"/>
              <a:gd name="connsiteY5" fmla="*/ 5745 h 10000"/>
              <a:gd name="connsiteX6" fmla="*/ 9872 w 10014"/>
              <a:gd name="connsiteY6" fmla="*/ 0 h 10000"/>
              <a:gd name="connsiteX0" fmla="*/ 9872 w 10030"/>
              <a:gd name="connsiteY0" fmla="*/ 0 h 10000"/>
              <a:gd name="connsiteX1" fmla="*/ 0 w 10030"/>
              <a:gd name="connsiteY1" fmla="*/ 0 h 10000"/>
              <a:gd name="connsiteX2" fmla="*/ 277 w 10030"/>
              <a:gd name="connsiteY2" fmla="*/ 5005 h 10000"/>
              <a:gd name="connsiteX3" fmla="*/ 0 w 10030"/>
              <a:gd name="connsiteY3" fmla="*/ 9962 h 10000"/>
              <a:gd name="connsiteX4" fmla="*/ 9867 w 10030"/>
              <a:gd name="connsiteY4" fmla="*/ 10000 h 10000"/>
              <a:gd name="connsiteX5" fmla="*/ 9890 w 10030"/>
              <a:gd name="connsiteY5" fmla="*/ 5745 h 10000"/>
              <a:gd name="connsiteX6" fmla="*/ 9872 w 10030"/>
              <a:gd name="connsiteY6" fmla="*/ 0 h 10000"/>
              <a:gd name="connsiteX0" fmla="*/ 9872 w 9921"/>
              <a:gd name="connsiteY0" fmla="*/ 0 h 10000"/>
              <a:gd name="connsiteX1" fmla="*/ 0 w 9921"/>
              <a:gd name="connsiteY1" fmla="*/ 0 h 10000"/>
              <a:gd name="connsiteX2" fmla="*/ 277 w 9921"/>
              <a:gd name="connsiteY2" fmla="*/ 5005 h 10000"/>
              <a:gd name="connsiteX3" fmla="*/ 0 w 9921"/>
              <a:gd name="connsiteY3" fmla="*/ 9962 h 10000"/>
              <a:gd name="connsiteX4" fmla="*/ 9867 w 9921"/>
              <a:gd name="connsiteY4" fmla="*/ 10000 h 10000"/>
              <a:gd name="connsiteX5" fmla="*/ 9890 w 9921"/>
              <a:gd name="connsiteY5" fmla="*/ 5745 h 10000"/>
              <a:gd name="connsiteX6" fmla="*/ 9872 w 9921"/>
              <a:gd name="connsiteY6" fmla="*/ 0 h 10000"/>
              <a:gd name="connsiteX0" fmla="*/ 9951 w 9974"/>
              <a:gd name="connsiteY0" fmla="*/ 0 h 10000"/>
              <a:gd name="connsiteX1" fmla="*/ 0 w 9974"/>
              <a:gd name="connsiteY1" fmla="*/ 0 h 10000"/>
              <a:gd name="connsiteX2" fmla="*/ 279 w 9974"/>
              <a:gd name="connsiteY2" fmla="*/ 5005 h 10000"/>
              <a:gd name="connsiteX3" fmla="*/ 0 w 9974"/>
              <a:gd name="connsiteY3" fmla="*/ 9962 h 10000"/>
              <a:gd name="connsiteX4" fmla="*/ 9946 w 9974"/>
              <a:gd name="connsiteY4" fmla="*/ 10000 h 10000"/>
              <a:gd name="connsiteX5" fmla="*/ 9969 w 9974"/>
              <a:gd name="connsiteY5" fmla="*/ 5745 h 10000"/>
              <a:gd name="connsiteX6" fmla="*/ 9951 w 9974"/>
              <a:gd name="connsiteY6" fmla="*/ 0 h 10000"/>
              <a:gd name="connsiteX0" fmla="*/ 9977 w 10001"/>
              <a:gd name="connsiteY0" fmla="*/ 0 h 10000"/>
              <a:gd name="connsiteX1" fmla="*/ 0 w 10001"/>
              <a:gd name="connsiteY1" fmla="*/ 0 h 10000"/>
              <a:gd name="connsiteX2" fmla="*/ 280 w 10001"/>
              <a:gd name="connsiteY2" fmla="*/ 5005 h 10000"/>
              <a:gd name="connsiteX3" fmla="*/ 0 w 10001"/>
              <a:gd name="connsiteY3" fmla="*/ 9962 h 10000"/>
              <a:gd name="connsiteX4" fmla="*/ 9972 w 10001"/>
              <a:gd name="connsiteY4" fmla="*/ 10000 h 10000"/>
              <a:gd name="connsiteX5" fmla="*/ 9995 w 10001"/>
              <a:gd name="connsiteY5" fmla="*/ 5745 h 10000"/>
              <a:gd name="connsiteX6" fmla="*/ 9977 w 10001"/>
              <a:gd name="connsiteY6" fmla="*/ 0 h 10000"/>
              <a:gd name="connsiteX0" fmla="*/ 9977 w 10001"/>
              <a:gd name="connsiteY0" fmla="*/ 0 h 10000"/>
              <a:gd name="connsiteX1" fmla="*/ 0 w 10001"/>
              <a:gd name="connsiteY1" fmla="*/ 0 h 10000"/>
              <a:gd name="connsiteX2" fmla="*/ 280 w 10001"/>
              <a:gd name="connsiteY2" fmla="*/ 5005 h 10000"/>
              <a:gd name="connsiteX3" fmla="*/ 0 w 10001"/>
              <a:gd name="connsiteY3" fmla="*/ 9962 h 10000"/>
              <a:gd name="connsiteX4" fmla="*/ 9972 w 10001"/>
              <a:gd name="connsiteY4" fmla="*/ 10000 h 10000"/>
              <a:gd name="connsiteX5" fmla="*/ 9995 w 10001"/>
              <a:gd name="connsiteY5" fmla="*/ 5745 h 10000"/>
              <a:gd name="connsiteX6" fmla="*/ 9977 w 10001"/>
              <a:gd name="connsiteY6" fmla="*/ 0 h 10000"/>
              <a:gd name="connsiteX0" fmla="*/ 9977 w 10001"/>
              <a:gd name="connsiteY0" fmla="*/ 0 h 10000"/>
              <a:gd name="connsiteX1" fmla="*/ 0 w 10001"/>
              <a:gd name="connsiteY1" fmla="*/ 0 h 10000"/>
              <a:gd name="connsiteX2" fmla="*/ 280 w 10001"/>
              <a:gd name="connsiteY2" fmla="*/ 5005 h 10000"/>
              <a:gd name="connsiteX3" fmla="*/ 0 w 10001"/>
              <a:gd name="connsiteY3" fmla="*/ 9962 h 10000"/>
              <a:gd name="connsiteX4" fmla="*/ 9972 w 10001"/>
              <a:gd name="connsiteY4" fmla="*/ 10000 h 10000"/>
              <a:gd name="connsiteX5" fmla="*/ 9995 w 10001"/>
              <a:gd name="connsiteY5" fmla="*/ 5745 h 10000"/>
              <a:gd name="connsiteX6" fmla="*/ 9977 w 10001"/>
              <a:gd name="connsiteY6" fmla="*/ 0 h 10000"/>
              <a:gd name="connsiteX0" fmla="*/ 9977 w 9995"/>
              <a:gd name="connsiteY0" fmla="*/ 0 h 10000"/>
              <a:gd name="connsiteX1" fmla="*/ 0 w 9995"/>
              <a:gd name="connsiteY1" fmla="*/ 0 h 10000"/>
              <a:gd name="connsiteX2" fmla="*/ 280 w 9995"/>
              <a:gd name="connsiteY2" fmla="*/ 5005 h 10000"/>
              <a:gd name="connsiteX3" fmla="*/ 0 w 9995"/>
              <a:gd name="connsiteY3" fmla="*/ 9962 h 10000"/>
              <a:gd name="connsiteX4" fmla="*/ 9972 w 9995"/>
              <a:gd name="connsiteY4" fmla="*/ 10000 h 10000"/>
              <a:gd name="connsiteX5" fmla="*/ 9995 w 9995"/>
              <a:gd name="connsiteY5" fmla="*/ 5745 h 10000"/>
              <a:gd name="connsiteX6" fmla="*/ 9977 w 9995"/>
              <a:gd name="connsiteY6" fmla="*/ 0 h 10000"/>
              <a:gd name="connsiteX0" fmla="*/ 9999 w 10000"/>
              <a:gd name="connsiteY0" fmla="*/ 0 h 10000"/>
              <a:gd name="connsiteX1" fmla="*/ 0 w 10000"/>
              <a:gd name="connsiteY1" fmla="*/ 0 h 10000"/>
              <a:gd name="connsiteX2" fmla="*/ 280 w 10000"/>
              <a:gd name="connsiteY2" fmla="*/ 5005 h 10000"/>
              <a:gd name="connsiteX3" fmla="*/ 0 w 10000"/>
              <a:gd name="connsiteY3" fmla="*/ 9962 h 10000"/>
              <a:gd name="connsiteX4" fmla="*/ 9977 w 10000"/>
              <a:gd name="connsiteY4" fmla="*/ 10000 h 10000"/>
              <a:gd name="connsiteX5" fmla="*/ 10000 w 10000"/>
              <a:gd name="connsiteY5" fmla="*/ 5745 h 10000"/>
              <a:gd name="connsiteX6" fmla="*/ 9999 w 10000"/>
              <a:gd name="connsiteY6" fmla="*/ 0 h 10000"/>
              <a:gd name="connsiteX0" fmla="*/ 9999 w 10004"/>
              <a:gd name="connsiteY0" fmla="*/ 0 h 10000"/>
              <a:gd name="connsiteX1" fmla="*/ 0 w 10004"/>
              <a:gd name="connsiteY1" fmla="*/ 0 h 10000"/>
              <a:gd name="connsiteX2" fmla="*/ 280 w 10004"/>
              <a:gd name="connsiteY2" fmla="*/ 5005 h 10000"/>
              <a:gd name="connsiteX3" fmla="*/ 0 w 10004"/>
              <a:gd name="connsiteY3" fmla="*/ 9962 h 10000"/>
              <a:gd name="connsiteX4" fmla="*/ 10000 w 10004"/>
              <a:gd name="connsiteY4" fmla="*/ 10000 h 10000"/>
              <a:gd name="connsiteX5" fmla="*/ 10000 w 10004"/>
              <a:gd name="connsiteY5" fmla="*/ 5745 h 10000"/>
              <a:gd name="connsiteX6" fmla="*/ 9999 w 10004"/>
              <a:gd name="connsiteY6" fmla="*/ 0 h 10000"/>
              <a:gd name="connsiteX0" fmla="*/ 9999 w 10000"/>
              <a:gd name="connsiteY0" fmla="*/ 0 h 10000"/>
              <a:gd name="connsiteX1" fmla="*/ 0 w 10000"/>
              <a:gd name="connsiteY1" fmla="*/ 0 h 10000"/>
              <a:gd name="connsiteX2" fmla="*/ 280 w 10000"/>
              <a:gd name="connsiteY2" fmla="*/ 5005 h 10000"/>
              <a:gd name="connsiteX3" fmla="*/ 0 w 10000"/>
              <a:gd name="connsiteY3" fmla="*/ 9962 h 10000"/>
              <a:gd name="connsiteX4" fmla="*/ 10000 w 10000"/>
              <a:gd name="connsiteY4" fmla="*/ 10000 h 10000"/>
              <a:gd name="connsiteX5" fmla="*/ 10000 w 10000"/>
              <a:gd name="connsiteY5" fmla="*/ 5745 h 10000"/>
              <a:gd name="connsiteX6" fmla="*/ 9999 w 10000"/>
              <a:gd name="connsiteY6" fmla="*/ 0 h 10000"/>
              <a:gd name="connsiteX0" fmla="*/ 14796 w 14796"/>
              <a:gd name="connsiteY0" fmla="*/ 0 h 10000"/>
              <a:gd name="connsiteX1" fmla="*/ 0 w 14796"/>
              <a:gd name="connsiteY1" fmla="*/ 0 h 10000"/>
              <a:gd name="connsiteX2" fmla="*/ 280 w 14796"/>
              <a:gd name="connsiteY2" fmla="*/ 5005 h 10000"/>
              <a:gd name="connsiteX3" fmla="*/ 0 w 14796"/>
              <a:gd name="connsiteY3" fmla="*/ 9962 h 10000"/>
              <a:gd name="connsiteX4" fmla="*/ 10000 w 14796"/>
              <a:gd name="connsiteY4" fmla="*/ 10000 h 10000"/>
              <a:gd name="connsiteX5" fmla="*/ 10000 w 14796"/>
              <a:gd name="connsiteY5" fmla="*/ 5745 h 10000"/>
              <a:gd name="connsiteX6" fmla="*/ 14796 w 14796"/>
              <a:gd name="connsiteY6" fmla="*/ 0 h 10000"/>
              <a:gd name="connsiteX0" fmla="*/ 14796 w 14796"/>
              <a:gd name="connsiteY0" fmla="*/ 0 h 9968"/>
              <a:gd name="connsiteX1" fmla="*/ 0 w 14796"/>
              <a:gd name="connsiteY1" fmla="*/ 0 h 9968"/>
              <a:gd name="connsiteX2" fmla="*/ 280 w 14796"/>
              <a:gd name="connsiteY2" fmla="*/ 5005 h 9968"/>
              <a:gd name="connsiteX3" fmla="*/ 0 w 14796"/>
              <a:gd name="connsiteY3" fmla="*/ 9962 h 9968"/>
              <a:gd name="connsiteX4" fmla="*/ 14788 w 14796"/>
              <a:gd name="connsiteY4" fmla="*/ 9968 h 9968"/>
              <a:gd name="connsiteX5" fmla="*/ 10000 w 14796"/>
              <a:gd name="connsiteY5" fmla="*/ 5745 h 9968"/>
              <a:gd name="connsiteX6" fmla="*/ 14796 w 14796"/>
              <a:gd name="connsiteY6" fmla="*/ 0 h 9968"/>
              <a:gd name="connsiteX0" fmla="*/ 10000 w 10000"/>
              <a:gd name="connsiteY0" fmla="*/ 0 h 10000"/>
              <a:gd name="connsiteX1" fmla="*/ 0 w 10000"/>
              <a:gd name="connsiteY1" fmla="*/ 0 h 10000"/>
              <a:gd name="connsiteX2" fmla="*/ 189 w 10000"/>
              <a:gd name="connsiteY2" fmla="*/ 5021 h 10000"/>
              <a:gd name="connsiteX3" fmla="*/ 0 w 10000"/>
              <a:gd name="connsiteY3" fmla="*/ 9994 h 10000"/>
              <a:gd name="connsiteX4" fmla="*/ 9995 w 10000"/>
              <a:gd name="connsiteY4" fmla="*/ 10000 h 10000"/>
              <a:gd name="connsiteX5" fmla="*/ 9998 w 10000"/>
              <a:gd name="connsiteY5" fmla="*/ 6152 h 10000"/>
              <a:gd name="connsiteX6" fmla="*/ 10000 w 10000"/>
              <a:gd name="connsiteY6" fmla="*/ 0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000" h="10000">
                <a:moveTo>
                  <a:pt x="10000" y="0"/>
                </a:moveTo>
                <a:lnTo>
                  <a:pt x="0" y="0"/>
                </a:lnTo>
                <a:cubicBezTo>
                  <a:pt x="62" y="1674"/>
                  <a:pt x="124" y="3347"/>
                  <a:pt x="189" y="5021"/>
                </a:cubicBezTo>
                <a:cubicBezTo>
                  <a:pt x="124" y="6679"/>
                  <a:pt x="62" y="8336"/>
                  <a:pt x="0" y="9994"/>
                </a:cubicBezTo>
                <a:lnTo>
                  <a:pt x="9995" y="10000"/>
                </a:lnTo>
                <a:cubicBezTo>
                  <a:pt x="9993" y="8184"/>
                  <a:pt x="9998" y="8051"/>
                  <a:pt x="9998" y="6152"/>
                </a:cubicBezTo>
                <a:cubicBezTo>
                  <a:pt x="9996" y="3296"/>
                  <a:pt x="10001" y="2674"/>
                  <a:pt x="10000" y="0"/>
                </a:cubicBezTo>
                <a:close/>
              </a:path>
            </a:pathLst>
          </a:custGeom>
          <a:solidFill>
            <a:schemeClr val="bg1">
              <a:lumMod val="95000"/>
            </a:schemeClr>
          </a:solidFill>
          <a:ln w="9525" cap="flat" cmpd="sng" algn="ctr">
            <a:noFill/>
            <a:prstDash val="solid"/>
            <a:round/>
            <a:headEnd type="none" w="med" len="med"/>
            <a:tailEnd type="none" w="med" len="med"/>
          </a:ln>
          <a:effectLst/>
        </p:spPr>
        <p:txBody>
          <a:bodyPr rot="0" spcFirstLastPara="0" vertOverflow="overflow" horzOverflow="overflow" vert="horz" wrap="square" lIns="91404" tIns="45702" rIns="91404" bIns="45702" numCol="1" spcCol="0" rtlCol="0" fromWordArt="0" anchor="t" anchorCtr="0" forceAA="0" compatLnSpc="1">
            <a:prstTxWarp prst="textNoShape">
              <a:avLst/>
            </a:prstTxWarp>
            <a:noAutofit/>
          </a:bodyPr>
          <a:lstStyle/>
          <a:p>
            <a:endParaRPr lang="zh-CN" altLang="en-US" sz="1799">
              <a:latin typeface="+mn-lt"/>
              <a:ea typeface="+mn-ea"/>
            </a:endParaRPr>
          </a:p>
        </p:txBody>
      </p:sp>
      <p:sp>
        <p:nvSpPr>
          <p:cNvPr id="26" name="Freeform 11"/>
          <p:cNvSpPr>
            <a:spLocks/>
          </p:cNvSpPr>
          <p:nvPr userDrawn="1"/>
        </p:nvSpPr>
        <p:spPr bwMode="auto">
          <a:xfrm>
            <a:off x="3106455" y="296368"/>
            <a:ext cx="233272" cy="864380"/>
          </a:xfrm>
          <a:custGeom>
            <a:avLst/>
            <a:gdLst>
              <a:gd name="T0" fmla="*/ 33 w 147"/>
              <a:gd name="T1" fmla="*/ 0 h 493"/>
              <a:gd name="T2" fmla="*/ 0 w 147"/>
              <a:gd name="T3" fmla="*/ 0 h 493"/>
              <a:gd name="T4" fmla="*/ 114 w 147"/>
              <a:gd name="T5" fmla="*/ 248 h 493"/>
              <a:gd name="T6" fmla="*/ 0 w 147"/>
              <a:gd name="T7" fmla="*/ 493 h 493"/>
              <a:gd name="T8" fmla="*/ 33 w 147"/>
              <a:gd name="T9" fmla="*/ 493 h 493"/>
              <a:gd name="T10" fmla="*/ 147 w 147"/>
              <a:gd name="T11" fmla="*/ 248 h 493"/>
              <a:gd name="T12" fmla="*/ 33 w 147"/>
              <a:gd name="T13" fmla="*/ 0 h 493"/>
            </a:gdLst>
            <a:ahLst/>
            <a:cxnLst>
              <a:cxn ang="0">
                <a:pos x="T0" y="T1"/>
              </a:cxn>
              <a:cxn ang="0">
                <a:pos x="T2" y="T3"/>
              </a:cxn>
              <a:cxn ang="0">
                <a:pos x="T4" y="T5"/>
              </a:cxn>
              <a:cxn ang="0">
                <a:pos x="T6" y="T7"/>
              </a:cxn>
              <a:cxn ang="0">
                <a:pos x="T8" y="T9"/>
              </a:cxn>
              <a:cxn ang="0">
                <a:pos x="T10" y="T11"/>
              </a:cxn>
              <a:cxn ang="0">
                <a:pos x="T12" y="T13"/>
              </a:cxn>
            </a:cxnLst>
            <a:rect l="0" t="0" r="r" b="b"/>
            <a:pathLst>
              <a:path w="147" h="493">
                <a:moveTo>
                  <a:pt x="33" y="0"/>
                </a:moveTo>
                <a:lnTo>
                  <a:pt x="0" y="0"/>
                </a:lnTo>
                <a:lnTo>
                  <a:pt x="114" y="248"/>
                </a:lnTo>
                <a:lnTo>
                  <a:pt x="0" y="493"/>
                </a:lnTo>
                <a:lnTo>
                  <a:pt x="33" y="493"/>
                </a:lnTo>
                <a:lnTo>
                  <a:pt x="147" y="248"/>
                </a:lnTo>
                <a:lnTo>
                  <a:pt x="33" y="0"/>
                </a:lnTo>
                <a:close/>
              </a:path>
            </a:pathLst>
          </a:custGeom>
          <a:solidFill>
            <a:schemeClr val="bg1">
              <a:lumMod val="95000"/>
            </a:schemeClr>
          </a:solidFill>
          <a:ln w="9525" cap="flat" cmpd="sng" algn="ctr">
            <a:noFill/>
            <a:prstDash val="solid"/>
            <a:round/>
            <a:headEnd type="none" w="med" len="med"/>
            <a:tailEnd type="none" w="med" len="med"/>
          </a:ln>
          <a:effectLst/>
        </p:spPr>
        <p:txBody>
          <a:bodyPr rot="0" spcFirstLastPara="0" vertOverflow="overflow" horzOverflow="overflow" vert="horz" wrap="square" lIns="91404" tIns="45702" rIns="91404" bIns="45702" numCol="1" spcCol="0" rtlCol="0" fromWordArt="0" anchor="t" anchorCtr="0" forceAA="0" compatLnSpc="1">
            <a:prstTxWarp prst="textNoShape">
              <a:avLst/>
            </a:prstTxWarp>
            <a:noAutofit/>
          </a:bodyPr>
          <a:lstStyle/>
          <a:p>
            <a:endParaRPr lang="zh-CN" altLang="en-US" sz="1799">
              <a:latin typeface="+mn-lt"/>
              <a:ea typeface="+mn-ea"/>
            </a:endParaRPr>
          </a:p>
        </p:txBody>
      </p:sp>
    </p:spTree>
    <p:extLst>
      <p:ext uri="{BB962C8B-B14F-4D97-AF65-F5344CB8AC3E}">
        <p14:creationId xmlns:p14="http://schemas.microsoft.com/office/powerpoint/2010/main" val="4990536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4#目标">
    <p:spTree>
      <p:nvGrpSpPr>
        <p:cNvPr id="1" name=""/>
        <p:cNvGrpSpPr/>
        <p:nvPr/>
      </p:nvGrpSpPr>
      <p:grpSpPr>
        <a:xfrm>
          <a:off x="0" y="0"/>
          <a:ext cx="0" cy="0"/>
          <a:chOff x="0" y="0"/>
          <a:chExt cx="0" cy="0"/>
        </a:xfrm>
      </p:grpSpPr>
      <p:sp>
        <p:nvSpPr>
          <p:cNvPr id="4" name="TextBox 10">
            <a:extLst>
              <a:ext uri="{FF2B5EF4-FFF2-40B4-BE49-F238E27FC236}">
                <a16:creationId xmlns:a16="http://schemas.microsoft.com/office/drawing/2014/main" xmlns="" id="{18ED692C-39CB-4AC0-81F6-D21CDD086EE4}"/>
              </a:ext>
            </a:extLst>
          </p:cNvPr>
          <p:cNvSpPr txBox="1"/>
          <p:nvPr userDrawn="1"/>
        </p:nvSpPr>
        <p:spPr bwMode="auto">
          <a:xfrm>
            <a:off x="1594877" y="408780"/>
            <a:ext cx="1664752" cy="639559"/>
          </a:xfrm>
          <a:prstGeom prst="rect">
            <a:avLst/>
          </a:prstGeom>
          <a:noFill/>
          <a:ln w="9525">
            <a:noFill/>
            <a:miter lim="800000"/>
            <a:headEnd/>
            <a:tailEnd/>
          </a:ln>
        </p:spPr>
        <p:txBody>
          <a:bodyPr wrap="square" lIns="99941" tIns="49967" rIns="99941" bIns="49967" rtlCol="0">
            <a:spAutoFit/>
          </a:bodyPr>
          <a:lstStyle/>
          <a:p>
            <a:pPr defTabSz="1001223" eaLnBrk="0" fontAlgn="auto" hangingPunct="0"/>
            <a:r>
              <a:rPr lang="zh-CN" altLang="en-US" sz="3499" b="1" dirty="0">
                <a:solidFill>
                  <a:schemeClr val="tx1"/>
                </a:solidFill>
                <a:latin typeface="+mn-lt"/>
                <a:ea typeface="+mn-ea"/>
                <a:cs typeface="Arial" pitchFamily="34" charset="0"/>
              </a:rPr>
              <a:t>目标</a:t>
            </a:r>
            <a:endParaRPr lang="en-US" altLang="zh-CN" sz="3499" b="1" dirty="0">
              <a:solidFill>
                <a:schemeClr val="tx1"/>
              </a:solidFill>
              <a:latin typeface="+mn-lt"/>
              <a:ea typeface="+mn-ea"/>
              <a:cs typeface="Arial" pitchFamily="34" charset="0"/>
            </a:endParaRPr>
          </a:p>
        </p:txBody>
      </p:sp>
      <p:sp>
        <p:nvSpPr>
          <p:cNvPr id="5" name="Freeform 9"/>
          <p:cNvSpPr>
            <a:spLocks/>
          </p:cNvSpPr>
          <p:nvPr userDrawn="1"/>
        </p:nvSpPr>
        <p:spPr bwMode="auto">
          <a:xfrm>
            <a:off x="3112" y="296368"/>
            <a:ext cx="1375826" cy="864380"/>
          </a:xfrm>
          <a:custGeom>
            <a:avLst/>
            <a:gdLst>
              <a:gd name="T0" fmla="*/ 756 w 867"/>
              <a:gd name="T1" fmla="*/ 493 h 493"/>
              <a:gd name="T2" fmla="*/ 0 w 867"/>
              <a:gd name="T3" fmla="*/ 493 h 493"/>
              <a:gd name="T4" fmla="*/ 0 w 867"/>
              <a:gd name="T5" fmla="*/ 0 h 493"/>
              <a:gd name="T6" fmla="*/ 756 w 867"/>
              <a:gd name="T7" fmla="*/ 0 h 493"/>
              <a:gd name="T8" fmla="*/ 867 w 867"/>
              <a:gd name="T9" fmla="*/ 248 h 493"/>
              <a:gd name="T10" fmla="*/ 756 w 867"/>
              <a:gd name="T11" fmla="*/ 493 h 493"/>
            </a:gdLst>
            <a:ahLst/>
            <a:cxnLst>
              <a:cxn ang="0">
                <a:pos x="T0" y="T1"/>
              </a:cxn>
              <a:cxn ang="0">
                <a:pos x="T2" y="T3"/>
              </a:cxn>
              <a:cxn ang="0">
                <a:pos x="T4" y="T5"/>
              </a:cxn>
              <a:cxn ang="0">
                <a:pos x="T6" y="T7"/>
              </a:cxn>
              <a:cxn ang="0">
                <a:pos x="T8" y="T9"/>
              </a:cxn>
              <a:cxn ang="0">
                <a:pos x="T10" y="T11"/>
              </a:cxn>
            </a:cxnLst>
            <a:rect l="0" t="0" r="r" b="b"/>
            <a:pathLst>
              <a:path w="867" h="493">
                <a:moveTo>
                  <a:pt x="756" y="493"/>
                </a:moveTo>
                <a:lnTo>
                  <a:pt x="0" y="493"/>
                </a:lnTo>
                <a:lnTo>
                  <a:pt x="0" y="0"/>
                </a:lnTo>
                <a:lnTo>
                  <a:pt x="756" y="0"/>
                </a:lnTo>
                <a:lnTo>
                  <a:pt x="867" y="248"/>
                </a:lnTo>
                <a:lnTo>
                  <a:pt x="756" y="493"/>
                </a:lnTo>
                <a:close/>
              </a:path>
            </a:pathLst>
          </a:custGeom>
          <a:solidFill>
            <a:srgbClr val="00B0F0"/>
          </a:solidFill>
          <a:ln w="9525" cap="flat" cmpd="sng" algn="ctr">
            <a:noFill/>
            <a:prstDash val="solid"/>
            <a:round/>
            <a:headEnd type="none" w="med" len="med"/>
            <a:tailEnd type="none" w="med" len="med"/>
          </a:ln>
          <a:effectLst/>
        </p:spPr>
        <p:txBody>
          <a:bodyPr rot="0" spcFirstLastPara="0" vertOverflow="overflow" horzOverflow="overflow" vert="horz" wrap="square" lIns="91404" tIns="45702" rIns="91404" bIns="45702" numCol="1" spcCol="0" rtlCol="0" fromWordArt="0" anchor="t" anchorCtr="0" forceAA="0" compatLnSpc="1">
            <a:prstTxWarp prst="textNoShape">
              <a:avLst/>
            </a:prstTxWarp>
            <a:noAutofit/>
          </a:bodyPr>
          <a:lstStyle/>
          <a:p>
            <a:endParaRPr lang="zh-CN" altLang="en-US" sz="1799">
              <a:latin typeface="+mn-lt"/>
              <a:ea typeface="+mn-ea"/>
            </a:endParaRPr>
          </a:p>
        </p:txBody>
      </p:sp>
      <p:sp>
        <p:nvSpPr>
          <p:cNvPr id="6" name="Freeform 11"/>
          <p:cNvSpPr>
            <a:spLocks/>
          </p:cNvSpPr>
          <p:nvPr userDrawn="1"/>
        </p:nvSpPr>
        <p:spPr bwMode="auto">
          <a:xfrm>
            <a:off x="1245702" y="296368"/>
            <a:ext cx="233272" cy="864380"/>
          </a:xfrm>
          <a:custGeom>
            <a:avLst/>
            <a:gdLst>
              <a:gd name="T0" fmla="*/ 33 w 147"/>
              <a:gd name="T1" fmla="*/ 0 h 493"/>
              <a:gd name="T2" fmla="*/ 0 w 147"/>
              <a:gd name="T3" fmla="*/ 0 h 493"/>
              <a:gd name="T4" fmla="*/ 114 w 147"/>
              <a:gd name="T5" fmla="*/ 248 h 493"/>
              <a:gd name="T6" fmla="*/ 0 w 147"/>
              <a:gd name="T7" fmla="*/ 493 h 493"/>
              <a:gd name="T8" fmla="*/ 33 w 147"/>
              <a:gd name="T9" fmla="*/ 493 h 493"/>
              <a:gd name="T10" fmla="*/ 147 w 147"/>
              <a:gd name="T11" fmla="*/ 248 h 493"/>
              <a:gd name="T12" fmla="*/ 33 w 147"/>
              <a:gd name="T13" fmla="*/ 0 h 493"/>
            </a:gdLst>
            <a:ahLst/>
            <a:cxnLst>
              <a:cxn ang="0">
                <a:pos x="T0" y="T1"/>
              </a:cxn>
              <a:cxn ang="0">
                <a:pos x="T2" y="T3"/>
              </a:cxn>
              <a:cxn ang="0">
                <a:pos x="T4" y="T5"/>
              </a:cxn>
              <a:cxn ang="0">
                <a:pos x="T6" y="T7"/>
              </a:cxn>
              <a:cxn ang="0">
                <a:pos x="T8" y="T9"/>
              </a:cxn>
              <a:cxn ang="0">
                <a:pos x="T10" y="T11"/>
              </a:cxn>
              <a:cxn ang="0">
                <a:pos x="T12" y="T13"/>
              </a:cxn>
            </a:cxnLst>
            <a:rect l="0" t="0" r="r" b="b"/>
            <a:pathLst>
              <a:path w="147" h="493">
                <a:moveTo>
                  <a:pt x="33" y="0"/>
                </a:moveTo>
                <a:lnTo>
                  <a:pt x="0" y="0"/>
                </a:lnTo>
                <a:lnTo>
                  <a:pt x="114" y="248"/>
                </a:lnTo>
                <a:lnTo>
                  <a:pt x="0" y="493"/>
                </a:lnTo>
                <a:lnTo>
                  <a:pt x="33" y="493"/>
                </a:lnTo>
                <a:lnTo>
                  <a:pt x="147" y="248"/>
                </a:lnTo>
                <a:lnTo>
                  <a:pt x="33" y="0"/>
                </a:lnTo>
                <a:close/>
              </a:path>
            </a:pathLst>
          </a:custGeom>
          <a:solidFill>
            <a:srgbClr val="0B9CE5"/>
          </a:solidFill>
          <a:ln w="9525" cap="flat" cmpd="sng" algn="ctr">
            <a:noFill/>
            <a:prstDash val="solid"/>
            <a:round/>
            <a:headEnd type="none" w="med" len="med"/>
            <a:tailEnd type="none" w="med" len="med"/>
          </a:ln>
          <a:effectLst/>
        </p:spPr>
        <p:txBody>
          <a:bodyPr rot="0" spcFirstLastPara="0" vertOverflow="overflow" horzOverflow="overflow" vert="horz" wrap="square" lIns="91404" tIns="45702" rIns="91404" bIns="45702" numCol="1" spcCol="0" rtlCol="0" fromWordArt="0" anchor="t" anchorCtr="0" forceAA="0" compatLnSpc="1">
            <a:prstTxWarp prst="textNoShape">
              <a:avLst/>
            </a:prstTxWarp>
            <a:noAutofit/>
          </a:bodyPr>
          <a:lstStyle/>
          <a:p>
            <a:endParaRPr lang="zh-CN" altLang="en-US" sz="1799">
              <a:latin typeface="+mn-lt"/>
              <a:ea typeface="+mn-ea"/>
            </a:endParaRPr>
          </a:p>
        </p:txBody>
      </p:sp>
      <p:grpSp>
        <p:nvGrpSpPr>
          <p:cNvPr id="7" name="组合 6"/>
          <p:cNvGrpSpPr/>
          <p:nvPr userDrawn="1"/>
        </p:nvGrpSpPr>
        <p:grpSpPr>
          <a:xfrm>
            <a:off x="443199" y="440668"/>
            <a:ext cx="533761" cy="533470"/>
            <a:chOff x="2960687" y="4865687"/>
            <a:chExt cx="1698626" cy="1697038"/>
          </a:xfrm>
          <a:solidFill>
            <a:schemeClr val="bg1"/>
          </a:solidFill>
        </p:grpSpPr>
        <p:sp>
          <p:nvSpPr>
            <p:cNvPr id="8" name="Freeform 6"/>
            <p:cNvSpPr>
              <a:spLocks/>
            </p:cNvSpPr>
            <p:nvPr/>
          </p:nvSpPr>
          <p:spPr bwMode="auto">
            <a:xfrm>
              <a:off x="2960687" y="5251450"/>
              <a:ext cx="1311275" cy="1311275"/>
            </a:xfrm>
            <a:custGeom>
              <a:avLst/>
              <a:gdLst>
                <a:gd name="T0" fmla="*/ 1114 w 1293"/>
                <a:gd name="T1" fmla="*/ 294 h 1293"/>
                <a:gd name="T2" fmla="*/ 1233 w 1293"/>
                <a:gd name="T3" fmla="*/ 647 h 1293"/>
                <a:gd name="T4" fmla="*/ 647 w 1293"/>
                <a:gd name="T5" fmla="*/ 1233 h 1293"/>
                <a:gd name="T6" fmla="*/ 60 w 1293"/>
                <a:gd name="T7" fmla="*/ 647 h 1293"/>
                <a:gd name="T8" fmla="*/ 647 w 1293"/>
                <a:gd name="T9" fmla="*/ 60 h 1293"/>
                <a:gd name="T10" fmla="*/ 1001 w 1293"/>
                <a:gd name="T11" fmla="*/ 180 h 1293"/>
                <a:gd name="T12" fmla="*/ 1044 w 1293"/>
                <a:gd name="T13" fmla="*/ 137 h 1293"/>
                <a:gd name="T14" fmla="*/ 647 w 1293"/>
                <a:gd name="T15" fmla="*/ 0 h 1293"/>
                <a:gd name="T16" fmla="*/ 0 w 1293"/>
                <a:gd name="T17" fmla="*/ 647 h 1293"/>
                <a:gd name="T18" fmla="*/ 647 w 1293"/>
                <a:gd name="T19" fmla="*/ 1293 h 1293"/>
                <a:gd name="T20" fmla="*/ 1293 w 1293"/>
                <a:gd name="T21" fmla="*/ 647 h 1293"/>
                <a:gd name="T22" fmla="*/ 1157 w 1293"/>
                <a:gd name="T23" fmla="*/ 251 h 1293"/>
                <a:gd name="T24" fmla="*/ 1114 w 1293"/>
                <a:gd name="T25" fmla="*/ 294 h 12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93" h="1293">
                  <a:moveTo>
                    <a:pt x="1114" y="294"/>
                  </a:moveTo>
                  <a:cubicBezTo>
                    <a:pt x="1189" y="392"/>
                    <a:pt x="1233" y="514"/>
                    <a:pt x="1233" y="647"/>
                  </a:cubicBezTo>
                  <a:cubicBezTo>
                    <a:pt x="1233" y="970"/>
                    <a:pt x="970" y="1233"/>
                    <a:pt x="647" y="1233"/>
                  </a:cubicBezTo>
                  <a:cubicBezTo>
                    <a:pt x="323" y="1233"/>
                    <a:pt x="60" y="970"/>
                    <a:pt x="60" y="647"/>
                  </a:cubicBezTo>
                  <a:cubicBezTo>
                    <a:pt x="60" y="323"/>
                    <a:pt x="323" y="60"/>
                    <a:pt x="647" y="60"/>
                  </a:cubicBezTo>
                  <a:cubicBezTo>
                    <a:pt x="780" y="60"/>
                    <a:pt x="903" y="105"/>
                    <a:pt x="1001" y="180"/>
                  </a:cubicBezTo>
                  <a:cubicBezTo>
                    <a:pt x="1044" y="137"/>
                    <a:pt x="1044" y="137"/>
                    <a:pt x="1044" y="137"/>
                  </a:cubicBezTo>
                  <a:cubicBezTo>
                    <a:pt x="934" y="52"/>
                    <a:pt x="796" y="0"/>
                    <a:pt x="647" y="0"/>
                  </a:cubicBezTo>
                  <a:cubicBezTo>
                    <a:pt x="290" y="0"/>
                    <a:pt x="0" y="290"/>
                    <a:pt x="0" y="647"/>
                  </a:cubicBezTo>
                  <a:cubicBezTo>
                    <a:pt x="0" y="1003"/>
                    <a:pt x="290" y="1293"/>
                    <a:pt x="647" y="1293"/>
                  </a:cubicBezTo>
                  <a:cubicBezTo>
                    <a:pt x="1003" y="1293"/>
                    <a:pt x="1293" y="1003"/>
                    <a:pt x="1293" y="647"/>
                  </a:cubicBezTo>
                  <a:cubicBezTo>
                    <a:pt x="1293" y="498"/>
                    <a:pt x="1242" y="360"/>
                    <a:pt x="1157" y="251"/>
                  </a:cubicBezTo>
                  <a:lnTo>
                    <a:pt x="1114" y="29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sp>
          <p:nvSpPr>
            <p:cNvPr id="9" name="Freeform 7"/>
            <p:cNvSpPr>
              <a:spLocks/>
            </p:cNvSpPr>
            <p:nvPr/>
          </p:nvSpPr>
          <p:spPr bwMode="auto">
            <a:xfrm>
              <a:off x="3168650" y="5459413"/>
              <a:ext cx="895350" cy="895350"/>
            </a:xfrm>
            <a:custGeom>
              <a:avLst/>
              <a:gdLst>
                <a:gd name="T0" fmla="*/ 762 w 883"/>
                <a:gd name="T1" fmla="*/ 235 h 883"/>
                <a:gd name="T2" fmla="*/ 823 w 883"/>
                <a:gd name="T3" fmla="*/ 442 h 883"/>
                <a:gd name="T4" fmla="*/ 442 w 883"/>
                <a:gd name="T5" fmla="*/ 823 h 883"/>
                <a:gd name="T6" fmla="*/ 60 w 883"/>
                <a:gd name="T7" fmla="*/ 442 h 883"/>
                <a:gd name="T8" fmla="*/ 442 w 883"/>
                <a:gd name="T9" fmla="*/ 60 h 883"/>
                <a:gd name="T10" fmla="*/ 649 w 883"/>
                <a:gd name="T11" fmla="*/ 122 h 883"/>
                <a:gd name="T12" fmla="*/ 692 w 883"/>
                <a:gd name="T13" fmla="*/ 78 h 883"/>
                <a:gd name="T14" fmla="*/ 442 w 883"/>
                <a:gd name="T15" fmla="*/ 0 h 883"/>
                <a:gd name="T16" fmla="*/ 0 w 883"/>
                <a:gd name="T17" fmla="*/ 442 h 883"/>
                <a:gd name="T18" fmla="*/ 442 w 883"/>
                <a:gd name="T19" fmla="*/ 883 h 883"/>
                <a:gd name="T20" fmla="*/ 883 w 883"/>
                <a:gd name="T21" fmla="*/ 442 h 883"/>
                <a:gd name="T22" fmla="*/ 806 w 883"/>
                <a:gd name="T23" fmla="*/ 192 h 883"/>
                <a:gd name="T24" fmla="*/ 762 w 883"/>
                <a:gd name="T25" fmla="*/ 235 h 8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83" h="883">
                  <a:moveTo>
                    <a:pt x="762" y="235"/>
                  </a:moveTo>
                  <a:cubicBezTo>
                    <a:pt x="801" y="295"/>
                    <a:pt x="823" y="366"/>
                    <a:pt x="823" y="442"/>
                  </a:cubicBezTo>
                  <a:cubicBezTo>
                    <a:pt x="823" y="652"/>
                    <a:pt x="652" y="823"/>
                    <a:pt x="442" y="823"/>
                  </a:cubicBezTo>
                  <a:cubicBezTo>
                    <a:pt x="231" y="823"/>
                    <a:pt x="60" y="652"/>
                    <a:pt x="60" y="442"/>
                  </a:cubicBezTo>
                  <a:cubicBezTo>
                    <a:pt x="60" y="231"/>
                    <a:pt x="231" y="60"/>
                    <a:pt x="442" y="60"/>
                  </a:cubicBezTo>
                  <a:cubicBezTo>
                    <a:pt x="518" y="60"/>
                    <a:pt x="589" y="83"/>
                    <a:pt x="649" y="122"/>
                  </a:cubicBezTo>
                  <a:cubicBezTo>
                    <a:pt x="692" y="78"/>
                    <a:pt x="692" y="78"/>
                    <a:pt x="692" y="78"/>
                  </a:cubicBezTo>
                  <a:cubicBezTo>
                    <a:pt x="621" y="29"/>
                    <a:pt x="535" y="0"/>
                    <a:pt x="442" y="0"/>
                  </a:cubicBezTo>
                  <a:cubicBezTo>
                    <a:pt x="198" y="0"/>
                    <a:pt x="0" y="198"/>
                    <a:pt x="0" y="442"/>
                  </a:cubicBezTo>
                  <a:cubicBezTo>
                    <a:pt x="0" y="685"/>
                    <a:pt x="198" y="883"/>
                    <a:pt x="442" y="883"/>
                  </a:cubicBezTo>
                  <a:cubicBezTo>
                    <a:pt x="685" y="883"/>
                    <a:pt x="883" y="685"/>
                    <a:pt x="883" y="442"/>
                  </a:cubicBezTo>
                  <a:cubicBezTo>
                    <a:pt x="883" y="349"/>
                    <a:pt x="855" y="263"/>
                    <a:pt x="806" y="192"/>
                  </a:cubicBezTo>
                  <a:lnTo>
                    <a:pt x="762" y="23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sp>
          <p:nvSpPr>
            <p:cNvPr id="10" name="Freeform 8"/>
            <p:cNvSpPr>
              <a:spLocks/>
            </p:cNvSpPr>
            <p:nvPr/>
          </p:nvSpPr>
          <p:spPr bwMode="auto">
            <a:xfrm>
              <a:off x="3384550" y="5675313"/>
              <a:ext cx="463550" cy="463550"/>
            </a:xfrm>
            <a:custGeom>
              <a:avLst/>
              <a:gdLst>
                <a:gd name="T0" fmla="*/ 390 w 457"/>
                <a:gd name="T1" fmla="*/ 181 h 457"/>
                <a:gd name="T2" fmla="*/ 397 w 457"/>
                <a:gd name="T3" fmla="*/ 229 h 457"/>
                <a:gd name="T4" fmla="*/ 229 w 457"/>
                <a:gd name="T5" fmla="*/ 397 h 457"/>
                <a:gd name="T6" fmla="*/ 60 w 457"/>
                <a:gd name="T7" fmla="*/ 229 h 457"/>
                <a:gd name="T8" fmla="*/ 229 w 457"/>
                <a:gd name="T9" fmla="*/ 60 h 457"/>
                <a:gd name="T10" fmla="*/ 277 w 457"/>
                <a:gd name="T11" fmla="*/ 67 h 457"/>
                <a:gd name="T12" fmla="*/ 324 w 457"/>
                <a:gd name="T13" fmla="*/ 21 h 457"/>
                <a:gd name="T14" fmla="*/ 229 w 457"/>
                <a:gd name="T15" fmla="*/ 0 h 457"/>
                <a:gd name="T16" fmla="*/ 0 w 457"/>
                <a:gd name="T17" fmla="*/ 229 h 457"/>
                <a:gd name="T18" fmla="*/ 229 w 457"/>
                <a:gd name="T19" fmla="*/ 457 h 457"/>
                <a:gd name="T20" fmla="*/ 457 w 457"/>
                <a:gd name="T21" fmla="*/ 229 h 457"/>
                <a:gd name="T22" fmla="*/ 437 w 457"/>
                <a:gd name="T23" fmla="*/ 134 h 457"/>
                <a:gd name="T24" fmla="*/ 390 w 457"/>
                <a:gd name="T25" fmla="*/ 181 h 4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57" h="457">
                  <a:moveTo>
                    <a:pt x="390" y="181"/>
                  </a:moveTo>
                  <a:cubicBezTo>
                    <a:pt x="395" y="196"/>
                    <a:pt x="397" y="212"/>
                    <a:pt x="397" y="229"/>
                  </a:cubicBezTo>
                  <a:cubicBezTo>
                    <a:pt x="397" y="322"/>
                    <a:pt x="322" y="397"/>
                    <a:pt x="229" y="397"/>
                  </a:cubicBezTo>
                  <a:cubicBezTo>
                    <a:pt x="136" y="397"/>
                    <a:pt x="60" y="322"/>
                    <a:pt x="60" y="229"/>
                  </a:cubicBezTo>
                  <a:cubicBezTo>
                    <a:pt x="60" y="136"/>
                    <a:pt x="136" y="60"/>
                    <a:pt x="229" y="60"/>
                  </a:cubicBezTo>
                  <a:cubicBezTo>
                    <a:pt x="245" y="60"/>
                    <a:pt x="262" y="63"/>
                    <a:pt x="277" y="67"/>
                  </a:cubicBezTo>
                  <a:cubicBezTo>
                    <a:pt x="324" y="21"/>
                    <a:pt x="324" y="21"/>
                    <a:pt x="324" y="21"/>
                  </a:cubicBezTo>
                  <a:cubicBezTo>
                    <a:pt x="295" y="8"/>
                    <a:pt x="263" y="0"/>
                    <a:pt x="229" y="0"/>
                  </a:cubicBezTo>
                  <a:cubicBezTo>
                    <a:pt x="103" y="0"/>
                    <a:pt x="0" y="103"/>
                    <a:pt x="0" y="229"/>
                  </a:cubicBezTo>
                  <a:cubicBezTo>
                    <a:pt x="0" y="355"/>
                    <a:pt x="103" y="457"/>
                    <a:pt x="229" y="457"/>
                  </a:cubicBezTo>
                  <a:cubicBezTo>
                    <a:pt x="355" y="457"/>
                    <a:pt x="457" y="355"/>
                    <a:pt x="457" y="229"/>
                  </a:cubicBezTo>
                  <a:cubicBezTo>
                    <a:pt x="457" y="195"/>
                    <a:pt x="450" y="163"/>
                    <a:pt x="437" y="134"/>
                  </a:cubicBezTo>
                  <a:lnTo>
                    <a:pt x="390" y="18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sp>
          <p:nvSpPr>
            <p:cNvPr id="11" name="Freeform 9"/>
            <p:cNvSpPr>
              <a:spLocks/>
            </p:cNvSpPr>
            <p:nvPr/>
          </p:nvSpPr>
          <p:spPr bwMode="auto">
            <a:xfrm>
              <a:off x="3582988" y="5092700"/>
              <a:ext cx="850900" cy="844550"/>
            </a:xfrm>
            <a:custGeom>
              <a:avLst/>
              <a:gdLst>
                <a:gd name="T0" fmla="*/ 33 w 839"/>
                <a:gd name="T1" fmla="*/ 834 h 834"/>
                <a:gd name="T2" fmla="*/ 11 w 839"/>
                <a:gd name="T3" fmla="*/ 825 h 834"/>
                <a:gd name="T4" fmla="*/ 11 w 839"/>
                <a:gd name="T5" fmla="*/ 782 h 834"/>
                <a:gd name="T6" fmla="*/ 785 w 839"/>
                <a:gd name="T7" fmla="*/ 12 h 834"/>
                <a:gd name="T8" fmla="*/ 827 w 839"/>
                <a:gd name="T9" fmla="*/ 12 h 834"/>
                <a:gd name="T10" fmla="*/ 827 w 839"/>
                <a:gd name="T11" fmla="*/ 54 h 834"/>
                <a:gd name="T12" fmla="*/ 54 w 839"/>
                <a:gd name="T13" fmla="*/ 825 h 834"/>
                <a:gd name="T14" fmla="*/ 33 w 839"/>
                <a:gd name="T15" fmla="*/ 834 h 83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39" h="834">
                  <a:moveTo>
                    <a:pt x="33" y="834"/>
                  </a:moveTo>
                  <a:cubicBezTo>
                    <a:pt x="25" y="834"/>
                    <a:pt x="17" y="831"/>
                    <a:pt x="11" y="825"/>
                  </a:cubicBezTo>
                  <a:cubicBezTo>
                    <a:pt x="0" y="813"/>
                    <a:pt x="0" y="794"/>
                    <a:pt x="11" y="782"/>
                  </a:cubicBezTo>
                  <a:cubicBezTo>
                    <a:pt x="785" y="12"/>
                    <a:pt x="785" y="12"/>
                    <a:pt x="785" y="12"/>
                  </a:cubicBezTo>
                  <a:cubicBezTo>
                    <a:pt x="796" y="0"/>
                    <a:pt x="815" y="0"/>
                    <a:pt x="827" y="12"/>
                  </a:cubicBezTo>
                  <a:cubicBezTo>
                    <a:pt x="839" y="24"/>
                    <a:pt x="839" y="43"/>
                    <a:pt x="827" y="54"/>
                  </a:cubicBezTo>
                  <a:cubicBezTo>
                    <a:pt x="54" y="825"/>
                    <a:pt x="54" y="825"/>
                    <a:pt x="54" y="825"/>
                  </a:cubicBezTo>
                  <a:cubicBezTo>
                    <a:pt x="48" y="831"/>
                    <a:pt x="40" y="834"/>
                    <a:pt x="33" y="83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sp>
          <p:nvSpPr>
            <p:cNvPr id="12" name="Freeform 10"/>
            <p:cNvSpPr>
              <a:spLocks noEditPoints="1"/>
            </p:cNvSpPr>
            <p:nvPr/>
          </p:nvSpPr>
          <p:spPr bwMode="auto">
            <a:xfrm>
              <a:off x="4140200" y="4865687"/>
              <a:ext cx="301625" cy="500063"/>
            </a:xfrm>
            <a:custGeom>
              <a:avLst/>
              <a:gdLst>
                <a:gd name="T0" fmla="*/ 50 w 298"/>
                <a:gd name="T1" fmla="*/ 492 h 492"/>
                <a:gd name="T2" fmla="*/ 40 w 298"/>
                <a:gd name="T3" fmla="*/ 490 h 492"/>
                <a:gd name="T4" fmla="*/ 20 w 298"/>
                <a:gd name="T5" fmla="*/ 464 h 492"/>
                <a:gd name="T6" fmla="*/ 1 w 298"/>
                <a:gd name="T7" fmla="*/ 252 h 492"/>
                <a:gd name="T8" fmla="*/ 10 w 298"/>
                <a:gd name="T9" fmla="*/ 228 h 492"/>
                <a:gd name="T10" fmla="*/ 227 w 298"/>
                <a:gd name="T11" fmla="*/ 11 h 492"/>
                <a:gd name="T12" fmla="*/ 259 w 298"/>
                <a:gd name="T13" fmla="*/ 4 h 492"/>
                <a:gd name="T14" fmla="*/ 278 w 298"/>
                <a:gd name="T15" fmla="*/ 29 h 492"/>
                <a:gd name="T16" fmla="*/ 297 w 298"/>
                <a:gd name="T17" fmla="*/ 242 h 492"/>
                <a:gd name="T18" fmla="*/ 289 w 298"/>
                <a:gd name="T19" fmla="*/ 266 h 492"/>
                <a:gd name="T20" fmla="*/ 71 w 298"/>
                <a:gd name="T21" fmla="*/ 483 h 492"/>
                <a:gd name="T22" fmla="*/ 50 w 298"/>
                <a:gd name="T23" fmla="*/ 492 h 492"/>
                <a:gd name="T24" fmla="*/ 62 w 298"/>
                <a:gd name="T25" fmla="*/ 260 h 492"/>
                <a:gd name="T26" fmla="*/ 74 w 298"/>
                <a:gd name="T27" fmla="*/ 395 h 492"/>
                <a:gd name="T28" fmla="*/ 236 w 298"/>
                <a:gd name="T29" fmla="*/ 233 h 492"/>
                <a:gd name="T30" fmla="*/ 224 w 298"/>
                <a:gd name="T31" fmla="*/ 99 h 492"/>
                <a:gd name="T32" fmla="*/ 62 w 298"/>
                <a:gd name="T33" fmla="*/ 260 h 4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98" h="492">
                  <a:moveTo>
                    <a:pt x="50" y="492"/>
                  </a:moveTo>
                  <a:cubicBezTo>
                    <a:pt x="46" y="492"/>
                    <a:pt x="43" y="491"/>
                    <a:pt x="40" y="490"/>
                  </a:cubicBezTo>
                  <a:cubicBezTo>
                    <a:pt x="29" y="486"/>
                    <a:pt x="21" y="476"/>
                    <a:pt x="20" y="464"/>
                  </a:cubicBezTo>
                  <a:cubicBezTo>
                    <a:pt x="1" y="252"/>
                    <a:pt x="1" y="252"/>
                    <a:pt x="1" y="252"/>
                  </a:cubicBezTo>
                  <a:cubicBezTo>
                    <a:pt x="0" y="243"/>
                    <a:pt x="3" y="234"/>
                    <a:pt x="10" y="228"/>
                  </a:cubicBezTo>
                  <a:cubicBezTo>
                    <a:pt x="227" y="11"/>
                    <a:pt x="227" y="11"/>
                    <a:pt x="227" y="11"/>
                  </a:cubicBezTo>
                  <a:cubicBezTo>
                    <a:pt x="235" y="2"/>
                    <a:pt x="248" y="0"/>
                    <a:pt x="259" y="4"/>
                  </a:cubicBezTo>
                  <a:cubicBezTo>
                    <a:pt x="270" y="7"/>
                    <a:pt x="277" y="17"/>
                    <a:pt x="278" y="29"/>
                  </a:cubicBezTo>
                  <a:cubicBezTo>
                    <a:pt x="297" y="242"/>
                    <a:pt x="297" y="242"/>
                    <a:pt x="297" y="242"/>
                  </a:cubicBezTo>
                  <a:cubicBezTo>
                    <a:pt x="298" y="251"/>
                    <a:pt x="295" y="259"/>
                    <a:pt x="289" y="266"/>
                  </a:cubicBezTo>
                  <a:cubicBezTo>
                    <a:pt x="71" y="483"/>
                    <a:pt x="71" y="483"/>
                    <a:pt x="71" y="483"/>
                  </a:cubicBezTo>
                  <a:cubicBezTo>
                    <a:pt x="65" y="489"/>
                    <a:pt x="58" y="492"/>
                    <a:pt x="50" y="492"/>
                  </a:cubicBezTo>
                  <a:close/>
                  <a:moveTo>
                    <a:pt x="62" y="260"/>
                  </a:moveTo>
                  <a:cubicBezTo>
                    <a:pt x="74" y="395"/>
                    <a:pt x="74" y="395"/>
                    <a:pt x="74" y="395"/>
                  </a:cubicBezTo>
                  <a:cubicBezTo>
                    <a:pt x="236" y="233"/>
                    <a:pt x="236" y="233"/>
                    <a:pt x="236" y="233"/>
                  </a:cubicBezTo>
                  <a:cubicBezTo>
                    <a:pt x="224" y="99"/>
                    <a:pt x="224" y="99"/>
                    <a:pt x="224" y="99"/>
                  </a:cubicBezTo>
                  <a:lnTo>
                    <a:pt x="62" y="26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sp>
          <p:nvSpPr>
            <p:cNvPr id="13" name="Freeform 11"/>
            <p:cNvSpPr>
              <a:spLocks noEditPoints="1"/>
            </p:cNvSpPr>
            <p:nvPr/>
          </p:nvSpPr>
          <p:spPr bwMode="auto">
            <a:xfrm>
              <a:off x="4157663" y="5083175"/>
              <a:ext cx="501650" cy="301625"/>
            </a:xfrm>
            <a:custGeom>
              <a:avLst/>
              <a:gdLst>
                <a:gd name="T0" fmla="*/ 245 w 494"/>
                <a:gd name="T1" fmla="*/ 297 h 297"/>
                <a:gd name="T2" fmla="*/ 242 w 494"/>
                <a:gd name="T3" fmla="*/ 296 h 297"/>
                <a:gd name="T4" fmla="*/ 29 w 494"/>
                <a:gd name="T5" fmla="*/ 278 h 297"/>
                <a:gd name="T6" fmla="*/ 4 w 494"/>
                <a:gd name="T7" fmla="*/ 258 h 297"/>
                <a:gd name="T8" fmla="*/ 11 w 494"/>
                <a:gd name="T9" fmla="*/ 226 h 297"/>
                <a:gd name="T10" fmla="*/ 228 w 494"/>
                <a:gd name="T11" fmla="*/ 9 h 297"/>
                <a:gd name="T12" fmla="*/ 252 w 494"/>
                <a:gd name="T13" fmla="*/ 0 h 297"/>
                <a:gd name="T14" fmla="*/ 464 w 494"/>
                <a:gd name="T15" fmla="*/ 19 h 297"/>
                <a:gd name="T16" fmla="*/ 490 w 494"/>
                <a:gd name="T17" fmla="*/ 39 h 297"/>
                <a:gd name="T18" fmla="*/ 483 w 494"/>
                <a:gd name="T19" fmla="*/ 70 h 297"/>
                <a:gd name="T20" fmla="*/ 266 w 494"/>
                <a:gd name="T21" fmla="*/ 288 h 297"/>
                <a:gd name="T22" fmla="*/ 245 w 494"/>
                <a:gd name="T23" fmla="*/ 297 h 297"/>
                <a:gd name="T24" fmla="*/ 99 w 494"/>
                <a:gd name="T25" fmla="*/ 223 h 297"/>
                <a:gd name="T26" fmla="*/ 233 w 494"/>
                <a:gd name="T27" fmla="*/ 235 h 297"/>
                <a:gd name="T28" fmla="*/ 395 w 494"/>
                <a:gd name="T29" fmla="*/ 73 h 297"/>
                <a:gd name="T30" fmla="*/ 261 w 494"/>
                <a:gd name="T31" fmla="*/ 62 h 297"/>
                <a:gd name="T32" fmla="*/ 99 w 494"/>
                <a:gd name="T33" fmla="*/ 223 h 2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94" h="297">
                  <a:moveTo>
                    <a:pt x="245" y="297"/>
                  </a:moveTo>
                  <a:cubicBezTo>
                    <a:pt x="244" y="297"/>
                    <a:pt x="243" y="297"/>
                    <a:pt x="242" y="296"/>
                  </a:cubicBezTo>
                  <a:cubicBezTo>
                    <a:pt x="29" y="278"/>
                    <a:pt x="29" y="278"/>
                    <a:pt x="29" y="278"/>
                  </a:cubicBezTo>
                  <a:cubicBezTo>
                    <a:pt x="18" y="277"/>
                    <a:pt x="8" y="269"/>
                    <a:pt x="4" y="258"/>
                  </a:cubicBezTo>
                  <a:cubicBezTo>
                    <a:pt x="0" y="247"/>
                    <a:pt x="2" y="235"/>
                    <a:pt x="11" y="226"/>
                  </a:cubicBezTo>
                  <a:cubicBezTo>
                    <a:pt x="228" y="9"/>
                    <a:pt x="228" y="9"/>
                    <a:pt x="228" y="9"/>
                  </a:cubicBezTo>
                  <a:cubicBezTo>
                    <a:pt x="234" y="3"/>
                    <a:pt x="243" y="0"/>
                    <a:pt x="252" y="0"/>
                  </a:cubicBezTo>
                  <a:cubicBezTo>
                    <a:pt x="464" y="19"/>
                    <a:pt x="464" y="19"/>
                    <a:pt x="464" y="19"/>
                  </a:cubicBezTo>
                  <a:cubicBezTo>
                    <a:pt x="476" y="20"/>
                    <a:pt x="486" y="28"/>
                    <a:pt x="490" y="39"/>
                  </a:cubicBezTo>
                  <a:cubicBezTo>
                    <a:pt x="494" y="50"/>
                    <a:pt x="491" y="62"/>
                    <a:pt x="483" y="70"/>
                  </a:cubicBezTo>
                  <a:cubicBezTo>
                    <a:pt x="266" y="288"/>
                    <a:pt x="266" y="288"/>
                    <a:pt x="266" y="288"/>
                  </a:cubicBezTo>
                  <a:cubicBezTo>
                    <a:pt x="260" y="293"/>
                    <a:pt x="252" y="297"/>
                    <a:pt x="245" y="297"/>
                  </a:cubicBezTo>
                  <a:close/>
                  <a:moveTo>
                    <a:pt x="99" y="223"/>
                  </a:moveTo>
                  <a:cubicBezTo>
                    <a:pt x="233" y="235"/>
                    <a:pt x="233" y="235"/>
                    <a:pt x="233" y="235"/>
                  </a:cubicBezTo>
                  <a:cubicBezTo>
                    <a:pt x="395" y="73"/>
                    <a:pt x="395" y="73"/>
                    <a:pt x="395" y="73"/>
                  </a:cubicBezTo>
                  <a:cubicBezTo>
                    <a:pt x="261" y="62"/>
                    <a:pt x="261" y="62"/>
                    <a:pt x="261" y="62"/>
                  </a:cubicBezTo>
                  <a:lnTo>
                    <a:pt x="99" y="22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grpSp>
      <p:sp>
        <p:nvSpPr>
          <p:cNvPr id="14" name="Freeform 6"/>
          <p:cNvSpPr>
            <a:spLocks/>
          </p:cNvSpPr>
          <p:nvPr userDrawn="1"/>
        </p:nvSpPr>
        <p:spPr bwMode="auto">
          <a:xfrm>
            <a:off x="3211785" y="296368"/>
            <a:ext cx="8975455" cy="864888"/>
          </a:xfrm>
          <a:custGeom>
            <a:avLst/>
            <a:gdLst>
              <a:gd name="T0" fmla="*/ 6409 w 6533"/>
              <a:gd name="T1" fmla="*/ 0 h 617"/>
              <a:gd name="T2" fmla="*/ 0 w 6533"/>
              <a:gd name="T3" fmla="*/ 0 h 617"/>
              <a:gd name="T4" fmla="*/ 126 w 6533"/>
              <a:gd name="T5" fmla="*/ 310 h 617"/>
              <a:gd name="T6" fmla="*/ 0 w 6533"/>
              <a:gd name="T7" fmla="*/ 617 h 617"/>
              <a:gd name="T8" fmla="*/ 6409 w 6533"/>
              <a:gd name="T9" fmla="*/ 617 h 617"/>
              <a:gd name="T10" fmla="*/ 6533 w 6533"/>
              <a:gd name="T11" fmla="*/ 310 h 617"/>
              <a:gd name="T12" fmla="*/ 6409 w 6533"/>
              <a:gd name="T13" fmla="*/ 0 h 617"/>
              <a:gd name="connsiteX0" fmla="*/ 9810 w 9810"/>
              <a:gd name="connsiteY0" fmla="*/ 0 h 10000"/>
              <a:gd name="connsiteX1" fmla="*/ 0 w 9810"/>
              <a:gd name="connsiteY1" fmla="*/ 0 h 10000"/>
              <a:gd name="connsiteX2" fmla="*/ 193 w 9810"/>
              <a:gd name="connsiteY2" fmla="*/ 5024 h 10000"/>
              <a:gd name="connsiteX3" fmla="*/ 0 w 9810"/>
              <a:gd name="connsiteY3" fmla="*/ 10000 h 10000"/>
              <a:gd name="connsiteX4" fmla="*/ 9810 w 9810"/>
              <a:gd name="connsiteY4" fmla="*/ 10000 h 10000"/>
              <a:gd name="connsiteX5" fmla="*/ 7589 w 9810"/>
              <a:gd name="connsiteY5" fmla="*/ 5574 h 10000"/>
              <a:gd name="connsiteX6" fmla="*/ 9810 w 9810"/>
              <a:gd name="connsiteY6" fmla="*/ 0 h 10000"/>
              <a:gd name="connsiteX0" fmla="*/ 7021 w 10000"/>
              <a:gd name="connsiteY0" fmla="*/ 0 h 10000"/>
              <a:gd name="connsiteX1" fmla="*/ 0 w 10000"/>
              <a:gd name="connsiteY1" fmla="*/ 0 h 10000"/>
              <a:gd name="connsiteX2" fmla="*/ 197 w 10000"/>
              <a:gd name="connsiteY2" fmla="*/ 5024 h 10000"/>
              <a:gd name="connsiteX3" fmla="*/ 0 w 10000"/>
              <a:gd name="connsiteY3" fmla="*/ 10000 h 10000"/>
              <a:gd name="connsiteX4" fmla="*/ 10000 w 10000"/>
              <a:gd name="connsiteY4" fmla="*/ 10000 h 10000"/>
              <a:gd name="connsiteX5" fmla="*/ 7736 w 10000"/>
              <a:gd name="connsiteY5" fmla="*/ 5574 h 10000"/>
              <a:gd name="connsiteX6" fmla="*/ 7021 w 10000"/>
              <a:gd name="connsiteY6" fmla="*/ 0 h 10000"/>
              <a:gd name="connsiteX0" fmla="*/ 7021 w 7736"/>
              <a:gd name="connsiteY0" fmla="*/ 0 h 10038"/>
              <a:gd name="connsiteX1" fmla="*/ 0 w 7736"/>
              <a:gd name="connsiteY1" fmla="*/ 0 h 10038"/>
              <a:gd name="connsiteX2" fmla="*/ 197 w 7736"/>
              <a:gd name="connsiteY2" fmla="*/ 5024 h 10038"/>
              <a:gd name="connsiteX3" fmla="*/ 0 w 7736"/>
              <a:gd name="connsiteY3" fmla="*/ 10000 h 10038"/>
              <a:gd name="connsiteX4" fmla="*/ 7017 w 7736"/>
              <a:gd name="connsiteY4" fmla="*/ 10038 h 10038"/>
              <a:gd name="connsiteX5" fmla="*/ 7736 w 7736"/>
              <a:gd name="connsiteY5" fmla="*/ 5574 h 10038"/>
              <a:gd name="connsiteX6" fmla="*/ 7021 w 7736"/>
              <a:gd name="connsiteY6" fmla="*/ 0 h 10038"/>
              <a:gd name="connsiteX0" fmla="*/ 9076 w 9316"/>
              <a:gd name="connsiteY0" fmla="*/ 0 h 10000"/>
              <a:gd name="connsiteX1" fmla="*/ 0 w 9316"/>
              <a:gd name="connsiteY1" fmla="*/ 0 h 10000"/>
              <a:gd name="connsiteX2" fmla="*/ 255 w 9316"/>
              <a:gd name="connsiteY2" fmla="*/ 5005 h 10000"/>
              <a:gd name="connsiteX3" fmla="*/ 0 w 9316"/>
              <a:gd name="connsiteY3" fmla="*/ 9962 h 10000"/>
              <a:gd name="connsiteX4" fmla="*/ 9071 w 9316"/>
              <a:gd name="connsiteY4" fmla="*/ 10000 h 10000"/>
              <a:gd name="connsiteX5" fmla="*/ 9316 w 9316"/>
              <a:gd name="connsiteY5" fmla="*/ 5668 h 10000"/>
              <a:gd name="connsiteX6" fmla="*/ 9076 w 9316"/>
              <a:gd name="connsiteY6" fmla="*/ 0 h 10000"/>
              <a:gd name="connsiteX0" fmla="*/ 9742 w 10000"/>
              <a:gd name="connsiteY0" fmla="*/ 0 h 10000"/>
              <a:gd name="connsiteX1" fmla="*/ 0 w 10000"/>
              <a:gd name="connsiteY1" fmla="*/ 0 h 10000"/>
              <a:gd name="connsiteX2" fmla="*/ 274 w 10000"/>
              <a:gd name="connsiteY2" fmla="*/ 5005 h 10000"/>
              <a:gd name="connsiteX3" fmla="*/ 0 w 10000"/>
              <a:gd name="connsiteY3" fmla="*/ 9962 h 10000"/>
              <a:gd name="connsiteX4" fmla="*/ 9737 w 10000"/>
              <a:gd name="connsiteY4" fmla="*/ 10000 h 10000"/>
              <a:gd name="connsiteX5" fmla="*/ 10000 w 10000"/>
              <a:gd name="connsiteY5" fmla="*/ 5668 h 10000"/>
              <a:gd name="connsiteX6" fmla="*/ 9742 w 10000"/>
              <a:gd name="connsiteY6" fmla="*/ 0 h 10000"/>
              <a:gd name="connsiteX0" fmla="*/ 9742 w 9877"/>
              <a:gd name="connsiteY0" fmla="*/ 0 h 10000"/>
              <a:gd name="connsiteX1" fmla="*/ 0 w 9877"/>
              <a:gd name="connsiteY1" fmla="*/ 0 h 10000"/>
              <a:gd name="connsiteX2" fmla="*/ 274 w 9877"/>
              <a:gd name="connsiteY2" fmla="*/ 5005 h 10000"/>
              <a:gd name="connsiteX3" fmla="*/ 0 w 9877"/>
              <a:gd name="connsiteY3" fmla="*/ 9962 h 10000"/>
              <a:gd name="connsiteX4" fmla="*/ 9737 w 9877"/>
              <a:gd name="connsiteY4" fmla="*/ 10000 h 10000"/>
              <a:gd name="connsiteX5" fmla="*/ 9738 w 9877"/>
              <a:gd name="connsiteY5" fmla="*/ 5783 h 10000"/>
              <a:gd name="connsiteX6" fmla="*/ 9742 w 9877"/>
              <a:gd name="connsiteY6" fmla="*/ 0 h 10000"/>
              <a:gd name="connsiteX0" fmla="*/ 9863 w 9991"/>
              <a:gd name="connsiteY0" fmla="*/ 0 h 10000"/>
              <a:gd name="connsiteX1" fmla="*/ 0 w 9991"/>
              <a:gd name="connsiteY1" fmla="*/ 0 h 10000"/>
              <a:gd name="connsiteX2" fmla="*/ 277 w 9991"/>
              <a:gd name="connsiteY2" fmla="*/ 5005 h 10000"/>
              <a:gd name="connsiteX3" fmla="*/ 0 w 9991"/>
              <a:gd name="connsiteY3" fmla="*/ 9962 h 10000"/>
              <a:gd name="connsiteX4" fmla="*/ 9858 w 9991"/>
              <a:gd name="connsiteY4" fmla="*/ 10000 h 10000"/>
              <a:gd name="connsiteX5" fmla="*/ 9817 w 9991"/>
              <a:gd name="connsiteY5" fmla="*/ 5783 h 10000"/>
              <a:gd name="connsiteX6" fmla="*/ 9863 w 9991"/>
              <a:gd name="connsiteY6" fmla="*/ 0 h 10000"/>
              <a:gd name="connsiteX0" fmla="*/ 9872 w 10014"/>
              <a:gd name="connsiteY0" fmla="*/ 0 h 10000"/>
              <a:gd name="connsiteX1" fmla="*/ 0 w 10014"/>
              <a:gd name="connsiteY1" fmla="*/ 0 h 10000"/>
              <a:gd name="connsiteX2" fmla="*/ 277 w 10014"/>
              <a:gd name="connsiteY2" fmla="*/ 5005 h 10000"/>
              <a:gd name="connsiteX3" fmla="*/ 0 w 10014"/>
              <a:gd name="connsiteY3" fmla="*/ 9962 h 10000"/>
              <a:gd name="connsiteX4" fmla="*/ 9867 w 10014"/>
              <a:gd name="connsiteY4" fmla="*/ 10000 h 10000"/>
              <a:gd name="connsiteX5" fmla="*/ 9890 w 10014"/>
              <a:gd name="connsiteY5" fmla="*/ 5745 h 10000"/>
              <a:gd name="connsiteX6" fmla="*/ 9872 w 10014"/>
              <a:gd name="connsiteY6" fmla="*/ 0 h 10000"/>
              <a:gd name="connsiteX0" fmla="*/ 9872 w 10030"/>
              <a:gd name="connsiteY0" fmla="*/ 0 h 10000"/>
              <a:gd name="connsiteX1" fmla="*/ 0 w 10030"/>
              <a:gd name="connsiteY1" fmla="*/ 0 h 10000"/>
              <a:gd name="connsiteX2" fmla="*/ 277 w 10030"/>
              <a:gd name="connsiteY2" fmla="*/ 5005 h 10000"/>
              <a:gd name="connsiteX3" fmla="*/ 0 w 10030"/>
              <a:gd name="connsiteY3" fmla="*/ 9962 h 10000"/>
              <a:gd name="connsiteX4" fmla="*/ 9867 w 10030"/>
              <a:gd name="connsiteY4" fmla="*/ 10000 h 10000"/>
              <a:gd name="connsiteX5" fmla="*/ 9890 w 10030"/>
              <a:gd name="connsiteY5" fmla="*/ 5745 h 10000"/>
              <a:gd name="connsiteX6" fmla="*/ 9872 w 10030"/>
              <a:gd name="connsiteY6" fmla="*/ 0 h 10000"/>
              <a:gd name="connsiteX0" fmla="*/ 9872 w 9921"/>
              <a:gd name="connsiteY0" fmla="*/ 0 h 10000"/>
              <a:gd name="connsiteX1" fmla="*/ 0 w 9921"/>
              <a:gd name="connsiteY1" fmla="*/ 0 h 10000"/>
              <a:gd name="connsiteX2" fmla="*/ 277 w 9921"/>
              <a:gd name="connsiteY2" fmla="*/ 5005 h 10000"/>
              <a:gd name="connsiteX3" fmla="*/ 0 w 9921"/>
              <a:gd name="connsiteY3" fmla="*/ 9962 h 10000"/>
              <a:gd name="connsiteX4" fmla="*/ 9867 w 9921"/>
              <a:gd name="connsiteY4" fmla="*/ 10000 h 10000"/>
              <a:gd name="connsiteX5" fmla="*/ 9890 w 9921"/>
              <a:gd name="connsiteY5" fmla="*/ 5745 h 10000"/>
              <a:gd name="connsiteX6" fmla="*/ 9872 w 9921"/>
              <a:gd name="connsiteY6" fmla="*/ 0 h 10000"/>
              <a:gd name="connsiteX0" fmla="*/ 9951 w 9974"/>
              <a:gd name="connsiteY0" fmla="*/ 0 h 10000"/>
              <a:gd name="connsiteX1" fmla="*/ 0 w 9974"/>
              <a:gd name="connsiteY1" fmla="*/ 0 h 10000"/>
              <a:gd name="connsiteX2" fmla="*/ 279 w 9974"/>
              <a:gd name="connsiteY2" fmla="*/ 5005 h 10000"/>
              <a:gd name="connsiteX3" fmla="*/ 0 w 9974"/>
              <a:gd name="connsiteY3" fmla="*/ 9962 h 10000"/>
              <a:gd name="connsiteX4" fmla="*/ 9946 w 9974"/>
              <a:gd name="connsiteY4" fmla="*/ 10000 h 10000"/>
              <a:gd name="connsiteX5" fmla="*/ 9969 w 9974"/>
              <a:gd name="connsiteY5" fmla="*/ 5745 h 10000"/>
              <a:gd name="connsiteX6" fmla="*/ 9951 w 9974"/>
              <a:gd name="connsiteY6" fmla="*/ 0 h 10000"/>
              <a:gd name="connsiteX0" fmla="*/ 9977 w 10001"/>
              <a:gd name="connsiteY0" fmla="*/ 0 h 10000"/>
              <a:gd name="connsiteX1" fmla="*/ 0 w 10001"/>
              <a:gd name="connsiteY1" fmla="*/ 0 h 10000"/>
              <a:gd name="connsiteX2" fmla="*/ 280 w 10001"/>
              <a:gd name="connsiteY2" fmla="*/ 5005 h 10000"/>
              <a:gd name="connsiteX3" fmla="*/ 0 w 10001"/>
              <a:gd name="connsiteY3" fmla="*/ 9962 h 10000"/>
              <a:gd name="connsiteX4" fmla="*/ 9972 w 10001"/>
              <a:gd name="connsiteY4" fmla="*/ 10000 h 10000"/>
              <a:gd name="connsiteX5" fmla="*/ 9995 w 10001"/>
              <a:gd name="connsiteY5" fmla="*/ 5745 h 10000"/>
              <a:gd name="connsiteX6" fmla="*/ 9977 w 10001"/>
              <a:gd name="connsiteY6" fmla="*/ 0 h 10000"/>
              <a:gd name="connsiteX0" fmla="*/ 9977 w 10001"/>
              <a:gd name="connsiteY0" fmla="*/ 0 h 10000"/>
              <a:gd name="connsiteX1" fmla="*/ 0 w 10001"/>
              <a:gd name="connsiteY1" fmla="*/ 0 h 10000"/>
              <a:gd name="connsiteX2" fmla="*/ 280 w 10001"/>
              <a:gd name="connsiteY2" fmla="*/ 5005 h 10000"/>
              <a:gd name="connsiteX3" fmla="*/ 0 w 10001"/>
              <a:gd name="connsiteY3" fmla="*/ 9962 h 10000"/>
              <a:gd name="connsiteX4" fmla="*/ 9972 w 10001"/>
              <a:gd name="connsiteY4" fmla="*/ 10000 h 10000"/>
              <a:gd name="connsiteX5" fmla="*/ 9995 w 10001"/>
              <a:gd name="connsiteY5" fmla="*/ 5745 h 10000"/>
              <a:gd name="connsiteX6" fmla="*/ 9977 w 10001"/>
              <a:gd name="connsiteY6" fmla="*/ 0 h 10000"/>
              <a:gd name="connsiteX0" fmla="*/ 9977 w 10001"/>
              <a:gd name="connsiteY0" fmla="*/ 0 h 10000"/>
              <a:gd name="connsiteX1" fmla="*/ 0 w 10001"/>
              <a:gd name="connsiteY1" fmla="*/ 0 h 10000"/>
              <a:gd name="connsiteX2" fmla="*/ 280 w 10001"/>
              <a:gd name="connsiteY2" fmla="*/ 5005 h 10000"/>
              <a:gd name="connsiteX3" fmla="*/ 0 w 10001"/>
              <a:gd name="connsiteY3" fmla="*/ 9962 h 10000"/>
              <a:gd name="connsiteX4" fmla="*/ 9972 w 10001"/>
              <a:gd name="connsiteY4" fmla="*/ 10000 h 10000"/>
              <a:gd name="connsiteX5" fmla="*/ 9995 w 10001"/>
              <a:gd name="connsiteY5" fmla="*/ 5745 h 10000"/>
              <a:gd name="connsiteX6" fmla="*/ 9977 w 10001"/>
              <a:gd name="connsiteY6" fmla="*/ 0 h 10000"/>
              <a:gd name="connsiteX0" fmla="*/ 9977 w 9995"/>
              <a:gd name="connsiteY0" fmla="*/ 0 h 10000"/>
              <a:gd name="connsiteX1" fmla="*/ 0 w 9995"/>
              <a:gd name="connsiteY1" fmla="*/ 0 h 10000"/>
              <a:gd name="connsiteX2" fmla="*/ 280 w 9995"/>
              <a:gd name="connsiteY2" fmla="*/ 5005 h 10000"/>
              <a:gd name="connsiteX3" fmla="*/ 0 w 9995"/>
              <a:gd name="connsiteY3" fmla="*/ 9962 h 10000"/>
              <a:gd name="connsiteX4" fmla="*/ 9972 w 9995"/>
              <a:gd name="connsiteY4" fmla="*/ 10000 h 10000"/>
              <a:gd name="connsiteX5" fmla="*/ 9995 w 9995"/>
              <a:gd name="connsiteY5" fmla="*/ 5745 h 10000"/>
              <a:gd name="connsiteX6" fmla="*/ 9977 w 9995"/>
              <a:gd name="connsiteY6" fmla="*/ 0 h 10000"/>
              <a:gd name="connsiteX0" fmla="*/ 9999 w 10000"/>
              <a:gd name="connsiteY0" fmla="*/ 0 h 10000"/>
              <a:gd name="connsiteX1" fmla="*/ 0 w 10000"/>
              <a:gd name="connsiteY1" fmla="*/ 0 h 10000"/>
              <a:gd name="connsiteX2" fmla="*/ 280 w 10000"/>
              <a:gd name="connsiteY2" fmla="*/ 5005 h 10000"/>
              <a:gd name="connsiteX3" fmla="*/ 0 w 10000"/>
              <a:gd name="connsiteY3" fmla="*/ 9962 h 10000"/>
              <a:gd name="connsiteX4" fmla="*/ 9977 w 10000"/>
              <a:gd name="connsiteY4" fmla="*/ 10000 h 10000"/>
              <a:gd name="connsiteX5" fmla="*/ 10000 w 10000"/>
              <a:gd name="connsiteY5" fmla="*/ 5745 h 10000"/>
              <a:gd name="connsiteX6" fmla="*/ 9999 w 10000"/>
              <a:gd name="connsiteY6" fmla="*/ 0 h 10000"/>
              <a:gd name="connsiteX0" fmla="*/ 9999 w 10004"/>
              <a:gd name="connsiteY0" fmla="*/ 0 h 10000"/>
              <a:gd name="connsiteX1" fmla="*/ 0 w 10004"/>
              <a:gd name="connsiteY1" fmla="*/ 0 h 10000"/>
              <a:gd name="connsiteX2" fmla="*/ 280 w 10004"/>
              <a:gd name="connsiteY2" fmla="*/ 5005 h 10000"/>
              <a:gd name="connsiteX3" fmla="*/ 0 w 10004"/>
              <a:gd name="connsiteY3" fmla="*/ 9962 h 10000"/>
              <a:gd name="connsiteX4" fmla="*/ 10000 w 10004"/>
              <a:gd name="connsiteY4" fmla="*/ 10000 h 10000"/>
              <a:gd name="connsiteX5" fmla="*/ 10000 w 10004"/>
              <a:gd name="connsiteY5" fmla="*/ 5745 h 10000"/>
              <a:gd name="connsiteX6" fmla="*/ 9999 w 10004"/>
              <a:gd name="connsiteY6" fmla="*/ 0 h 10000"/>
              <a:gd name="connsiteX0" fmla="*/ 9999 w 10000"/>
              <a:gd name="connsiteY0" fmla="*/ 0 h 10000"/>
              <a:gd name="connsiteX1" fmla="*/ 0 w 10000"/>
              <a:gd name="connsiteY1" fmla="*/ 0 h 10000"/>
              <a:gd name="connsiteX2" fmla="*/ 280 w 10000"/>
              <a:gd name="connsiteY2" fmla="*/ 5005 h 10000"/>
              <a:gd name="connsiteX3" fmla="*/ 0 w 10000"/>
              <a:gd name="connsiteY3" fmla="*/ 9962 h 10000"/>
              <a:gd name="connsiteX4" fmla="*/ 10000 w 10000"/>
              <a:gd name="connsiteY4" fmla="*/ 10000 h 10000"/>
              <a:gd name="connsiteX5" fmla="*/ 10000 w 10000"/>
              <a:gd name="connsiteY5" fmla="*/ 5745 h 10000"/>
              <a:gd name="connsiteX6" fmla="*/ 9999 w 10000"/>
              <a:gd name="connsiteY6" fmla="*/ 0 h 10000"/>
              <a:gd name="connsiteX0" fmla="*/ 14796 w 14796"/>
              <a:gd name="connsiteY0" fmla="*/ 0 h 10000"/>
              <a:gd name="connsiteX1" fmla="*/ 0 w 14796"/>
              <a:gd name="connsiteY1" fmla="*/ 0 h 10000"/>
              <a:gd name="connsiteX2" fmla="*/ 280 w 14796"/>
              <a:gd name="connsiteY2" fmla="*/ 5005 h 10000"/>
              <a:gd name="connsiteX3" fmla="*/ 0 w 14796"/>
              <a:gd name="connsiteY3" fmla="*/ 9962 h 10000"/>
              <a:gd name="connsiteX4" fmla="*/ 10000 w 14796"/>
              <a:gd name="connsiteY4" fmla="*/ 10000 h 10000"/>
              <a:gd name="connsiteX5" fmla="*/ 10000 w 14796"/>
              <a:gd name="connsiteY5" fmla="*/ 5745 h 10000"/>
              <a:gd name="connsiteX6" fmla="*/ 14796 w 14796"/>
              <a:gd name="connsiteY6" fmla="*/ 0 h 10000"/>
              <a:gd name="connsiteX0" fmla="*/ 14796 w 14796"/>
              <a:gd name="connsiteY0" fmla="*/ 0 h 9968"/>
              <a:gd name="connsiteX1" fmla="*/ 0 w 14796"/>
              <a:gd name="connsiteY1" fmla="*/ 0 h 9968"/>
              <a:gd name="connsiteX2" fmla="*/ 280 w 14796"/>
              <a:gd name="connsiteY2" fmla="*/ 5005 h 9968"/>
              <a:gd name="connsiteX3" fmla="*/ 0 w 14796"/>
              <a:gd name="connsiteY3" fmla="*/ 9962 h 9968"/>
              <a:gd name="connsiteX4" fmla="*/ 14788 w 14796"/>
              <a:gd name="connsiteY4" fmla="*/ 9968 h 9968"/>
              <a:gd name="connsiteX5" fmla="*/ 10000 w 14796"/>
              <a:gd name="connsiteY5" fmla="*/ 5745 h 9968"/>
              <a:gd name="connsiteX6" fmla="*/ 14796 w 14796"/>
              <a:gd name="connsiteY6" fmla="*/ 0 h 9968"/>
              <a:gd name="connsiteX0" fmla="*/ 10000 w 10000"/>
              <a:gd name="connsiteY0" fmla="*/ 0 h 10000"/>
              <a:gd name="connsiteX1" fmla="*/ 0 w 10000"/>
              <a:gd name="connsiteY1" fmla="*/ 0 h 10000"/>
              <a:gd name="connsiteX2" fmla="*/ 189 w 10000"/>
              <a:gd name="connsiteY2" fmla="*/ 5021 h 10000"/>
              <a:gd name="connsiteX3" fmla="*/ 0 w 10000"/>
              <a:gd name="connsiteY3" fmla="*/ 9994 h 10000"/>
              <a:gd name="connsiteX4" fmla="*/ 9995 w 10000"/>
              <a:gd name="connsiteY4" fmla="*/ 10000 h 10000"/>
              <a:gd name="connsiteX5" fmla="*/ 9998 w 10000"/>
              <a:gd name="connsiteY5" fmla="*/ 6152 h 10000"/>
              <a:gd name="connsiteX6" fmla="*/ 10000 w 10000"/>
              <a:gd name="connsiteY6" fmla="*/ 0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000" h="10000">
                <a:moveTo>
                  <a:pt x="10000" y="0"/>
                </a:moveTo>
                <a:lnTo>
                  <a:pt x="0" y="0"/>
                </a:lnTo>
                <a:cubicBezTo>
                  <a:pt x="62" y="1674"/>
                  <a:pt x="124" y="3347"/>
                  <a:pt x="189" y="5021"/>
                </a:cubicBezTo>
                <a:cubicBezTo>
                  <a:pt x="124" y="6679"/>
                  <a:pt x="62" y="8336"/>
                  <a:pt x="0" y="9994"/>
                </a:cubicBezTo>
                <a:lnTo>
                  <a:pt x="9995" y="10000"/>
                </a:lnTo>
                <a:cubicBezTo>
                  <a:pt x="9993" y="8184"/>
                  <a:pt x="9998" y="8051"/>
                  <a:pt x="9998" y="6152"/>
                </a:cubicBezTo>
                <a:cubicBezTo>
                  <a:pt x="9996" y="3296"/>
                  <a:pt x="10001" y="2674"/>
                  <a:pt x="10000" y="0"/>
                </a:cubicBezTo>
                <a:close/>
              </a:path>
            </a:pathLst>
          </a:custGeom>
          <a:solidFill>
            <a:schemeClr val="bg1">
              <a:lumMod val="95000"/>
            </a:schemeClr>
          </a:solidFill>
          <a:ln w="9525" cap="flat" cmpd="sng" algn="ctr">
            <a:noFill/>
            <a:prstDash val="solid"/>
            <a:round/>
            <a:headEnd type="none" w="med" len="med"/>
            <a:tailEnd type="none" w="med" len="med"/>
          </a:ln>
          <a:effectLst/>
        </p:spPr>
        <p:txBody>
          <a:bodyPr rot="0" spcFirstLastPara="0" vertOverflow="overflow" horzOverflow="overflow" vert="horz" wrap="square" lIns="91404" tIns="45702" rIns="91404" bIns="45702" numCol="1" spcCol="0" rtlCol="0" fromWordArt="0" anchor="t" anchorCtr="0" forceAA="0" compatLnSpc="1">
            <a:prstTxWarp prst="textNoShape">
              <a:avLst/>
            </a:prstTxWarp>
            <a:noAutofit/>
          </a:bodyPr>
          <a:lstStyle/>
          <a:p>
            <a:endParaRPr lang="zh-CN" altLang="en-US" sz="1799">
              <a:latin typeface="+mn-lt"/>
              <a:ea typeface="+mn-ea"/>
            </a:endParaRPr>
          </a:p>
        </p:txBody>
      </p:sp>
      <p:sp>
        <p:nvSpPr>
          <p:cNvPr id="15" name="Freeform 11"/>
          <p:cNvSpPr>
            <a:spLocks/>
          </p:cNvSpPr>
          <p:nvPr userDrawn="1"/>
        </p:nvSpPr>
        <p:spPr bwMode="auto">
          <a:xfrm>
            <a:off x="3106455" y="296368"/>
            <a:ext cx="233272" cy="864380"/>
          </a:xfrm>
          <a:custGeom>
            <a:avLst/>
            <a:gdLst>
              <a:gd name="T0" fmla="*/ 33 w 147"/>
              <a:gd name="T1" fmla="*/ 0 h 493"/>
              <a:gd name="T2" fmla="*/ 0 w 147"/>
              <a:gd name="T3" fmla="*/ 0 h 493"/>
              <a:gd name="T4" fmla="*/ 114 w 147"/>
              <a:gd name="T5" fmla="*/ 248 h 493"/>
              <a:gd name="T6" fmla="*/ 0 w 147"/>
              <a:gd name="T7" fmla="*/ 493 h 493"/>
              <a:gd name="T8" fmla="*/ 33 w 147"/>
              <a:gd name="T9" fmla="*/ 493 h 493"/>
              <a:gd name="T10" fmla="*/ 147 w 147"/>
              <a:gd name="T11" fmla="*/ 248 h 493"/>
              <a:gd name="T12" fmla="*/ 33 w 147"/>
              <a:gd name="T13" fmla="*/ 0 h 493"/>
            </a:gdLst>
            <a:ahLst/>
            <a:cxnLst>
              <a:cxn ang="0">
                <a:pos x="T0" y="T1"/>
              </a:cxn>
              <a:cxn ang="0">
                <a:pos x="T2" y="T3"/>
              </a:cxn>
              <a:cxn ang="0">
                <a:pos x="T4" y="T5"/>
              </a:cxn>
              <a:cxn ang="0">
                <a:pos x="T6" y="T7"/>
              </a:cxn>
              <a:cxn ang="0">
                <a:pos x="T8" y="T9"/>
              </a:cxn>
              <a:cxn ang="0">
                <a:pos x="T10" y="T11"/>
              </a:cxn>
              <a:cxn ang="0">
                <a:pos x="T12" y="T13"/>
              </a:cxn>
            </a:cxnLst>
            <a:rect l="0" t="0" r="r" b="b"/>
            <a:pathLst>
              <a:path w="147" h="493">
                <a:moveTo>
                  <a:pt x="33" y="0"/>
                </a:moveTo>
                <a:lnTo>
                  <a:pt x="0" y="0"/>
                </a:lnTo>
                <a:lnTo>
                  <a:pt x="114" y="248"/>
                </a:lnTo>
                <a:lnTo>
                  <a:pt x="0" y="493"/>
                </a:lnTo>
                <a:lnTo>
                  <a:pt x="33" y="493"/>
                </a:lnTo>
                <a:lnTo>
                  <a:pt x="147" y="248"/>
                </a:lnTo>
                <a:lnTo>
                  <a:pt x="33" y="0"/>
                </a:lnTo>
                <a:close/>
              </a:path>
            </a:pathLst>
          </a:custGeom>
          <a:solidFill>
            <a:schemeClr val="bg1">
              <a:lumMod val="95000"/>
            </a:schemeClr>
          </a:solidFill>
          <a:ln w="9525" cap="flat" cmpd="sng" algn="ctr">
            <a:noFill/>
            <a:prstDash val="solid"/>
            <a:round/>
            <a:headEnd type="none" w="med" len="med"/>
            <a:tailEnd type="none" w="med" len="med"/>
          </a:ln>
          <a:effectLst/>
        </p:spPr>
        <p:txBody>
          <a:bodyPr rot="0" spcFirstLastPara="0" vertOverflow="overflow" horzOverflow="overflow" vert="horz" wrap="square" lIns="91404" tIns="45702" rIns="91404" bIns="45702" numCol="1" spcCol="0" rtlCol="0" fromWordArt="0" anchor="t" anchorCtr="0" forceAA="0" compatLnSpc="1">
            <a:prstTxWarp prst="textNoShape">
              <a:avLst/>
            </a:prstTxWarp>
            <a:noAutofit/>
          </a:bodyPr>
          <a:lstStyle/>
          <a:p>
            <a:endParaRPr lang="zh-CN" altLang="en-US" sz="1799">
              <a:latin typeface="+mn-lt"/>
              <a:ea typeface="+mn-ea"/>
            </a:endParaRPr>
          </a:p>
        </p:txBody>
      </p:sp>
      <p:sp>
        <p:nvSpPr>
          <p:cNvPr id="16" name="文本占位符 6"/>
          <p:cNvSpPr>
            <a:spLocks noGrp="1"/>
          </p:cNvSpPr>
          <p:nvPr>
            <p:ph type="body" sz="quarter" idx="10" hasCustomPrompt="1"/>
          </p:nvPr>
        </p:nvSpPr>
        <p:spPr>
          <a:xfrm>
            <a:off x="469565" y="1233488"/>
            <a:ext cx="11274935" cy="4679788"/>
          </a:xfrm>
        </p:spPr>
        <p:txBody>
          <a:bodyPr/>
          <a:lstStyle>
            <a:lvl1pPr algn="just" fontAlgn="auto">
              <a:buClrTx/>
              <a:defRPr>
                <a:latin typeface="+mn-lt"/>
                <a:ea typeface="+mn-ea"/>
                <a:cs typeface="Arial" panose="020B0604020202020204" pitchFamily="34" charset="0"/>
              </a:defRPr>
            </a:lvl1pPr>
            <a:lvl2pPr marL="654938" indent="-251899" fontAlgn="auto">
              <a:buClrTx/>
              <a:buSzPct val="100000"/>
              <a:buFont typeface="Huawei Sans" panose="020C0503030203020204" pitchFamily="34" charset="0"/>
              <a:buChar char="▫"/>
              <a:defRPr>
                <a:solidFill>
                  <a:schemeClr val="tx1"/>
                </a:solidFill>
                <a:latin typeface="+mn-lt"/>
              </a:defRPr>
            </a:lvl2pPr>
            <a:lvl3pPr fontAlgn="auto">
              <a:defRPr lang="zh-CN" altLang="en-US" dirty="0" smtClean="0">
                <a:solidFill>
                  <a:schemeClr val="tx1"/>
                </a:solidFill>
                <a:latin typeface="+mn-lt"/>
                <a:ea typeface="+mn-ea"/>
              </a:defRPr>
            </a:lvl3pPr>
            <a:lvl4pPr fontAlgn="auto">
              <a:defRPr>
                <a:latin typeface="+mn-lt"/>
              </a:defRPr>
            </a:lvl4pPr>
            <a:lvl5pPr marL="1802879" indent="-201519" fontAlgn="auto">
              <a:buClrTx/>
              <a:buFont typeface="Huawei Sans" panose="020C0503030203020204" pitchFamily="34" charset="0"/>
              <a:buChar char="~"/>
              <a:defRPr>
                <a:latin typeface="+mn-lt"/>
              </a:defRPr>
            </a:lvl5pPr>
          </a:lstStyle>
          <a:p>
            <a:pPr eaLnBrk="1" hangingPunct="1"/>
            <a:r>
              <a:rPr lang="zh-CN" altLang="en-US" dirty="0"/>
              <a:t>学完本课程后，您将能够：</a:t>
            </a:r>
            <a:endParaRPr lang="en-US" altLang="zh-CN" dirty="0"/>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a:p>
            <a:pPr eaLnBrk="1" hangingPunct="1"/>
            <a:endParaRPr lang="en-US" altLang="zh-CN" dirty="0"/>
          </a:p>
        </p:txBody>
      </p:sp>
    </p:spTree>
    <p:extLst>
      <p:ext uri="{BB962C8B-B14F-4D97-AF65-F5344CB8AC3E}">
        <p14:creationId xmlns:p14="http://schemas.microsoft.com/office/powerpoint/2010/main" val="11537669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5#目录">
    <p:spTree>
      <p:nvGrpSpPr>
        <p:cNvPr id="1" name=""/>
        <p:cNvGrpSpPr/>
        <p:nvPr/>
      </p:nvGrpSpPr>
      <p:grpSpPr>
        <a:xfrm>
          <a:off x="0" y="0"/>
          <a:ext cx="0" cy="0"/>
          <a:chOff x="0" y="0"/>
          <a:chExt cx="0" cy="0"/>
        </a:xfrm>
      </p:grpSpPr>
      <p:sp>
        <p:nvSpPr>
          <p:cNvPr id="3" name="文本占位符 6"/>
          <p:cNvSpPr>
            <a:spLocks noGrp="1"/>
          </p:cNvSpPr>
          <p:nvPr>
            <p:ph type="body" sz="quarter" idx="10" hasCustomPrompt="1"/>
          </p:nvPr>
        </p:nvSpPr>
        <p:spPr>
          <a:xfrm>
            <a:off x="469565" y="1233487"/>
            <a:ext cx="11274935" cy="4680000"/>
          </a:xfrm>
        </p:spPr>
        <p:txBody>
          <a:bodyPr/>
          <a:lstStyle>
            <a:lvl1pPr marL="457017" marR="0" indent="-457017" algn="just" defTabSz="801367" rtl="0" eaLnBrk="1" fontAlgn="auto" latinLnBrk="0" hangingPunct="1">
              <a:lnSpc>
                <a:spcPct val="140000"/>
              </a:lnSpc>
              <a:spcBef>
                <a:spcPct val="30000"/>
              </a:spcBef>
              <a:spcAft>
                <a:spcPct val="0"/>
              </a:spcAft>
              <a:buClrTx/>
              <a:buSzPct val="100000"/>
              <a:buFont typeface="+mj-lt"/>
              <a:buAutoNum type="arabicPeriod"/>
              <a:tabLst/>
              <a:defRPr>
                <a:latin typeface="+mn-lt"/>
                <a:ea typeface="+mn-ea"/>
                <a:cs typeface="Arial" panose="020B0604020202020204" pitchFamily="34" charset="0"/>
              </a:defRPr>
            </a:lvl1pPr>
            <a:lvl2pPr fontAlgn="auto">
              <a:buClrTx/>
              <a:buSzPct val="100000"/>
              <a:buFont typeface="Huawei Sans" panose="020C0503030203020204" pitchFamily="34" charset="0"/>
              <a:buChar char="▫"/>
              <a:defRPr>
                <a:latin typeface="+mn-lt"/>
              </a:defRPr>
            </a:lvl2pPr>
            <a:lvl3pPr>
              <a:defRPr/>
            </a:lvl3pPr>
            <a:lvl5pPr>
              <a:buNone/>
              <a:defRPr/>
            </a:lvl5pPr>
          </a:lstStyle>
          <a:p>
            <a:pPr marL="457200" indent="-457200">
              <a:buSzPct val="100000"/>
              <a:buFont typeface="+mj-lt"/>
              <a:buAutoNum type="arabicPeriod"/>
            </a:pPr>
            <a:r>
              <a:rPr lang="zh-CN" altLang="en-US" dirty="0"/>
              <a:t>一级目录一</a:t>
            </a:r>
            <a:endParaRPr lang="en-US" altLang="zh-CN" dirty="0"/>
          </a:p>
          <a:p>
            <a:pPr marL="653788" lvl="1" indent="-457017">
              <a:buSzPct val="100000"/>
              <a:buFont typeface="+mj-lt"/>
              <a:buAutoNum type="arabicPeriod"/>
            </a:pPr>
            <a:endParaRPr lang="en-US" altLang="zh-CN" dirty="0"/>
          </a:p>
          <a:p>
            <a:pPr marL="457200" indent="-457200">
              <a:buSzPct val="100000"/>
              <a:buFont typeface="+mj-lt"/>
              <a:buAutoNum type="arabicPeriod"/>
            </a:pPr>
            <a:r>
              <a:rPr lang="zh-CN" altLang="en-US" dirty="0"/>
              <a:t>一级目录二</a:t>
            </a:r>
            <a:endParaRPr lang="en-US" altLang="zh-CN" dirty="0"/>
          </a:p>
          <a:p>
            <a:pPr marL="457200" indent="-457200">
              <a:buSzPct val="100000"/>
              <a:buFont typeface="+mj-lt"/>
              <a:buAutoNum type="arabicPeriod"/>
            </a:pPr>
            <a:r>
              <a:rPr lang="zh-CN" altLang="en-US" dirty="0"/>
              <a:t>一级目录三</a:t>
            </a:r>
            <a:endParaRPr lang="en-US" altLang="zh-CN" dirty="0"/>
          </a:p>
          <a:p>
            <a:pPr marL="457200" indent="-457200">
              <a:buSzPct val="100000"/>
              <a:buFont typeface="+mj-lt"/>
              <a:buAutoNum type="arabicPeriod"/>
            </a:pPr>
            <a:r>
              <a:rPr lang="zh-CN" altLang="en-US" dirty="0"/>
              <a:t>一级目录四</a:t>
            </a:r>
            <a:endParaRPr lang="en-US" altLang="zh-CN" dirty="0"/>
          </a:p>
          <a:p>
            <a:endParaRPr lang="zh-CN" altLang="en-US" dirty="0"/>
          </a:p>
        </p:txBody>
      </p:sp>
      <p:sp>
        <p:nvSpPr>
          <p:cNvPr id="4" name="TextBox 10">
            <a:extLst>
              <a:ext uri="{FF2B5EF4-FFF2-40B4-BE49-F238E27FC236}">
                <a16:creationId xmlns:a16="http://schemas.microsoft.com/office/drawing/2014/main" xmlns="" id="{18ED692C-39CB-4AC0-81F6-D21CDD086EE4}"/>
              </a:ext>
            </a:extLst>
          </p:cNvPr>
          <p:cNvSpPr txBox="1"/>
          <p:nvPr userDrawn="1"/>
        </p:nvSpPr>
        <p:spPr bwMode="auto">
          <a:xfrm>
            <a:off x="1594877" y="408780"/>
            <a:ext cx="1664752" cy="639559"/>
          </a:xfrm>
          <a:prstGeom prst="rect">
            <a:avLst/>
          </a:prstGeom>
          <a:noFill/>
          <a:ln w="9525">
            <a:noFill/>
            <a:miter lim="800000"/>
            <a:headEnd/>
            <a:tailEnd/>
          </a:ln>
        </p:spPr>
        <p:txBody>
          <a:bodyPr wrap="square" lIns="99941" tIns="49967" rIns="99941" bIns="49967" rtlCol="0">
            <a:spAutoFit/>
          </a:bodyPr>
          <a:lstStyle/>
          <a:p>
            <a:pPr defTabSz="1001223" eaLnBrk="0" fontAlgn="auto" hangingPunct="0"/>
            <a:r>
              <a:rPr lang="zh-CN" altLang="en-US" sz="3499" b="1" dirty="0">
                <a:solidFill>
                  <a:schemeClr val="tx1"/>
                </a:solidFill>
                <a:latin typeface="+mn-lt"/>
                <a:ea typeface="+mn-ea"/>
                <a:cs typeface="Arial" pitchFamily="34" charset="0"/>
              </a:rPr>
              <a:t>目录</a:t>
            </a:r>
          </a:p>
        </p:txBody>
      </p:sp>
      <p:sp>
        <p:nvSpPr>
          <p:cNvPr id="5" name="Freeform 9"/>
          <p:cNvSpPr>
            <a:spLocks/>
          </p:cNvSpPr>
          <p:nvPr userDrawn="1"/>
        </p:nvSpPr>
        <p:spPr bwMode="auto">
          <a:xfrm>
            <a:off x="3112" y="296368"/>
            <a:ext cx="1375826" cy="864380"/>
          </a:xfrm>
          <a:custGeom>
            <a:avLst/>
            <a:gdLst>
              <a:gd name="T0" fmla="*/ 756 w 867"/>
              <a:gd name="T1" fmla="*/ 493 h 493"/>
              <a:gd name="T2" fmla="*/ 0 w 867"/>
              <a:gd name="T3" fmla="*/ 493 h 493"/>
              <a:gd name="T4" fmla="*/ 0 w 867"/>
              <a:gd name="T5" fmla="*/ 0 h 493"/>
              <a:gd name="T6" fmla="*/ 756 w 867"/>
              <a:gd name="T7" fmla="*/ 0 h 493"/>
              <a:gd name="T8" fmla="*/ 867 w 867"/>
              <a:gd name="T9" fmla="*/ 248 h 493"/>
              <a:gd name="T10" fmla="*/ 756 w 867"/>
              <a:gd name="T11" fmla="*/ 493 h 493"/>
            </a:gdLst>
            <a:ahLst/>
            <a:cxnLst>
              <a:cxn ang="0">
                <a:pos x="T0" y="T1"/>
              </a:cxn>
              <a:cxn ang="0">
                <a:pos x="T2" y="T3"/>
              </a:cxn>
              <a:cxn ang="0">
                <a:pos x="T4" y="T5"/>
              </a:cxn>
              <a:cxn ang="0">
                <a:pos x="T6" y="T7"/>
              </a:cxn>
              <a:cxn ang="0">
                <a:pos x="T8" y="T9"/>
              </a:cxn>
              <a:cxn ang="0">
                <a:pos x="T10" y="T11"/>
              </a:cxn>
            </a:cxnLst>
            <a:rect l="0" t="0" r="r" b="b"/>
            <a:pathLst>
              <a:path w="867" h="493">
                <a:moveTo>
                  <a:pt x="756" y="493"/>
                </a:moveTo>
                <a:lnTo>
                  <a:pt x="0" y="493"/>
                </a:lnTo>
                <a:lnTo>
                  <a:pt x="0" y="0"/>
                </a:lnTo>
                <a:lnTo>
                  <a:pt x="756" y="0"/>
                </a:lnTo>
                <a:lnTo>
                  <a:pt x="867" y="248"/>
                </a:lnTo>
                <a:lnTo>
                  <a:pt x="756" y="493"/>
                </a:lnTo>
                <a:close/>
              </a:path>
            </a:pathLst>
          </a:custGeom>
          <a:solidFill>
            <a:srgbClr val="00B0F0"/>
          </a:solidFill>
          <a:ln w="9525" cap="flat" cmpd="sng" algn="ctr">
            <a:noFill/>
            <a:prstDash val="solid"/>
            <a:round/>
            <a:headEnd type="none" w="med" len="med"/>
            <a:tailEnd type="none" w="med" len="med"/>
          </a:ln>
          <a:effectLst/>
        </p:spPr>
        <p:txBody>
          <a:bodyPr rot="0" spcFirstLastPara="0" vertOverflow="overflow" horzOverflow="overflow" vert="horz" wrap="square" lIns="91404" tIns="45702" rIns="91404" bIns="45702" numCol="1" spcCol="0" rtlCol="0" fromWordArt="0" anchor="t" anchorCtr="0" forceAA="0" compatLnSpc="1">
            <a:prstTxWarp prst="textNoShape">
              <a:avLst/>
            </a:prstTxWarp>
            <a:noAutofit/>
          </a:bodyPr>
          <a:lstStyle/>
          <a:p>
            <a:endParaRPr lang="zh-CN" altLang="en-US" sz="1799">
              <a:latin typeface="+mn-lt"/>
              <a:ea typeface="+mn-ea"/>
            </a:endParaRPr>
          </a:p>
        </p:txBody>
      </p:sp>
      <p:sp>
        <p:nvSpPr>
          <p:cNvPr id="6" name="Freeform 11"/>
          <p:cNvSpPr>
            <a:spLocks/>
          </p:cNvSpPr>
          <p:nvPr userDrawn="1"/>
        </p:nvSpPr>
        <p:spPr bwMode="auto">
          <a:xfrm>
            <a:off x="1245702" y="296368"/>
            <a:ext cx="233272" cy="864380"/>
          </a:xfrm>
          <a:custGeom>
            <a:avLst/>
            <a:gdLst>
              <a:gd name="T0" fmla="*/ 33 w 147"/>
              <a:gd name="T1" fmla="*/ 0 h 493"/>
              <a:gd name="T2" fmla="*/ 0 w 147"/>
              <a:gd name="T3" fmla="*/ 0 h 493"/>
              <a:gd name="T4" fmla="*/ 114 w 147"/>
              <a:gd name="T5" fmla="*/ 248 h 493"/>
              <a:gd name="T6" fmla="*/ 0 w 147"/>
              <a:gd name="T7" fmla="*/ 493 h 493"/>
              <a:gd name="T8" fmla="*/ 33 w 147"/>
              <a:gd name="T9" fmla="*/ 493 h 493"/>
              <a:gd name="T10" fmla="*/ 147 w 147"/>
              <a:gd name="T11" fmla="*/ 248 h 493"/>
              <a:gd name="T12" fmla="*/ 33 w 147"/>
              <a:gd name="T13" fmla="*/ 0 h 493"/>
            </a:gdLst>
            <a:ahLst/>
            <a:cxnLst>
              <a:cxn ang="0">
                <a:pos x="T0" y="T1"/>
              </a:cxn>
              <a:cxn ang="0">
                <a:pos x="T2" y="T3"/>
              </a:cxn>
              <a:cxn ang="0">
                <a:pos x="T4" y="T5"/>
              </a:cxn>
              <a:cxn ang="0">
                <a:pos x="T6" y="T7"/>
              </a:cxn>
              <a:cxn ang="0">
                <a:pos x="T8" y="T9"/>
              </a:cxn>
              <a:cxn ang="0">
                <a:pos x="T10" y="T11"/>
              </a:cxn>
              <a:cxn ang="0">
                <a:pos x="T12" y="T13"/>
              </a:cxn>
            </a:cxnLst>
            <a:rect l="0" t="0" r="r" b="b"/>
            <a:pathLst>
              <a:path w="147" h="493">
                <a:moveTo>
                  <a:pt x="33" y="0"/>
                </a:moveTo>
                <a:lnTo>
                  <a:pt x="0" y="0"/>
                </a:lnTo>
                <a:lnTo>
                  <a:pt x="114" y="248"/>
                </a:lnTo>
                <a:lnTo>
                  <a:pt x="0" y="493"/>
                </a:lnTo>
                <a:lnTo>
                  <a:pt x="33" y="493"/>
                </a:lnTo>
                <a:lnTo>
                  <a:pt x="147" y="248"/>
                </a:lnTo>
                <a:lnTo>
                  <a:pt x="33" y="0"/>
                </a:lnTo>
                <a:close/>
              </a:path>
            </a:pathLst>
          </a:custGeom>
          <a:solidFill>
            <a:srgbClr val="0B9CE5"/>
          </a:solidFill>
          <a:ln w="9525" cap="flat" cmpd="sng" algn="ctr">
            <a:noFill/>
            <a:prstDash val="solid"/>
            <a:round/>
            <a:headEnd type="none" w="med" len="med"/>
            <a:tailEnd type="none" w="med" len="med"/>
          </a:ln>
          <a:effectLst/>
        </p:spPr>
        <p:txBody>
          <a:bodyPr rot="0" spcFirstLastPara="0" vertOverflow="overflow" horzOverflow="overflow" vert="horz" wrap="square" lIns="91404" tIns="45702" rIns="91404" bIns="45702" numCol="1" spcCol="0" rtlCol="0" fromWordArt="0" anchor="t" anchorCtr="0" forceAA="0" compatLnSpc="1">
            <a:prstTxWarp prst="textNoShape">
              <a:avLst/>
            </a:prstTxWarp>
            <a:noAutofit/>
          </a:bodyPr>
          <a:lstStyle/>
          <a:p>
            <a:endParaRPr lang="zh-CN" altLang="en-US" sz="1799">
              <a:latin typeface="+mn-lt"/>
              <a:ea typeface="+mn-ea"/>
            </a:endParaRPr>
          </a:p>
        </p:txBody>
      </p:sp>
      <p:grpSp>
        <p:nvGrpSpPr>
          <p:cNvPr id="7" name="组合 6"/>
          <p:cNvGrpSpPr/>
          <p:nvPr userDrawn="1"/>
        </p:nvGrpSpPr>
        <p:grpSpPr>
          <a:xfrm>
            <a:off x="587159" y="515380"/>
            <a:ext cx="358195" cy="426359"/>
            <a:chOff x="3295650" y="230188"/>
            <a:chExt cx="936625" cy="1114426"/>
          </a:xfrm>
          <a:solidFill>
            <a:schemeClr val="bg1"/>
          </a:solidFill>
        </p:grpSpPr>
        <p:sp>
          <p:nvSpPr>
            <p:cNvPr id="8" name="Rectangle 16"/>
            <p:cNvSpPr>
              <a:spLocks noChangeArrowheads="1"/>
            </p:cNvSpPr>
            <p:nvPr/>
          </p:nvSpPr>
          <p:spPr bwMode="auto">
            <a:xfrm>
              <a:off x="3959225" y="876301"/>
              <a:ext cx="182563" cy="49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sp>
          <p:nvSpPr>
            <p:cNvPr id="9" name="Rectangle 17"/>
            <p:cNvSpPr>
              <a:spLocks noChangeArrowheads="1"/>
            </p:cNvSpPr>
            <p:nvPr/>
          </p:nvSpPr>
          <p:spPr bwMode="auto">
            <a:xfrm>
              <a:off x="3959225" y="777876"/>
              <a:ext cx="182563" cy="49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sp>
          <p:nvSpPr>
            <p:cNvPr id="10" name="Rectangle 18"/>
            <p:cNvSpPr>
              <a:spLocks noChangeArrowheads="1"/>
            </p:cNvSpPr>
            <p:nvPr/>
          </p:nvSpPr>
          <p:spPr bwMode="auto">
            <a:xfrm>
              <a:off x="3959225" y="677863"/>
              <a:ext cx="182563" cy="476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sp>
          <p:nvSpPr>
            <p:cNvPr id="11" name="Rectangle 19"/>
            <p:cNvSpPr>
              <a:spLocks noChangeArrowheads="1"/>
            </p:cNvSpPr>
            <p:nvPr/>
          </p:nvSpPr>
          <p:spPr bwMode="auto">
            <a:xfrm>
              <a:off x="3959225" y="582613"/>
              <a:ext cx="182563" cy="49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sp>
          <p:nvSpPr>
            <p:cNvPr id="12" name="Rectangle 20"/>
            <p:cNvSpPr>
              <a:spLocks noChangeArrowheads="1"/>
            </p:cNvSpPr>
            <p:nvPr/>
          </p:nvSpPr>
          <p:spPr bwMode="auto">
            <a:xfrm>
              <a:off x="3676650" y="1101726"/>
              <a:ext cx="469900" cy="476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sp>
          <p:nvSpPr>
            <p:cNvPr id="13" name="Rectangle 21"/>
            <p:cNvSpPr>
              <a:spLocks noChangeArrowheads="1"/>
            </p:cNvSpPr>
            <p:nvPr/>
          </p:nvSpPr>
          <p:spPr bwMode="auto">
            <a:xfrm>
              <a:off x="3676650" y="1198563"/>
              <a:ext cx="469900" cy="49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sp>
          <p:nvSpPr>
            <p:cNvPr id="14" name="Freeform 22"/>
            <p:cNvSpPr>
              <a:spLocks/>
            </p:cNvSpPr>
            <p:nvPr/>
          </p:nvSpPr>
          <p:spPr bwMode="auto">
            <a:xfrm>
              <a:off x="3590925" y="482601"/>
              <a:ext cx="641350" cy="862013"/>
            </a:xfrm>
            <a:custGeom>
              <a:avLst/>
              <a:gdLst>
                <a:gd name="T0" fmla="*/ 229 w 404"/>
                <a:gd name="T1" fmla="*/ 0 h 543"/>
                <a:gd name="T2" fmla="*/ 229 w 404"/>
                <a:gd name="T3" fmla="*/ 30 h 543"/>
                <a:gd name="T4" fmla="*/ 373 w 404"/>
                <a:gd name="T5" fmla="*/ 30 h 543"/>
                <a:gd name="T6" fmla="*/ 373 w 404"/>
                <a:gd name="T7" fmla="*/ 513 h 543"/>
                <a:gd name="T8" fmla="*/ 33 w 404"/>
                <a:gd name="T9" fmla="*/ 513 h 543"/>
                <a:gd name="T10" fmla="*/ 31 w 404"/>
                <a:gd name="T11" fmla="*/ 387 h 543"/>
                <a:gd name="T12" fmla="*/ 0 w 404"/>
                <a:gd name="T13" fmla="*/ 387 h 543"/>
                <a:gd name="T14" fmla="*/ 0 w 404"/>
                <a:gd name="T15" fmla="*/ 543 h 543"/>
                <a:gd name="T16" fmla="*/ 404 w 404"/>
                <a:gd name="T17" fmla="*/ 543 h 543"/>
                <a:gd name="T18" fmla="*/ 404 w 404"/>
                <a:gd name="T19" fmla="*/ 0 h 543"/>
                <a:gd name="T20" fmla="*/ 229 w 404"/>
                <a:gd name="T21" fmla="*/ 0 h 5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04" h="543">
                  <a:moveTo>
                    <a:pt x="229" y="0"/>
                  </a:moveTo>
                  <a:lnTo>
                    <a:pt x="229" y="30"/>
                  </a:lnTo>
                  <a:lnTo>
                    <a:pt x="373" y="30"/>
                  </a:lnTo>
                  <a:lnTo>
                    <a:pt x="373" y="513"/>
                  </a:lnTo>
                  <a:lnTo>
                    <a:pt x="33" y="513"/>
                  </a:lnTo>
                  <a:lnTo>
                    <a:pt x="31" y="387"/>
                  </a:lnTo>
                  <a:lnTo>
                    <a:pt x="0" y="387"/>
                  </a:lnTo>
                  <a:lnTo>
                    <a:pt x="0" y="543"/>
                  </a:lnTo>
                  <a:lnTo>
                    <a:pt x="404" y="543"/>
                  </a:lnTo>
                  <a:lnTo>
                    <a:pt x="404" y="0"/>
                  </a:lnTo>
                  <a:lnTo>
                    <a:pt x="229"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sp>
          <p:nvSpPr>
            <p:cNvPr id="15" name="Rectangle 23"/>
            <p:cNvSpPr>
              <a:spLocks noChangeArrowheads="1"/>
            </p:cNvSpPr>
            <p:nvPr/>
          </p:nvSpPr>
          <p:spPr bwMode="auto">
            <a:xfrm>
              <a:off x="3959225" y="989013"/>
              <a:ext cx="182563" cy="476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sp>
          <p:nvSpPr>
            <p:cNvPr id="16" name="Freeform 24"/>
            <p:cNvSpPr>
              <a:spLocks noEditPoints="1"/>
            </p:cNvSpPr>
            <p:nvPr/>
          </p:nvSpPr>
          <p:spPr bwMode="auto">
            <a:xfrm>
              <a:off x="3295650" y="230188"/>
              <a:ext cx="639763" cy="852488"/>
            </a:xfrm>
            <a:custGeom>
              <a:avLst/>
              <a:gdLst>
                <a:gd name="T0" fmla="*/ 403 w 403"/>
                <a:gd name="T1" fmla="*/ 0 h 537"/>
                <a:gd name="T2" fmla="*/ 0 w 403"/>
                <a:gd name="T3" fmla="*/ 0 h 537"/>
                <a:gd name="T4" fmla="*/ 0 w 403"/>
                <a:gd name="T5" fmla="*/ 447 h 537"/>
                <a:gd name="T6" fmla="*/ 92 w 403"/>
                <a:gd name="T7" fmla="*/ 537 h 537"/>
                <a:gd name="T8" fmla="*/ 403 w 403"/>
                <a:gd name="T9" fmla="*/ 537 h 537"/>
                <a:gd name="T10" fmla="*/ 403 w 403"/>
                <a:gd name="T11" fmla="*/ 0 h 537"/>
                <a:gd name="T12" fmla="*/ 373 w 403"/>
                <a:gd name="T13" fmla="*/ 508 h 537"/>
                <a:gd name="T14" fmla="*/ 108 w 403"/>
                <a:gd name="T15" fmla="*/ 508 h 537"/>
                <a:gd name="T16" fmla="*/ 108 w 403"/>
                <a:gd name="T17" fmla="*/ 433 h 537"/>
                <a:gd name="T18" fmla="*/ 30 w 403"/>
                <a:gd name="T19" fmla="*/ 433 h 537"/>
                <a:gd name="T20" fmla="*/ 30 w 403"/>
                <a:gd name="T21" fmla="*/ 31 h 537"/>
                <a:gd name="T22" fmla="*/ 373 w 403"/>
                <a:gd name="T23" fmla="*/ 31 h 537"/>
                <a:gd name="T24" fmla="*/ 373 w 403"/>
                <a:gd name="T25" fmla="*/ 508 h 5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03" h="537">
                  <a:moveTo>
                    <a:pt x="403" y="0"/>
                  </a:moveTo>
                  <a:lnTo>
                    <a:pt x="0" y="0"/>
                  </a:lnTo>
                  <a:lnTo>
                    <a:pt x="0" y="447"/>
                  </a:lnTo>
                  <a:lnTo>
                    <a:pt x="92" y="537"/>
                  </a:lnTo>
                  <a:lnTo>
                    <a:pt x="403" y="537"/>
                  </a:lnTo>
                  <a:lnTo>
                    <a:pt x="403" y="0"/>
                  </a:lnTo>
                  <a:close/>
                  <a:moveTo>
                    <a:pt x="373" y="508"/>
                  </a:moveTo>
                  <a:lnTo>
                    <a:pt x="108" y="508"/>
                  </a:lnTo>
                  <a:lnTo>
                    <a:pt x="108" y="433"/>
                  </a:lnTo>
                  <a:lnTo>
                    <a:pt x="30" y="433"/>
                  </a:lnTo>
                  <a:lnTo>
                    <a:pt x="30" y="31"/>
                  </a:lnTo>
                  <a:lnTo>
                    <a:pt x="373" y="31"/>
                  </a:lnTo>
                  <a:lnTo>
                    <a:pt x="373" y="50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sp>
          <p:nvSpPr>
            <p:cNvPr id="17" name="Rectangle 25"/>
            <p:cNvSpPr>
              <a:spLocks noChangeArrowheads="1"/>
            </p:cNvSpPr>
            <p:nvPr/>
          </p:nvSpPr>
          <p:spPr bwMode="auto">
            <a:xfrm>
              <a:off x="3441700" y="376238"/>
              <a:ext cx="176213" cy="32385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sp>
          <p:nvSpPr>
            <p:cNvPr id="18" name="Rectangle 26"/>
            <p:cNvSpPr>
              <a:spLocks noChangeArrowheads="1"/>
            </p:cNvSpPr>
            <p:nvPr/>
          </p:nvSpPr>
          <p:spPr bwMode="auto">
            <a:xfrm>
              <a:off x="3411538" y="755651"/>
              <a:ext cx="438150" cy="4603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sp>
          <p:nvSpPr>
            <p:cNvPr id="19" name="Rectangle 27"/>
            <p:cNvSpPr>
              <a:spLocks noChangeArrowheads="1"/>
            </p:cNvSpPr>
            <p:nvPr/>
          </p:nvSpPr>
          <p:spPr bwMode="auto">
            <a:xfrm>
              <a:off x="3670300" y="565151"/>
              <a:ext cx="179388" cy="4445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sp>
          <p:nvSpPr>
            <p:cNvPr id="20" name="Rectangle 28"/>
            <p:cNvSpPr>
              <a:spLocks noChangeArrowheads="1"/>
            </p:cNvSpPr>
            <p:nvPr/>
          </p:nvSpPr>
          <p:spPr bwMode="auto">
            <a:xfrm>
              <a:off x="3670300" y="658813"/>
              <a:ext cx="179388" cy="4127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sp>
          <p:nvSpPr>
            <p:cNvPr id="21" name="Rectangle 29"/>
            <p:cNvSpPr>
              <a:spLocks noChangeArrowheads="1"/>
            </p:cNvSpPr>
            <p:nvPr/>
          </p:nvSpPr>
          <p:spPr bwMode="auto">
            <a:xfrm>
              <a:off x="3670300" y="471488"/>
              <a:ext cx="179388" cy="4445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sp>
          <p:nvSpPr>
            <p:cNvPr id="22" name="Rectangle 30"/>
            <p:cNvSpPr>
              <a:spLocks noChangeArrowheads="1"/>
            </p:cNvSpPr>
            <p:nvPr/>
          </p:nvSpPr>
          <p:spPr bwMode="auto">
            <a:xfrm>
              <a:off x="3670300" y="376238"/>
              <a:ext cx="179388" cy="4127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sp>
          <p:nvSpPr>
            <p:cNvPr id="23" name="Rectangle 31"/>
            <p:cNvSpPr>
              <a:spLocks noChangeArrowheads="1"/>
            </p:cNvSpPr>
            <p:nvPr/>
          </p:nvSpPr>
          <p:spPr bwMode="auto">
            <a:xfrm>
              <a:off x="3411538" y="842963"/>
              <a:ext cx="438150" cy="4445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grpSp>
      <p:sp>
        <p:nvSpPr>
          <p:cNvPr id="24" name="Freeform 6"/>
          <p:cNvSpPr>
            <a:spLocks/>
          </p:cNvSpPr>
          <p:nvPr userDrawn="1"/>
        </p:nvSpPr>
        <p:spPr bwMode="auto">
          <a:xfrm>
            <a:off x="3211785" y="296368"/>
            <a:ext cx="8975455" cy="864888"/>
          </a:xfrm>
          <a:custGeom>
            <a:avLst/>
            <a:gdLst>
              <a:gd name="T0" fmla="*/ 6409 w 6533"/>
              <a:gd name="T1" fmla="*/ 0 h 617"/>
              <a:gd name="T2" fmla="*/ 0 w 6533"/>
              <a:gd name="T3" fmla="*/ 0 h 617"/>
              <a:gd name="T4" fmla="*/ 126 w 6533"/>
              <a:gd name="T5" fmla="*/ 310 h 617"/>
              <a:gd name="T6" fmla="*/ 0 w 6533"/>
              <a:gd name="T7" fmla="*/ 617 h 617"/>
              <a:gd name="T8" fmla="*/ 6409 w 6533"/>
              <a:gd name="T9" fmla="*/ 617 h 617"/>
              <a:gd name="T10" fmla="*/ 6533 w 6533"/>
              <a:gd name="T11" fmla="*/ 310 h 617"/>
              <a:gd name="T12" fmla="*/ 6409 w 6533"/>
              <a:gd name="T13" fmla="*/ 0 h 617"/>
              <a:gd name="connsiteX0" fmla="*/ 9810 w 9810"/>
              <a:gd name="connsiteY0" fmla="*/ 0 h 10000"/>
              <a:gd name="connsiteX1" fmla="*/ 0 w 9810"/>
              <a:gd name="connsiteY1" fmla="*/ 0 h 10000"/>
              <a:gd name="connsiteX2" fmla="*/ 193 w 9810"/>
              <a:gd name="connsiteY2" fmla="*/ 5024 h 10000"/>
              <a:gd name="connsiteX3" fmla="*/ 0 w 9810"/>
              <a:gd name="connsiteY3" fmla="*/ 10000 h 10000"/>
              <a:gd name="connsiteX4" fmla="*/ 9810 w 9810"/>
              <a:gd name="connsiteY4" fmla="*/ 10000 h 10000"/>
              <a:gd name="connsiteX5" fmla="*/ 7589 w 9810"/>
              <a:gd name="connsiteY5" fmla="*/ 5574 h 10000"/>
              <a:gd name="connsiteX6" fmla="*/ 9810 w 9810"/>
              <a:gd name="connsiteY6" fmla="*/ 0 h 10000"/>
              <a:gd name="connsiteX0" fmla="*/ 7021 w 10000"/>
              <a:gd name="connsiteY0" fmla="*/ 0 h 10000"/>
              <a:gd name="connsiteX1" fmla="*/ 0 w 10000"/>
              <a:gd name="connsiteY1" fmla="*/ 0 h 10000"/>
              <a:gd name="connsiteX2" fmla="*/ 197 w 10000"/>
              <a:gd name="connsiteY2" fmla="*/ 5024 h 10000"/>
              <a:gd name="connsiteX3" fmla="*/ 0 w 10000"/>
              <a:gd name="connsiteY3" fmla="*/ 10000 h 10000"/>
              <a:gd name="connsiteX4" fmla="*/ 10000 w 10000"/>
              <a:gd name="connsiteY4" fmla="*/ 10000 h 10000"/>
              <a:gd name="connsiteX5" fmla="*/ 7736 w 10000"/>
              <a:gd name="connsiteY5" fmla="*/ 5574 h 10000"/>
              <a:gd name="connsiteX6" fmla="*/ 7021 w 10000"/>
              <a:gd name="connsiteY6" fmla="*/ 0 h 10000"/>
              <a:gd name="connsiteX0" fmla="*/ 7021 w 7736"/>
              <a:gd name="connsiteY0" fmla="*/ 0 h 10038"/>
              <a:gd name="connsiteX1" fmla="*/ 0 w 7736"/>
              <a:gd name="connsiteY1" fmla="*/ 0 h 10038"/>
              <a:gd name="connsiteX2" fmla="*/ 197 w 7736"/>
              <a:gd name="connsiteY2" fmla="*/ 5024 h 10038"/>
              <a:gd name="connsiteX3" fmla="*/ 0 w 7736"/>
              <a:gd name="connsiteY3" fmla="*/ 10000 h 10038"/>
              <a:gd name="connsiteX4" fmla="*/ 7017 w 7736"/>
              <a:gd name="connsiteY4" fmla="*/ 10038 h 10038"/>
              <a:gd name="connsiteX5" fmla="*/ 7736 w 7736"/>
              <a:gd name="connsiteY5" fmla="*/ 5574 h 10038"/>
              <a:gd name="connsiteX6" fmla="*/ 7021 w 7736"/>
              <a:gd name="connsiteY6" fmla="*/ 0 h 10038"/>
              <a:gd name="connsiteX0" fmla="*/ 9076 w 9316"/>
              <a:gd name="connsiteY0" fmla="*/ 0 h 10000"/>
              <a:gd name="connsiteX1" fmla="*/ 0 w 9316"/>
              <a:gd name="connsiteY1" fmla="*/ 0 h 10000"/>
              <a:gd name="connsiteX2" fmla="*/ 255 w 9316"/>
              <a:gd name="connsiteY2" fmla="*/ 5005 h 10000"/>
              <a:gd name="connsiteX3" fmla="*/ 0 w 9316"/>
              <a:gd name="connsiteY3" fmla="*/ 9962 h 10000"/>
              <a:gd name="connsiteX4" fmla="*/ 9071 w 9316"/>
              <a:gd name="connsiteY4" fmla="*/ 10000 h 10000"/>
              <a:gd name="connsiteX5" fmla="*/ 9316 w 9316"/>
              <a:gd name="connsiteY5" fmla="*/ 5668 h 10000"/>
              <a:gd name="connsiteX6" fmla="*/ 9076 w 9316"/>
              <a:gd name="connsiteY6" fmla="*/ 0 h 10000"/>
              <a:gd name="connsiteX0" fmla="*/ 9742 w 10000"/>
              <a:gd name="connsiteY0" fmla="*/ 0 h 10000"/>
              <a:gd name="connsiteX1" fmla="*/ 0 w 10000"/>
              <a:gd name="connsiteY1" fmla="*/ 0 h 10000"/>
              <a:gd name="connsiteX2" fmla="*/ 274 w 10000"/>
              <a:gd name="connsiteY2" fmla="*/ 5005 h 10000"/>
              <a:gd name="connsiteX3" fmla="*/ 0 w 10000"/>
              <a:gd name="connsiteY3" fmla="*/ 9962 h 10000"/>
              <a:gd name="connsiteX4" fmla="*/ 9737 w 10000"/>
              <a:gd name="connsiteY4" fmla="*/ 10000 h 10000"/>
              <a:gd name="connsiteX5" fmla="*/ 10000 w 10000"/>
              <a:gd name="connsiteY5" fmla="*/ 5668 h 10000"/>
              <a:gd name="connsiteX6" fmla="*/ 9742 w 10000"/>
              <a:gd name="connsiteY6" fmla="*/ 0 h 10000"/>
              <a:gd name="connsiteX0" fmla="*/ 9742 w 9877"/>
              <a:gd name="connsiteY0" fmla="*/ 0 h 10000"/>
              <a:gd name="connsiteX1" fmla="*/ 0 w 9877"/>
              <a:gd name="connsiteY1" fmla="*/ 0 h 10000"/>
              <a:gd name="connsiteX2" fmla="*/ 274 w 9877"/>
              <a:gd name="connsiteY2" fmla="*/ 5005 h 10000"/>
              <a:gd name="connsiteX3" fmla="*/ 0 w 9877"/>
              <a:gd name="connsiteY3" fmla="*/ 9962 h 10000"/>
              <a:gd name="connsiteX4" fmla="*/ 9737 w 9877"/>
              <a:gd name="connsiteY4" fmla="*/ 10000 h 10000"/>
              <a:gd name="connsiteX5" fmla="*/ 9738 w 9877"/>
              <a:gd name="connsiteY5" fmla="*/ 5783 h 10000"/>
              <a:gd name="connsiteX6" fmla="*/ 9742 w 9877"/>
              <a:gd name="connsiteY6" fmla="*/ 0 h 10000"/>
              <a:gd name="connsiteX0" fmla="*/ 9863 w 9991"/>
              <a:gd name="connsiteY0" fmla="*/ 0 h 10000"/>
              <a:gd name="connsiteX1" fmla="*/ 0 w 9991"/>
              <a:gd name="connsiteY1" fmla="*/ 0 h 10000"/>
              <a:gd name="connsiteX2" fmla="*/ 277 w 9991"/>
              <a:gd name="connsiteY2" fmla="*/ 5005 h 10000"/>
              <a:gd name="connsiteX3" fmla="*/ 0 w 9991"/>
              <a:gd name="connsiteY3" fmla="*/ 9962 h 10000"/>
              <a:gd name="connsiteX4" fmla="*/ 9858 w 9991"/>
              <a:gd name="connsiteY4" fmla="*/ 10000 h 10000"/>
              <a:gd name="connsiteX5" fmla="*/ 9817 w 9991"/>
              <a:gd name="connsiteY5" fmla="*/ 5783 h 10000"/>
              <a:gd name="connsiteX6" fmla="*/ 9863 w 9991"/>
              <a:gd name="connsiteY6" fmla="*/ 0 h 10000"/>
              <a:gd name="connsiteX0" fmla="*/ 9872 w 10014"/>
              <a:gd name="connsiteY0" fmla="*/ 0 h 10000"/>
              <a:gd name="connsiteX1" fmla="*/ 0 w 10014"/>
              <a:gd name="connsiteY1" fmla="*/ 0 h 10000"/>
              <a:gd name="connsiteX2" fmla="*/ 277 w 10014"/>
              <a:gd name="connsiteY2" fmla="*/ 5005 h 10000"/>
              <a:gd name="connsiteX3" fmla="*/ 0 w 10014"/>
              <a:gd name="connsiteY3" fmla="*/ 9962 h 10000"/>
              <a:gd name="connsiteX4" fmla="*/ 9867 w 10014"/>
              <a:gd name="connsiteY4" fmla="*/ 10000 h 10000"/>
              <a:gd name="connsiteX5" fmla="*/ 9890 w 10014"/>
              <a:gd name="connsiteY5" fmla="*/ 5745 h 10000"/>
              <a:gd name="connsiteX6" fmla="*/ 9872 w 10014"/>
              <a:gd name="connsiteY6" fmla="*/ 0 h 10000"/>
              <a:gd name="connsiteX0" fmla="*/ 9872 w 10030"/>
              <a:gd name="connsiteY0" fmla="*/ 0 h 10000"/>
              <a:gd name="connsiteX1" fmla="*/ 0 w 10030"/>
              <a:gd name="connsiteY1" fmla="*/ 0 h 10000"/>
              <a:gd name="connsiteX2" fmla="*/ 277 w 10030"/>
              <a:gd name="connsiteY2" fmla="*/ 5005 h 10000"/>
              <a:gd name="connsiteX3" fmla="*/ 0 w 10030"/>
              <a:gd name="connsiteY3" fmla="*/ 9962 h 10000"/>
              <a:gd name="connsiteX4" fmla="*/ 9867 w 10030"/>
              <a:gd name="connsiteY4" fmla="*/ 10000 h 10000"/>
              <a:gd name="connsiteX5" fmla="*/ 9890 w 10030"/>
              <a:gd name="connsiteY5" fmla="*/ 5745 h 10000"/>
              <a:gd name="connsiteX6" fmla="*/ 9872 w 10030"/>
              <a:gd name="connsiteY6" fmla="*/ 0 h 10000"/>
              <a:gd name="connsiteX0" fmla="*/ 9872 w 9921"/>
              <a:gd name="connsiteY0" fmla="*/ 0 h 10000"/>
              <a:gd name="connsiteX1" fmla="*/ 0 w 9921"/>
              <a:gd name="connsiteY1" fmla="*/ 0 h 10000"/>
              <a:gd name="connsiteX2" fmla="*/ 277 w 9921"/>
              <a:gd name="connsiteY2" fmla="*/ 5005 h 10000"/>
              <a:gd name="connsiteX3" fmla="*/ 0 w 9921"/>
              <a:gd name="connsiteY3" fmla="*/ 9962 h 10000"/>
              <a:gd name="connsiteX4" fmla="*/ 9867 w 9921"/>
              <a:gd name="connsiteY4" fmla="*/ 10000 h 10000"/>
              <a:gd name="connsiteX5" fmla="*/ 9890 w 9921"/>
              <a:gd name="connsiteY5" fmla="*/ 5745 h 10000"/>
              <a:gd name="connsiteX6" fmla="*/ 9872 w 9921"/>
              <a:gd name="connsiteY6" fmla="*/ 0 h 10000"/>
              <a:gd name="connsiteX0" fmla="*/ 9951 w 9974"/>
              <a:gd name="connsiteY0" fmla="*/ 0 h 10000"/>
              <a:gd name="connsiteX1" fmla="*/ 0 w 9974"/>
              <a:gd name="connsiteY1" fmla="*/ 0 h 10000"/>
              <a:gd name="connsiteX2" fmla="*/ 279 w 9974"/>
              <a:gd name="connsiteY2" fmla="*/ 5005 h 10000"/>
              <a:gd name="connsiteX3" fmla="*/ 0 w 9974"/>
              <a:gd name="connsiteY3" fmla="*/ 9962 h 10000"/>
              <a:gd name="connsiteX4" fmla="*/ 9946 w 9974"/>
              <a:gd name="connsiteY4" fmla="*/ 10000 h 10000"/>
              <a:gd name="connsiteX5" fmla="*/ 9969 w 9974"/>
              <a:gd name="connsiteY5" fmla="*/ 5745 h 10000"/>
              <a:gd name="connsiteX6" fmla="*/ 9951 w 9974"/>
              <a:gd name="connsiteY6" fmla="*/ 0 h 10000"/>
              <a:gd name="connsiteX0" fmla="*/ 9977 w 10001"/>
              <a:gd name="connsiteY0" fmla="*/ 0 h 10000"/>
              <a:gd name="connsiteX1" fmla="*/ 0 w 10001"/>
              <a:gd name="connsiteY1" fmla="*/ 0 h 10000"/>
              <a:gd name="connsiteX2" fmla="*/ 280 w 10001"/>
              <a:gd name="connsiteY2" fmla="*/ 5005 h 10000"/>
              <a:gd name="connsiteX3" fmla="*/ 0 w 10001"/>
              <a:gd name="connsiteY3" fmla="*/ 9962 h 10000"/>
              <a:gd name="connsiteX4" fmla="*/ 9972 w 10001"/>
              <a:gd name="connsiteY4" fmla="*/ 10000 h 10000"/>
              <a:gd name="connsiteX5" fmla="*/ 9995 w 10001"/>
              <a:gd name="connsiteY5" fmla="*/ 5745 h 10000"/>
              <a:gd name="connsiteX6" fmla="*/ 9977 w 10001"/>
              <a:gd name="connsiteY6" fmla="*/ 0 h 10000"/>
              <a:gd name="connsiteX0" fmla="*/ 9977 w 10001"/>
              <a:gd name="connsiteY0" fmla="*/ 0 h 10000"/>
              <a:gd name="connsiteX1" fmla="*/ 0 w 10001"/>
              <a:gd name="connsiteY1" fmla="*/ 0 h 10000"/>
              <a:gd name="connsiteX2" fmla="*/ 280 w 10001"/>
              <a:gd name="connsiteY2" fmla="*/ 5005 h 10000"/>
              <a:gd name="connsiteX3" fmla="*/ 0 w 10001"/>
              <a:gd name="connsiteY3" fmla="*/ 9962 h 10000"/>
              <a:gd name="connsiteX4" fmla="*/ 9972 w 10001"/>
              <a:gd name="connsiteY4" fmla="*/ 10000 h 10000"/>
              <a:gd name="connsiteX5" fmla="*/ 9995 w 10001"/>
              <a:gd name="connsiteY5" fmla="*/ 5745 h 10000"/>
              <a:gd name="connsiteX6" fmla="*/ 9977 w 10001"/>
              <a:gd name="connsiteY6" fmla="*/ 0 h 10000"/>
              <a:gd name="connsiteX0" fmla="*/ 9977 w 10001"/>
              <a:gd name="connsiteY0" fmla="*/ 0 h 10000"/>
              <a:gd name="connsiteX1" fmla="*/ 0 w 10001"/>
              <a:gd name="connsiteY1" fmla="*/ 0 h 10000"/>
              <a:gd name="connsiteX2" fmla="*/ 280 w 10001"/>
              <a:gd name="connsiteY2" fmla="*/ 5005 h 10000"/>
              <a:gd name="connsiteX3" fmla="*/ 0 w 10001"/>
              <a:gd name="connsiteY3" fmla="*/ 9962 h 10000"/>
              <a:gd name="connsiteX4" fmla="*/ 9972 w 10001"/>
              <a:gd name="connsiteY4" fmla="*/ 10000 h 10000"/>
              <a:gd name="connsiteX5" fmla="*/ 9995 w 10001"/>
              <a:gd name="connsiteY5" fmla="*/ 5745 h 10000"/>
              <a:gd name="connsiteX6" fmla="*/ 9977 w 10001"/>
              <a:gd name="connsiteY6" fmla="*/ 0 h 10000"/>
              <a:gd name="connsiteX0" fmla="*/ 9977 w 9995"/>
              <a:gd name="connsiteY0" fmla="*/ 0 h 10000"/>
              <a:gd name="connsiteX1" fmla="*/ 0 w 9995"/>
              <a:gd name="connsiteY1" fmla="*/ 0 h 10000"/>
              <a:gd name="connsiteX2" fmla="*/ 280 w 9995"/>
              <a:gd name="connsiteY2" fmla="*/ 5005 h 10000"/>
              <a:gd name="connsiteX3" fmla="*/ 0 w 9995"/>
              <a:gd name="connsiteY3" fmla="*/ 9962 h 10000"/>
              <a:gd name="connsiteX4" fmla="*/ 9972 w 9995"/>
              <a:gd name="connsiteY4" fmla="*/ 10000 h 10000"/>
              <a:gd name="connsiteX5" fmla="*/ 9995 w 9995"/>
              <a:gd name="connsiteY5" fmla="*/ 5745 h 10000"/>
              <a:gd name="connsiteX6" fmla="*/ 9977 w 9995"/>
              <a:gd name="connsiteY6" fmla="*/ 0 h 10000"/>
              <a:gd name="connsiteX0" fmla="*/ 9999 w 10000"/>
              <a:gd name="connsiteY0" fmla="*/ 0 h 10000"/>
              <a:gd name="connsiteX1" fmla="*/ 0 w 10000"/>
              <a:gd name="connsiteY1" fmla="*/ 0 h 10000"/>
              <a:gd name="connsiteX2" fmla="*/ 280 w 10000"/>
              <a:gd name="connsiteY2" fmla="*/ 5005 h 10000"/>
              <a:gd name="connsiteX3" fmla="*/ 0 w 10000"/>
              <a:gd name="connsiteY3" fmla="*/ 9962 h 10000"/>
              <a:gd name="connsiteX4" fmla="*/ 9977 w 10000"/>
              <a:gd name="connsiteY4" fmla="*/ 10000 h 10000"/>
              <a:gd name="connsiteX5" fmla="*/ 10000 w 10000"/>
              <a:gd name="connsiteY5" fmla="*/ 5745 h 10000"/>
              <a:gd name="connsiteX6" fmla="*/ 9999 w 10000"/>
              <a:gd name="connsiteY6" fmla="*/ 0 h 10000"/>
              <a:gd name="connsiteX0" fmla="*/ 9999 w 10004"/>
              <a:gd name="connsiteY0" fmla="*/ 0 h 10000"/>
              <a:gd name="connsiteX1" fmla="*/ 0 w 10004"/>
              <a:gd name="connsiteY1" fmla="*/ 0 h 10000"/>
              <a:gd name="connsiteX2" fmla="*/ 280 w 10004"/>
              <a:gd name="connsiteY2" fmla="*/ 5005 h 10000"/>
              <a:gd name="connsiteX3" fmla="*/ 0 w 10004"/>
              <a:gd name="connsiteY3" fmla="*/ 9962 h 10000"/>
              <a:gd name="connsiteX4" fmla="*/ 10000 w 10004"/>
              <a:gd name="connsiteY4" fmla="*/ 10000 h 10000"/>
              <a:gd name="connsiteX5" fmla="*/ 10000 w 10004"/>
              <a:gd name="connsiteY5" fmla="*/ 5745 h 10000"/>
              <a:gd name="connsiteX6" fmla="*/ 9999 w 10004"/>
              <a:gd name="connsiteY6" fmla="*/ 0 h 10000"/>
              <a:gd name="connsiteX0" fmla="*/ 9999 w 10000"/>
              <a:gd name="connsiteY0" fmla="*/ 0 h 10000"/>
              <a:gd name="connsiteX1" fmla="*/ 0 w 10000"/>
              <a:gd name="connsiteY1" fmla="*/ 0 h 10000"/>
              <a:gd name="connsiteX2" fmla="*/ 280 w 10000"/>
              <a:gd name="connsiteY2" fmla="*/ 5005 h 10000"/>
              <a:gd name="connsiteX3" fmla="*/ 0 w 10000"/>
              <a:gd name="connsiteY3" fmla="*/ 9962 h 10000"/>
              <a:gd name="connsiteX4" fmla="*/ 10000 w 10000"/>
              <a:gd name="connsiteY4" fmla="*/ 10000 h 10000"/>
              <a:gd name="connsiteX5" fmla="*/ 10000 w 10000"/>
              <a:gd name="connsiteY5" fmla="*/ 5745 h 10000"/>
              <a:gd name="connsiteX6" fmla="*/ 9999 w 10000"/>
              <a:gd name="connsiteY6" fmla="*/ 0 h 10000"/>
              <a:gd name="connsiteX0" fmla="*/ 14796 w 14796"/>
              <a:gd name="connsiteY0" fmla="*/ 0 h 10000"/>
              <a:gd name="connsiteX1" fmla="*/ 0 w 14796"/>
              <a:gd name="connsiteY1" fmla="*/ 0 h 10000"/>
              <a:gd name="connsiteX2" fmla="*/ 280 w 14796"/>
              <a:gd name="connsiteY2" fmla="*/ 5005 h 10000"/>
              <a:gd name="connsiteX3" fmla="*/ 0 w 14796"/>
              <a:gd name="connsiteY3" fmla="*/ 9962 h 10000"/>
              <a:gd name="connsiteX4" fmla="*/ 10000 w 14796"/>
              <a:gd name="connsiteY4" fmla="*/ 10000 h 10000"/>
              <a:gd name="connsiteX5" fmla="*/ 10000 w 14796"/>
              <a:gd name="connsiteY5" fmla="*/ 5745 h 10000"/>
              <a:gd name="connsiteX6" fmla="*/ 14796 w 14796"/>
              <a:gd name="connsiteY6" fmla="*/ 0 h 10000"/>
              <a:gd name="connsiteX0" fmla="*/ 14796 w 14796"/>
              <a:gd name="connsiteY0" fmla="*/ 0 h 9968"/>
              <a:gd name="connsiteX1" fmla="*/ 0 w 14796"/>
              <a:gd name="connsiteY1" fmla="*/ 0 h 9968"/>
              <a:gd name="connsiteX2" fmla="*/ 280 w 14796"/>
              <a:gd name="connsiteY2" fmla="*/ 5005 h 9968"/>
              <a:gd name="connsiteX3" fmla="*/ 0 w 14796"/>
              <a:gd name="connsiteY3" fmla="*/ 9962 h 9968"/>
              <a:gd name="connsiteX4" fmla="*/ 14788 w 14796"/>
              <a:gd name="connsiteY4" fmla="*/ 9968 h 9968"/>
              <a:gd name="connsiteX5" fmla="*/ 10000 w 14796"/>
              <a:gd name="connsiteY5" fmla="*/ 5745 h 9968"/>
              <a:gd name="connsiteX6" fmla="*/ 14796 w 14796"/>
              <a:gd name="connsiteY6" fmla="*/ 0 h 9968"/>
              <a:gd name="connsiteX0" fmla="*/ 10000 w 10000"/>
              <a:gd name="connsiteY0" fmla="*/ 0 h 10000"/>
              <a:gd name="connsiteX1" fmla="*/ 0 w 10000"/>
              <a:gd name="connsiteY1" fmla="*/ 0 h 10000"/>
              <a:gd name="connsiteX2" fmla="*/ 189 w 10000"/>
              <a:gd name="connsiteY2" fmla="*/ 5021 h 10000"/>
              <a:gd name="connsiteX3" fmla="*/ 0 w 10000"/>
              <a:gd name="connsiteY3" fmla="*/ 9994 h 10000"/>
              <a:gd name="connsiteX4" fmla="*/ 9995 w 10000"/>
              <a:gd name="connsiteY4" fmla="*/ 10000 h 10000"/>
              <a:gd name="connsiteX5" fmla="*/ 9998 w 10000"/>
              <a:gd name="connsiteY5" fmla="*/ 6152 h 10000"/>
              <a:gd name="connsiteX6" fmla="*/ 10000 w 10000"/>
              <a:gd name="connsiteY6" fmla="*/ 0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000" h="10000">
                <a:moveTo>
                  <a:pt x="10000" y="0"/>
                </a:moveTo>
                <a:lnTo>
                  <a:pt x="0" y="0"/>
                </a:lnTo>
                <a:cubicBezTo>
                  <a:pt x="62" y="1674"/>
                  <a:pt x="124" y="3347"/>
                  <a:pt x="189" y="5021"/>
                </a:cubicBezTo>
                <a:cubicBezTo>
                  <a:pt x="124" y="6679"/>
                  <a:pt x="62" y="8336"/>
                  <a:pt x="0" y="9994"/>
                </a:cubicBezTo>
                <a:lnTo>
                  <a:pt x="9995" y="10000"/>
                </a:lnTo>
                <a:cubicBezTo>
                  <a:pt x="9993" y="8184"/>
                  <a:pt x="9998" y="8051"/>
                  <a:pt x="9998" y="6152"/>
                </a:cubicBezTo>
                <a:cubicBezTo>
                  <a:pt x="9996" y="3296"/>
                  <a:pt x="10001" y="2674"/>
                  <a:pt x="10000" y="0"/>
                </a:cubicBezTo>
                <a:close/>
              </a:path>
            </a:pathLst>
          </a:custGeom>
          <a:solidFill>
            <a:schemeClr val="bg1">
              <a:lumMod val="95000"/>
            </a:schemeClr>
          </a:solidFill>
          <a:ln w="9525" cap="flat" cmpd="sng" algn="ctr">
            <a:noFill/>
            <a:prstDash val="solid"/>
            <a:round/>
            <a:headEnd type="none" w="med" len="med"/>
            <a:tailEnd type="none" w="med" len="med"/>
          </a:ln>
          <a:effectLst/>
        </p:spPr>
        <p:txBody>
          <a:bodyPr rot="0" spcFirstLastPara="0" vertOverflow="overflow" horzOverflow="overflow" vert="horz" wrap="square" lIns="91404" tIns="45702" rIns="91404" bIns="45702" numCol="1" spcCol="0" rtlCol="0" fromWordArt="0" anchor="t" anchorCtr="0" forceAA="0" compatLnSpc="1">
            <a:prstTxWarp prst="textNoShape">
              <a:avLst/>
            </a:prstTxWarp>
            <a:noAutofit/>
          </a:bodyPr>
          <a:lstStyle/>
          <a:p>
            <a:endParaRPr lang="zh-CN" altLang="en-US" sz="1799">
              <a:latin typeface="+mn-lt"/>
              <a:ea typeface="+mn-ea"/>
            </a:endParaRPr>
          </a:p>
        </p:txBody>
      </p:sp>
      <p:sp>
        <p:nvSpPr>
          <p:cNvPr id="25" name="Freeform 11"/>
          <p:cNvSpPr>
            <a:spLocks/>
          </p:cNvSpPr>
          <p:nvPr userDrawn="1"/>
        </p:nvSpPr>
        <p:spPr bwMode="auto">
          <a:xfrm>
            <a:off x="3106455" y="296368"/>
            <a:ext cx="233272" cy="864380"/>
          </a:xfrm>
          <a:custGeom>
            <a:avLst/>
            <a:gdLst>
              <a:gd name="T0" fmla="*/ 33 w 147"/>
              <a:gd name="T1" fmla="*/ 0 h 493"/>
              <a:gd name="T2" fmla="*/ 0 w 147"/>
              <a:gd name="T3" fmla="*/ 0 h 493"/>
              <a:gd name="T4" fmla="*/ 114 w 147"/>
              <a:gd name="T5" fmla="*/ 248 h 493"/>
              <a:gd name="T6" fmla="*/ 0 w 147"/>
              <a:gd name="T7" fmla="*/ 493 h 493"/>
              <a:gd name="T8" fmla="*/ 33 w 147"/>
              <a:gd name="T9" fmla="*/ 493 h 493"/>
              <a:gd name="T10" fmla="*/ 147 w 147"/>
              <a:gd name="T11" fmla="*/ 248 h 493"/>
              <a:gd name="T12" fmla="*/ 33 w 147"/>
              <a:gd name="T13" fmla="*/ 0 h 493"/>
            </a:gdLst>
            <a:ahLst/>
            <a:cxnLst>
              <a:cxn ang="0">
                <a:pos x="T0" y="T1"/>
              </a:cxn>
              <a:cxn ang="0">
                <a:pos x="T2" y="T3"/>
              </a:cxn>
              <a:cxn ang="0">
                <a:pos x="T4" y="T5"/>
              </a:cxn>
              <a:cxn ang="0">
                <a:pos x="T6" y="T7"/>
              </a:cxn>
              <a:cxn ang="0">
                <a:pos x="T8" y="T9"/>
              </a:cxn>
              <a:cxn ang="0">
                <a:pos x="T10" y="T11"/>
              </a:cxn>
              <a:cxn ang="0">
                <a:pos x="T12" y="T13"/>
              </a:cxn>
            </a:cxnLst>
            <a:rect l="0" t="0" r="r" b="b"/>
            <a:pathLst>
              <a:path w="147" h="493">
                <a:moveTo>
                  <a:pt x="33" y="0"/>
                </a:moveTo>
                <a:lnTo>
                  <a:pt x="0" y="0"/>
                </a:lnTo>
                <a:lnTo>
                  <a:pt x="114" y="248"/>
                </a:lnTo>
                <a:lnTo>
                  <a:pt x="0" y="493"/>
                </a:lnTo>
                <a:lnTo>
                  <a:pt x="33" y="493"/>
                </a:lnTo>
                <a:lnTo>
                  <a:pt x="147" y="248"/>
                </a:lnTo>
                <a:lnTo>
                  <a:pt x="33" y="0"/>
                </a:lnTo>
                <a:close/>
              </a:path>
            </a:pathLst>
          </a:custGeom>
          <a:solidFill>
            <a:schemeClr val="bg1">
              <a:lumMod val="95000"/>
            </a:schemeClr>
          </a:solidFill>
          <a:ln w="9525" cap="flat" cmpd="sng" algn="ctr">
            <a:noFill/>
            <a:prstDash val="solid"/>
            <a:round/>
            <a:headEnd type="none" w="med" len="med"/>
            <a:tailEnd type="none" w="med" len="med"/>
          </a:ln>
          <a:effectLst/>
        </p:spPr>
        <p:txBody>
          <a:bodyPr rot="0" spcFirstLastPara="0" vertOverflow="overflow" horzOverflow="overflow" vert="horz" wrap="square" lIns="91404" tIns="45702" rIns="91404" bIns="45702" numCol="1" spcCol="0" rtlCol="0" fromWordArt="0" anchor="t" anchorCtr="0" forceAA="0" compatLnSpc="1">
            <a:prstTxWarp prst="textNoShape">
              <a:avLst/>
            </a:prstTxWarp>
            <a:noAutofit/>
          </a:bodyPr>
          <a:lstStyle/>
          <a:p>
            <a:endParaRPr lang="zh-CN" altLang="en-US" sz="1799">
              <a:latin typeface="+mn-lt"/>
              <a:ea typeface="+mn-ea"/>
            </a:endParaRPr>
          </a:p>
        </p:txBody>
      </p:sp>
    </p:spTree>
    <p:extLst>
      <p:ext uri="{BB962C8B-B14F-4D97-AF65-F5344CB8AC3E}">
        <p14:creationId xmlns:p14="http://schemas.microsoft.com/office/powerpoint/2010/main" val="23806364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6#本节概述和学习目标(可选)">
    <p:spTree>
      <p:nvGrpSpPr>
        <p:cNvPr id="1" name=""/>
        <p:cNvGrpSpPr/>
        <p:nvPr/>
      </p:nvGrpSpPr>
      <p:grpSpPr>
        <a:xfrm>
          <a:off x="0" y="0"/>
          <a:ext cx="0" cy="0"/>
          <a:chOff x="0" y="0"/>
          <a:chExt cx="0" cy="0"/>
        </a:xfrm>
      </p:grpSpPr>
      <p:sp>
        <p:nvSpPr>
          <p:cNvPr id="3" name="内容占位符 6"/>
          <p:cNvSpPr>
            <a:spLocks noGrp="1"/>
          </p:cNvSpPr>
          <p:nvPr>
            <p:ph sz="quarter" idx="10"/>
          </p:nvPr>
        </p:nvSpPr>
        <p:spPr>
          <a:xfrm>
            <a:off x="468316" y="1233487"/>
            <a:ext cx="11276184" cy="4680000"/>
          </a:xfrm>
        </p:spPr>
        <p:txBody>
          <a:bodyPr/>
          <a:lstStyle>
            <a:lvl1pPr algn="just" fontAlgn="auto">
              <a:buClrTx/>
              <a:defRPr>
                <a:solidFill>
                  <a:schemeClr val="tx1"/>
                </a:solidFill>
                <a:latin typeface="+mn-lt"/>
                <a:ea typeface="+mn-ea"/>
                <a:cs typeface="Arial" panose="020B0604020202020204" pitchFamily="34" charset="0"/>
              </a:defRPr>
            </a:lvl1pPr>
            <a:lvl2pPr algn="just" fontAlgn="auto">
              <a:buClrTx/>
              <a:defRPr>
                <a:solidFill>
                  <a:schemeClr val="tx1"/>
                </a:solidFill>
                <a:latin typeface="+mn-lt"/>
                <a:ea typeface="+mn-ea"/>
                <a:cs typeface="Arial" panose="020B0604020202020204" pitchFamily="34" charset="0"/>
              </a:defRPr>
            </a:lvl2pPr>
            <a:lvl3pPr algn="just" fontAlgn="auto">
              <a:buClrTx/>
              <a:defRPr>
                <a:solidFill>
                  <a:schemeClr val="tx1"/>
                </a:solidFill>
                <a:latin typeface="+mn-lt"/>
                <a:ea typeface="+mn-ea"/>
                <a:cs typeface="Arial" panose="020B0604020202020204" pitchFamily="34" charset="0"/>
              </a:defRPr>
            </a:lvl3pPr>
            <a:lvl4pPr algn="just" fontAlgn="auto">
              <a:buClrTx/>
              <a:defRPr>
                <a:solidFill>
                  <a:schemeClr val="tx1"/>
                </a:solidFill>
                <a:latin typeface="+mn-lt"/>
                <a:ea typeface="+mn-ea"/>
                <a:cs typeface="Arial" panose="020B0604020202020204" pitchFamily="34" charset="0"/>
              </a:defRPr>
            </a:lvl4pPr>
            <a:lvl5pPr algn="just" fontAlgn="auto">
              <a:buClrTx/>
              <a:defRPr>
                <a:solidFill>
                  <a:schemeClr val="tx1"/>
                </a:solidFill>
                <a:latin typeface="+mn-lt"/>
                <a:ea typeface="+mn-ea"/>
                <a:cs typeface="Arial" panose="020B0604020202020204" pitchFamily="34" charset="0"/>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TextBox 10">
            <a:extLst>
              <a:ext uri="{FF2B5EF4-FFF2-40B4-BE49-F238E27FC236}">
                <a16:creationId xmlns:a16="http://schemas.microsoft.com/office/drawing/2014/main" xmlns="" id="{18ED692C-39CB-4AC0-81F6-D21CDD086EE4}"/>
              </a:ext>
            </a:extLst>
          </p:cNvPr>
          <p:cNvSpPr txBox="1"/>
          <p:nvPr userDrawn="1"/>
        </p:nvSpPr>
        <p:spPr bwMode="auto">
          <a:xfrm>
            <a:off x="1594877" y="408780"/>
            <a:ext cx="9825899" cy="639559"/>
          </a:xfrm>
          <a:prstGeom prst="rect">
            <a:avLst/>
          </a:prstGeom>
          <a:noFill/>
          <a:ln w="9525">
            <a:noFill/>
            <a:miter lim="800000"/>
            <a:headEnd/>
            <a:tailEnd/>
          </a:ln>
        </p:spPr>
        <p:txBody>
          <a:bodyPr wrap="square" lIns="99941" tIns="49967" rIns="99941" bIns="49967" rtlCol="0">
            <a:spAutoFit/>
          </a:bodyPr>
          <a:lstStyle/>
          <a:p>
            <a:pPr defTabSz="1001223" eaLnBrk="0" fontAlgn="auto" hangingPunct="0"/>
            <a:r>
              <a:rPr lang="zh-CN" altLang="en-US" sz="3499" b="1" dirty="0">
                <a:solidFill>
                  <a:schemeClr val="tx1"/>
                </a:solidFill>
                <a:latin typeface="+mn-lt"/>
                <a:ea typeface="+mn-ea"/>
                <a:cs typeface="Arial" pitchFamily="34" charset="0"/>
              </a:rPr>
              <a:t>本节概述和学习目标</a:t>
            </a:r>
          </a:p>
        </p:txBody>
      </p:sp>
      <p:sp>
        <p:nvSpPr>
          <p:cNvPr id="5" name="Freeform 9"/>
          <p:cNvSpPr>
            <a:spLocks/>
          </p:cNvSpPr>
          <p:nvPr userDrawn="1"/>
        </p:nvSpPr>
        <p:spPr bwMode="auto">
          <a:xfrm>
            <a:off x="3112" y="296368"/>
            <a:ext cx="1375826" cy="864380"/>
          </a:xfrm>
          <a:custGeom>
            <a:avLst/>
            <a:gdLst>
              <a:gd name="T0" fmla="*/ 756 w 867"/>
              <a:gd name="T1" fmla="*/ 493 h 493"/>
              <a:gd name="T2" fmla="*/ 0 w 867"/>
              <a:gd name="T3" fmla="*/ 493 h 493"/>
              <a:gd name="T4" fmla="*/ 0 w 867"/>
              <a:gd name="T5" fmla="*/ 0 h 493"/>
              <a:gd name="T6" fmla="*/ 756 w 867"/>
              <a:gd name="T7" fmla="*/ 0 h 493"/>
              <a:gd name="T8" fmla="*/ 867 w 867"/>
              <a:gd name="T9" fmla="*/ 248 h 493"/>
              <a:gd name="T10" fmla="*/ 756 w 867"/>
              <a:gd name="T11" fmla="*/ 493 h 493"/>
            </a:gdLst>
            <a:ahLst/>
            <a:cxnLst>
              <a:cxn ang="0">
                <a:pos x="T0" y="T1"/>
              </a:cxn>
              <a:cxn ang="0">
                <a:pos x="T2" y="T3"/>
              </a:cxn>
              <a:cxn ang="0">
                <a:pos x="T4" y="T5"/>
              </a:cxn>
              <a:cxn ang="0">
                <a:pos x="T6" y="T7"/>
              </a:cxn>
              <a:cxn ang="0">
                <a:pos x="T8" y="T9"/>
              </a:cxn>
              <a:cxn ang="0">
                <a:pos x="T10" y="T11"/>
              </a:cxn>
            </a:cxnLst>
            <a:rect l="0" t="0" r="r" b="b"/>
            <a:pathLst>
              <a:path w="867" h="493">
                <a:moveTo>
                  <a:pt x="756" y="493"/>
                </a:moveTo>
                <a:lnTo>
                  <a:pt x="0" y="493"/>
                </a:lnTo>
                <a:lnTo>
                  <a:pt x="0" y="0"/>
                </a:lnTo>
                <a:lnTo>
                  <a:pt x="756" y="0"/>
                </a:lnTo>
                <a:lnTo>
                  <a:pt x="867" y="248"/>
                </a:lnTo>
                <a:lnTo>
                  <a:pt x="756" y="493"/>
                </a:lnTo>
                <a:close/>
              </a:path>
            </a:pathLst>
          </a:custGeom>
          <a:solidFill>
            <a:srgbClr val="00B0F0"/>
          </a:solidFill>
          <a:ln w="9525" cap="flat" cmpd="sng" algn="ctr">
            <a:noFill/>
            <a:prstDash val="solid"/>
            <a:round/>
            <a:headEnd type="none" w="med" len="med"/>
            <a:tailEnd type="none" w="med" len="med"/>
          </a:ln>
          <a:effectLst/>
        </p:spPr>
        <p:txBody>
          <a:bodyPr rot="0" spcFirstLastPara="0" vertOverflow="overflow" horzOverflow="overflow" vert="horz" wrap="square" lIns="91404" tIns="45702" rIns="91404" bIns="45702" numCol="1" spcCol="0" rtlCol="0" fromWordArt="0" anchor="t" anchorCtr="0" forceAA="0" compatLnSpc="1">
            <a:prstTxWarp prst="textNoShape">
              <a:avLst/>
            </a:prstTxWarp>
            <a:noAutofit/>
          </a:bodyPr>
          <a:lstStyle/>
          <a:p>
            <a:endParaRPr lang="zh-CN" altLang="en-US" sz="1799">
              <a:latin typeface="+mn-lt"/>
              <a:ea typeface="+mn-ea"/>
            </a:endParaRPr>
          </a:p>
        </p:txBody>
      </p:sp>
      <p:sp>
        <p:nvSpPr>
          <p:cNvPr id="6" name="Freeform 11"/>
          <p:cNvSpPr>
            <a:spLocks/>
          </p:cNvSpPr>
          <p:nvPr userDrawn="1"/>
        </p:nvSpPr>
        <p:spPr bwMode="auto">
          <a:xfrm>
            <a:off x="1245702" y="296368"/>
            <a:ext cx="233272" cy="864380"/>
          </a:xfrm>
          <a:custGeom>
            <a:avLst/>
            <a:gdLst>
              <a:gd name="T0" fmla="*/ 33 w 147"/>
              <a:gd name="T1" fmla="*/ 0 h 493"/>
              <a:gd name="T2" fmla="*/ 0 w 147"/>
              <a:gd name="T3" fmla="*/ 0 h 493"/>
              <a:gd name="T4" fmla="*/ 114 w 147"/>
              <a:gd name="T5" fmla="*/ 248 h 493"/>
              <a:gd name="T6" fmla="*/ 0 w 147"/>
              <a:gd name="T7" fmla="*/ 493 h 493"/>
              <a:gd name="T8" fmla="*/ 33 w 147"/>
              <a:gd name="T9" fmla="*/ 493 h 493"/>
              <a:gd name="T10" fmla="*/ 147 w 147"/>
              <a:gd name="T11" fmla="*/ 248 h 493"/>
              <a:gd name="T12" fmla="*/ 33 w 147"/>
              <a:gd name="T13" fmla="*/ 0 h 493"/>
            </a:gdLst>
            <a:ahLst/>
            <a:cxnLst>
              <a:cxn ang="0">
                <a:pos x="T0" y="T1"/>
              </a:cxn>
              <a:cxn ang="0">
                <a:pos x="T2" y="T3"/>
              </a:cxn>
              <a:cxn ang="0">
                <a:pos x="T4" y="T5"/>
              </a:cxn>
              <a:cxn ang="0">
                <a:pos x="T6" y="T7"/>
              </a:cxn>
              <a:cxn ang="0">
                <a:pos x="T8" y="T9"/>
              </a:cxn>
              <a:cxn ang="0">
                <a:pos x="T10" y="T11"/>
              </a:cxn>
              <a:cxn ang="0">
                <a:pos x="T12" y="T13"/>
              </a:cxn>
            </a:cxnLst>
            <a:rect l="0" t="0" r="r" b="b"/>
            <a:pathLst>
              <a:path w="147" h="493">
                <a:moveTo>
                  <a:pt x="33" y="0"/>
                </a:moveTo>
                <a:lnTo>
                  <a:pt x="0" y="0"/>
                </a:lnTo>
                <a:lnTo>
                  <a:pt x="114" y="248"/>
                </a:lnTo>
                <a:lnTo>
                  <a:pt x="0" y="493"/>
                </a:lnTo>
                <a:lnTo>
                  <a:pt x="33" y="493"/>
                </a:lnTo>
                <a:lnTo>
                  <a:pt x="147" y="248"/>
                </a:lnTo>
                <a:lnTo>
                  <a:pt x="33" y="0"/>
                </a:lnTo>
                <a:close/>
              </a:path>
            </a:pathLst>
          </a:custGeom>
          <a:solidFill>
            <a:srgbClr val="0B9CE5"/>
          </a:solidFill>
          <a:ln w="9525" cap="flat" cmpd="sng" algn="ctr">
            <a:noFill/>
            <a:prstDash val="solid"/>
            <a:round/>
            <a:headEnd type="none" w="med" len="med"/>
            <a:tailEnd type="none" w="med" len="med"/>
          </a:ln>
          <a:effectLst/>
        </p:spPr>
        <p:txBody>
          <a:bodyPr rot="0" spcFirstLastPara="0" vertOverflow="overflow" horzOverflow="overflow" vert="horz" wrap="square" lIns="91404" tIns="45702" rIns="91404" bIns="45702" numCol="1" spcCol="0" rtlCol="0" fromWordArt="0" anchor="t" anchorCtr="0" forceAA="0" compatLnSpc="1">
            <a:prstTxWarp prst="textNoShape">
              <a:avLst/>
            </a:prstTxWarp>
            <a:noAutofit/>
          </a:bodyPr>
          <a:lstStyle/>
          <a:p>
            <a:endParaRPr lang="zh-CN" altLang="en-US" sz="1799">
              <a:latin typeface="+mn-lt"/>
              <a:ea typeface="+mn-ea"/>
            </a:endParaRPr>
          </a:p>
        </p:txBody>
      </p:sp>
      <p:grpSp>
        <p:nvGrpSpPr>
          <p:cNvPr id="7" name="组合 6"/>
          <p:cNvGrpSpPr/>
          <p:nvPr userDrawn="1"/>
        </p:nvGrpSpPr>
        <p:grpSpPr>
          <a:xfrm>
            <a:off x="587158" y="505779"/>
            <a:ext cx="374562" cy="445558"/>
            <a:chOff x="-1647825" y="2492375"/>
            <a:chExt cx="1947863" cy="2316163"/>
          </a:xfrm>
          <a:solidFill>
            <a:schemeClr val="bg1"/>
          </a:solidFill>
        </p:grpSpPr>
        <p:sp>
          <p:nvSpPr>
            <p:cNvPr id="8" name="Freeform 6"/>
            <p:cNvSpPr>
              <a:spLocks noEditPoints="1"/>
            </p:cNvSpPr>
            <p:nvPr/>
          </p:nvSpPr>
          <p:spPr bwMode="auto">
            <a:xfrm>
              <a:off x="-1647825" y="2492375"/>
              <a:ext cx="1947863" cy="2316163"/>
            </a:xfrm>
            <a:custGeom>
              <a:avLst/>
              <a:gdLst>
                <a:gd name="T0" fmla="*/ 301 w 2739"/>
                <a:gd name="T1" fmla="*/ 181 h 3258"/>
                <a:gd name="T2" fmla="*/ 182 w 2739"/>
                <a:gd name="T3" fmla="*/ 301 h 3258"/>
                <a:gd name="T4" fmla="*/ 182 w 2739"/>
                <a:gd name="T5" fmla="*/ 2955 h 3258"/>
                <a:gd name="T6" fmla="*/ 262 w 2739"/>
                <a:gd name="T7" fmla="*/ 3068 h 3258"/>
                <a:gd name="T8" fmla="*/ 863 w 2739"/>
                <a:gd name="T9" fmla="*/ 2756 h 3258"/>
                <a:gd name="T10" fmla="*/ 1377 w 2739"/>
                <a:gd name="T11" fmla="*/ 3046 h 3258"/>
                <a:gd name="T12" fmla="*/ 1950 w 2739"/>
                <a:gd name="T13" fmla="*/ 2756 h 3258"/>
                <a:gd name="T14" fmla="*/ 2482 w 2739"/>
                <a:gd name="T15" fmla="*/ 3066 h 3258"/>
                <a:gd name="T16" fmla="*/ 2557 w 2739"/>
                <a:gd name="T17" fmla="*/ 2955 h 3258"/>
                <a:gd name="T18" fmla="*/ 2557 w 2739"/>
                <a:gd name="T19" fmla="*/ 301 h 3258"/>
                <a:gd name="T20" fmla="*/ 2438 w 2739"/>
                <a:gd name="T21" fmla="*/ 181 h 3258"/>
                <a:gd name="T22" fmla="*/ 301 w 2739"/>
                <a:gd name="T23" fmla="*/ 181 h 3258"/>
                <a:gd name="T24" fmla="*/ 2449 w 2739"/>
                <a:gd name="T25" fmla="*/ 3258 h 3258"/>
                <a:gd name="T26" fmla="*/ 1944 w 2739"/>
                <a:gd name="T27" fmla="*/ 2963 h 3258"/>
                <a:gd name="T28" fmla="*/ 1372 w 2739"/>
                <a:gd name="T29" fmla="*/ 3252 h 3258"/>
                <a:gd name="T30" fmla="*/ 860 w 2739"/>
                <a:gd name="T31" fmla="*/ 2963 h 3258"/>
                <a:gd name="T32" fmla="*/ 291 w 2739"/>
                <a:gd name="T33" fmla="*/ 3257 h 3258"/>
                <a:gd name="T34" fmla="*/ 264 w 2739"/>
                <a:gd name="T35" fmla="*/ 3254 h 3258"/>
                <a:gd name="T36" fmla="*/ 0 w 2739"/>
                <a:gd name="T37" fmla="*/ 2955 h 3258"/>
                <a:gd name="T38" fmla="*/ 0 w 2739"/>
                <a:gd name="T39" fmla="*/ 301 h 3258"/>
                <a:gd name="T40" fmla="*/ 301 w 2739"/>
                <a:gd name="T41" fmla="*/ 0 h 3258"/>
                <a:gd name="T42" fmla="*/ 2438 w 2739"/>
                <a:gd name="T43" fmla="*/ 0 h 3258"/>
                <a:gd name="T44" fmla="*/ 2739 w 2739"/>
                <a:gd name="T45" fmla="*/ 301 h 3258"/>
                <a:gd name="T46" fmla="*/ 2739 w 2739"/>
                <a:gd name="T47" fmla="*/ 2955 h 3258"/>
                <a:gd name="T48" fmla="*/ 2480 w 2739"/>
                <a:gd name="T49" fmla="*/ 3253 h 3258"/>
                <a:gd name="T50" fmla="*/ 2449 w 2739"/>
                <a:gd name="T51" fmla="*/ 3258 h 3258"/>
                <a:gd name="T52" fmla="*/ 2449 w 2739"/>
                <a:gd name="T53" fmla="*/ 3258 h 3258"/>
                <a:gd name="T54" fmla="*/ 2449 w 2739"/>
                <a:gd name="T55" fmla="*/ 3258 h 32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739" h="3258">
                  <a:moveTo>
                    <a:pt x="301" y="181"/>
                  </a:moveTo>
                  <a:cubicBezTo>
                    <a:pt x="235" y="182"/>
                    <a:pt x="182" y="235"/>
                    <a:pt x="182" y="301"/>
                  </a:cubicBezTo>
                  <a:cubicBezTo>
                    <a:pt x="182" y="2955"/>
                    <a:pt x="182" y="2955"/>
                    <a:pt x="182" y="2955"/>
                  </a:cubicBezTo>
                  <a:cubicBezTo>
                    <a:pt x="182" y="3007"/>
                    <a:pt x="215" y="3052"/>
                    <a:pt x="262" y="3068"/>
                  </a:cubicBezTo>
                  <a:cubicBezTo>
                    <a:pt x="863" y="2756"/>
                    <a:pt x="863" y="2756"/>
                    <a:pt x="863" y="2756"/>
                  </a:cubicBezTo>
                  <a:cubicBezTo>
                    <a:pt x="1377" y="3046"/>
                    <a:pt x="1377" y="3046"/>
                    <a:pt x="1377" y="3046"/>
                  </a:cubicBezTo>
                  <a:cubicBezTo>
                    <a:pt x="1950" y="2756"/>
                    <a:pt x="1950" y="2756"/>
                    <a:pt x="1950" y="2756"/>
                  </a:cubicBezTo>
                  <a:cubicBezTo>
                    <a:pt x="2482" y="3066"/>
                    <a:pt x="2482" y="3066"/>
                    <a:pt x="2482" y="3066"/>
                  </a:cubicBezTo>
                  <a:cubicBezTo>
                    <a:pt x="2527" y="3048"/>
                    <a:pt x="2557" y="3004"/>
                    <a:pt x="2557" y="2955"/>
                  </a:cubicBezTo>
                  <a:cubicBezTo>
                    <a:pt x="2557" y="301"/>
                    <a:pt x="2557" y="301"/>
                    <a:pt x="2557" y="301"/>
                  </a:cubicBezTo>
                  <a:cubicBezTo>
                    <a:pt x="2557" y="235"/>
                    <a:pt x="2504" y="182"/>
                    <a:pt x="2438" y="181"/>
                  </a:cubicBezTo>
                  <a:lnTo>
                    <a:pt x="301" y="181"/>
                  </a:lnTo>
                  <a:close/>
                  <a:moveTo>
                    <a:pt x="2449" y="3258"/>
                  </a:moveTo>
                  <a:cubicBezTo>
                    <a:pt x="1944" y="2963"/>
                    <a:pt x="1944" y="2963"/>
                    <a:pt x="1944" y="2963"/>
                  </a:cubicBezTo>
                  <a:cubicBezTo>
                    <a:pt x="1372" y="3252"/>
                    <a:pt x="1372" y="3252"/>
                    <a:pt x="1372" y="3252"/>
                  </a:cubicBezTo>
                  <a:cubicBezTo>
                    <a:pt x="860" y="2963"/>
                    <a:pt x="860" y="2963"/>
                    <a:pt x="860" y="2963"/>
                  </a:cubicBezTo>
                  <a:cubicBezTo>
                    <a:pt x="291" y="3257"/>
                    <a:pt x="291" y="3257"/>
                    <a:pt x="291" y="3257"/>
                  </a:cubicBezTo>
                  <a:cubicBezTo>
                    <a:pt x="264" y="3254"/>
                    <a:pt x="264" y="3254"/>
                    <a:pt x="264" y="3254"/>
                  </a:cubicBezTo>
                  <a:cubicBezTo>
                    <a:pt x="113" y="3235"/>
                    <a:pt x="0" y="3107"/>
                    <a:pt x="0" y="2955"/>
                  </a:cubicBezTo>
                  <a:cubicBezTo>
                    <a:pt x="0" y="301"/>
                    <a:pt x="0" y="301"/>
                    <a:pt x="0" y="301"/>
                  </a:cubicBezTo>
                  <a:cubicBezTo>
                    <a:pt x="0" y="135"/>
                    <a:pt x="135" y="0"/>
                    <a:pt x="301" y="0"/>
                  </a:cubicBezTo>
                  <a:cubicBezTo>
                    <a:pt x="2438" y="0"/>
                    <a:pt x="2438" y="0"/>
                    <a:pt x="2438" y="0"/>
                  </a:cubicBezTo>
                  <a:cubicBezTo>
                    <a:pt x="2604" y="0"/>
                    <a:pt x="2739" y="135"/>
                    <a:pt x="2739" y="301"/>
                  </a:cubicBezTo>
                  <a:cubicBezTo>
                    <a:pt x="2739" y="2955"/>
                    <a:pt x="2739" y="2955"/>
                    <a:pt x="2739" y="2955"/>
                  </a:cubicBezTo>
                  <a:cubicBezTo>
                    <a:pt x="2739" y="3105"/>
                    <a:pt x="2628" y="3233"/>
                    <a:pt x="2480" y="3253"/>
                  </a:cubicBezTo>
                  <a:lnTo>
                    <a:pt x="2449" y="3258"/>
                  </a:lnTo>
                  <a:close/>
                  <a:moveTo>
                    <a:pt x="2449" y="3258"/>
                  </a:moveTo>
                  <a:cubicBezTo>
                    <a:pt x="2449" y="3258"/>
                    <a:pt x="2449" y="3258"/>
                    <a:pt x="2449" y="3258"/>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sp>
          <p:nvSpPr>
            <p:cNvPr id="9" name="Freeform 7"/>
            <p:cNvSpPr>
              <a:spLocks noEditPoints="1"/>
            </p:cNvSpPr>
            <p:nvPr/>
          </p:nvSpPr>
          <p:spPr bwMode="auto">
            <a:xfrm>
              <a:off x="-1155700" y="2941638"/>
              <a:ext cx="963613" cy="893763"/>
            </a:xfrm>
            <a:custGeom>
              <a:avLst/>
              <a:gdLst>
                <a:gd name="T0" fmla="*/ 1267 w 1353"/>
                <a:gd name="T1" fmla="*/ 182 h 1256"/>
                <a:gd name="T2" fmla="*/ 87 w 1353"/>
                <a:gd name="T3" fmla="*/ 182 h 1256"/>
                <a:gd name="T4" fmla="*/ 0 w 1353"/>
                <a:gd name="T5" fmla="*/ 91 h 1256"/>
                <a:gd name="T6" fmla="*/ 87 w 1353"/>
                <a:gd name="T7" fmla="*/ 0 h 1256"/>
                <a:gd name="T8" fmla="*/ 1267 w 1353"/>
                <a:gd name="T9" fmla="*/ 0 h 1256"/>
                <a:gd name="T10" fmla="*/ 1353 w 1353"/>
                <a:gd name="T11" fmla="*/ 91 h 1256"/>
                <a:gd name="T12" fmla="*/ 1267 w 1353"/>
                <a:gd name="T13" fmla="*/ 182 h 1256"/>
                <a:gd name="T14" fmla="*/ 1267 w 1353"/>
                <a:gd name="T15" fmla="*/ 719 h 1256"/>
                <a:gd name="T16" fmla="*/ 87 w 1353"/>
                <a:gd name="T17" fmla="*/ 719 h 1256"/>
                <a:gd name="T18" fmla="*/ 0 w 1353"/>
                <a:gd name="T19" fmla="*/ 628 h 1256"/>
                <a:gd name="T20" fmla="*/ 87 w 1353"/>
                <a:gd name="T21" fmla="*/ 537 h 1256"/>
                <a:gd name="T22" fmla="*/ 1267 w 1353"/>
                <a:gd name="T23" fmla="*/ 537 h 1256"/>
                <a:gd name="T24" fmla="*/ 1353 w 1353"/>
                <a:gd name="T25" fmla="*/ 628 h 1256"/>
                <a:gd name="T26" fmla="*/ 1267 w 1353"/>
                <a:gd name="T27" fmla="*/ 719 h 1256"/>
                <a:gd name="T28" fmla="*/ 1267 w 1353"/>
                <a:gd name="T29" fmla="*/ 1256 h 1256"/>
                <a:gd name="T30" fmla="*/ 87 w 1353"/>
                <a:gd name="T31" fmla="*/ 1256 h 1256"/>
                <a:gd name="T32" fmla="*/ 1 w 1353"/>
                <a:gd name="T33" fmla="*/ 1165 h 1256"/>
                <a:gd name="T34" fmla="*/ 87 w 1353"/>
                <a:gd name="T35" fmla="*/ 1075 h 1256"/>
                <a:gd name="T36" fmla="*/ 1267 w 1353"/>
                <a:gd name="T37" fmla="*/ 1075 h 1256"/>
                <a:gd name="T38" fmla="*/ 1352 w 1353"/>
                <a:gd name="T39" fmla="*/ 1165 h 1256"/>
                <a:gd name="T40" fmla="*/ 1267 w 1353"/>
                <a:gd name="T41" fmla="*/ 1256 h 1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353" h="1256">
                  <a:moveTo>
                    <a:pt x="1267" y="182"/>
                  </a:moveTo>
                  <a:cubicBezTo>
                    <a:pt x="87" y="182"/>
                    <a:pt x="87" y="182"/>
                    <a:pt x="87" y="182"/>
                  </a:cubicBezTo>
                  <a:cubicBezTo>
                    <a:pt x="38" y="180"/>
                    <a:pt x="0" y="140"/>
                    <a:pt x="0" y="91"/>
                  </a:cubicBezTo>
                  <a:cubicBezTo>
                    <a:pt x="0" y="42"/>
                    <a:pt x="38" y="2"/>
                    <a:pt x="87" y="0"/>
                  </a:cubicBezTo>
                  <a:cubicBezTo>
                    <a:pt x="1267" y="0"/>
                    <a:pt x="1267" y="0"/>
                    <a:pt x="1267" y="0"/>
                  </a:cubicBezTo>
                  <a:cubicBezTo>
                    <a:pt x="1315" y="2"/>
                    <a:pt x="1353" y="42"/>
                    <a:pt x="1353" y="91"/>
                  </a:cubicBezTo>
                  <a:cubicBezTo>
                    <a:pt x="1353" y="140"/>
                    <a:pt x="1315" y="180"/>
                    <a:pt x="1267" y="182"/>
                  </a:cubicBezTo>
                  <a:moveTo>
                    <a:pt x="1267" y="719"/>
                  </a:moveTo>
                  <a:cubicBezTo>
                    <a:pt x="87" y="719"/>
                    <a:pt x="87" y="719"/>
                    <a:pt x="87" y="719"/>
                  </a:cubicBezTo>
                  <a:cubicBezTo>
                    <a:pt x="38" y="717"/>
                    <a:pt x="0" y="677"/>
                    <a:pt x="0" y="628"/>
                  </a:cubicBezTo>
                  <a:cubicBezTo>
                    <a:pt x="0" y="580"/>
                    <a:pt x="38" y="540"/>
                    <a:pt x="87" y="537"/>
                  </a:cubicBezTo>
                  <a:cubicBezTo>
                    <a:pt x="1267" y="537"/>
                    <a:pt x="1267" y="537"/>
                    <a:pt x="1267" y="537"/>
                  </a:cubicBezTo>
                  <a:cubicBezTo>
                    <a:pt x="1315" y="540"/>
                    <a:pt x="1353" y="580"/>
                    <a:pt x="1353" y="628"/>
                  </a:cubicBezTo>
                  <a:cubicBezTo>
                    <a:pt x="1353" y="677"/>
                    <a:pt x="1315" y="717"/>
                    <a:pt x="1267" y="719"/>
                  </a:cubicBezTo>
                  <a:moveTo>
                    <a:pt x="1267" y="1256"/>
                  </a:moveTo>
                  <a:cubicBezTo>
                    <a:pt x="87" y="1256"/>
                    <a:pt x="87" y="1256"/>
                    <a:pt x="87" y="1256"/>
                  </a:cubicBezTo>
                  <a:cubicBezTo>
                    <a:pt x="39" y="1253"/>
                    <a:pt x="1" y="1213"/>
                    <a:pt x="1" y="1165"/>
                  </a:cubicBezTo>
                  <a:cubicBezTo>
                    <a:pt x="1" y="1117"/>
                    <a:pt x="39" y="1077"/>
                    <a:pt x="87" y="1075"/>
                  </a:cubicBezTo>
                  <a:cubicBezTo>
                    <a:pt x="1267" y="1075"/>
                    <a:pt x="1267" y="1075"/>
                    <a:pt x="1267" y="1075"/>
                  </a:cubicBezTo>
                  <a:cubicBezTo>
                    <a:pt x="1314" y="1077"/>
                    <a:pt x="1352" y="1117"/>
                    <a:pt x="1352" y="1165"/>
                  </a:cubicBezTo>
                  <a:cubicBezTo>
                    <a:pt x="1352" y="1213"/>
                    <a:pt x="1314" y="1253"/>
                    <a:pt x="1267" y="1256"/>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grpSp>
    </p:spTree>
    <p:extLst>
      <p:ext uri="{BB962C8B-B14F-4D97-AF65-F5344CB8AC3E}">
        <p14:creationId xmlns:p14="http://schemas.microsoft.com/office/powerpoint/2010/main" val="11524469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7#标题和内容">
    <p:spTree>
      <p:nvGrpSpPr>
        <p:cNvPr id="1" name=""/>
        <p:cNvGrpSpPr/>
        <p:nvPr/>
      </p:nvGrpSpPr>
      <p:grpSpPr>
        <a:xfrm>
          <a:off x="0" y="0"/>
          <a:ext cx="0" cy="0"/>
          <a:chOff x="0" y="0"/>
          <a:chExt cx="0" cy="0"/>
        </a:xfrm>
      </p:grpSpPr>
      <p:sp>
        <p:nvSpPr>
          <p:cNvPr id="3" name="标题 1"/>
          <p:cNvSpPr>
            <a:spLocks noGrp="1"/>
          </p:cNvSpPr>
          <p:nvPr>
            <p:ph type="title"/>
          </p:nvPr>
        </p:nvSpPr>
        <p:spPr>
          <a:xfrm>
            <a:off x="1594177" y="410400"/>
            <a:ext cx="9827761" cy="640800"/>
          </a:xfrm>
        </p:spPr>
        <p:txBody>
          <a:bodyPr lIns="100800" tIns="50400" rIns="100800" bIns="50400" anchor="ctr" anchorCtr="0"/>
          <a:lstStyle>
            <a:lvl1pPr fontAlgn="auto">
              <a:defRPr b="1">
                <a:solidFill>
                  <a:schemeClr val="tx1"/>
                </a:solidFill>
                <a:latin typeface="+mn-lt"/>
                <a:ea typeface="+mn-ea"/>
              </a:defRPr>
            </a:lvl1pPr>
          </a:lstStyle>
          <a:p>
            <a:r>
              <a:rPr lang="zh-CN" altLang="en-US" dirty="0"/>
              <a:t>单击此处编辑母版标题样式</a:t>
            </a:r>
          </a:p>
        </p:txBody>
      </p:sp>
      <p:sp>
        <p:nvSpPr>
          <p:cNvPr id="4" name="Freeform 9"/>
          <p:cNvSpPr>
            <a:spLocks/>
          </p:cNvSpPr>
          <p:nvPr userDrawn="1"/>
        </p:nvSpPr>
        <p:spPr bwMode="auto">
          <a:xfrm>
            <a:off x="3112" y="296368"/>
            <a:ext cx="1375826" cy="864380"/>
          </a:xfrm>
          <a:custGeom>
            <a:avLst/>
            <a:gdLst>
              <a:gd name="T0" fmla="*/ 756 w 867"/>
              <a:gd name="T1" fmla="*/ 493 h 493"/>
              <a:gd name="T2" fmla="*/ 0 w 867"/>
              <a:gd name="T3" fmla="*/ 493 h 493"/>
              <a:gd name="T4" fmla="*/ 0 w 867"/>
              <a:gd name="T5" fmla="*/ 0 h 493"/>
              <a:gd name="T6" fmla="*/ 756 w 867"/>
              <a:gd name="T7" fmla="*/ 0 h 493"/>
              <a:gd name="T8" fmla="*/ 867 w 867"/>
              <a:gd name="T9" fmla="*/ 248 h 493"/>
              <a:gd name="T10" fmla="*/ 756 w 867"/>
              <a:gd name="T11" fmla="*/ 493 h 493"/>
            </a:gdLst>
            <a:ahLst/>
            <a:cxnLst>
              <a:cxn ang="0">
                <a:pos x="T0" y="T1"/>
              </a:cxn>
              <a:cxn ang="0">
                <a:pos x="T2" y="T3"/>
              </a:cxn>
              <a:cxn ang="0">
                <a:pos x="T4" y="T5"/>
              </a:cxn>
              <a:cxn ang="0">
                <a:pos x="T6" y="T7"/>
              </a:cxn>
              <a:cxn ang="0">
                <a:pos x="T8" y="T9"/>
              </a:cxn>
              <a:cxn ang="0">
                <a:pos x="T10" y="T11"/>
              </a:cxn>
            </a:cxnLst>
            <a:rect l="0" t="0" r="r" b="b"/>
            <a:pathLst>
              <a:path w="867" h="493">
                <a:moveTo>
                  <a:pt x="756" y="493"/>
                </a:moveTo>
                <a:lnTo>
                  <a:pt x="0" y="493"/>
                </a:lnTo>
                <a:lnTo>
                  <a:pt x="0" y="0"/>
                </a:lnTo>
                <a:lnTo>
                  <a:pt x="756" y="0"/>
                </a:lnTo>
                <a:lnTo>
                  <a:pt x="867" y="248"/>
                </a:lnTo>
                <a:lnTo>
                  <a:pt x="756" y="493"/>
                </a:lnTo>
                <a:close/>
              </a:path>
            </a:pathLst>
          </a:custGeom>
          <a:solidFill>
            <a:srgbClr val="00B0F0"/>
          </a:solidFill>
          <a:ln w="9525" cap="flat" cmpd="sng" algn="ctr">
            <a:noFill/>
            <a:prstDash val="solid"/>
            <a:round/>
            <a:headEnd type="none" w="med" len="med"/>
            <a:tailEnd type="none" w="med" len="med"/>
          </a:ln>
          <a:effectLst/>
        </p:spPr>
        <p:txBody>
          <a:bodyPr rot="0" spcFirstLastPara="0" vertOverflow="overflow" horzOverflow="overflow" vert="horz" wrap="square" lIns="91404" tIns="45702" rIns="91404" bIns="45702" numCol="1" spcCol="0" rtlCol="0" fromWordArt="0" anchor="t" anchorCtr="0" forceAA="0" compatLnSpc="1">
            <a:prstTxWarp prst="textNoShape">
              <a:avLst/>
            </a:prstTxWarp>
            <a:noAutofit/>
          </a:bodyPr>
          <a:lstStyle/>
          <a:p>
            <a:endParaRPr lang="zh-CN" altLang="en-US" sz="1799">
              <a:latin typeface="+mn-lt"/>
              <a:ea typeface="+mn-ea"/>
            </a:endParaRPr>
          </a:p>
        </p:txBody>
      </p:sp>
      <p:sp>
        <p:nvSpPr>
          <p:cNvPr id="5" name="Freeform 11"/>
          <p:cNvSpPr>
            <a:spLocks/>
          </p:cNvSpPr>
          <p:nvPr userDrawn="1"/>
        </p:nvSpPr>
        <p:spPr bwMode="auto">
          <a:xfrm>
            <a:off x="1245702" y="296368"/>
            <a:ext cx="233272" cy="864380"/>
          </a:xfrm>
          <a:custGeom>
            <a:avLst/>
            <a:gdLst>
              <a:gd name="T0" fmla="*/ 33 w 147"/>
              <a:gd name="T1" fmla="*/ 0 h 493"/>
              <a:gd name="T2" fmla="*/ 0 w 147"/>
              <a:gd name="T3" fmla="*/ 0 h 493"/>
              <a:gd name="T4" fmla="*/ 114 w 147"/>
              <a:gd name="T5" fmla="*/ 248 h 493"/>
              <a:gd name="T6" fmla="*/ 0 w 147"/>
              <a:gd name="T7" fmla="*/ 493 h 493"/>
              <a:gd name="T8" fmla="*/ 33 w 147"/>
              <a:gd name="T9" fmla="*/ 493 h 493"/>
              <a:gd name="T10" fmla="*/ 147 w 147"/>
              <a:gd name="T11" fmla="*/ 248 h 493"/>
              <a:gd name="T12" fmla="*/ 33 w 147"/>
              <a:gd name="T13" fmla="*/ 0 h 493"/>
            </a:gdLst>
            <a:ahLst/>
            <a:cxnLst>
              <a:cxn ang="0">
                <a:pos x="T0" y="T1"/>
              </a:cxn>
              <a:cxn ang="0">
                <a:pos x="T2" y="T3"/>
              </a:cxn>
              <a:cxn ang="0">
                <a:pos x="T4" y="T5"/>
              </a:cxn>
              <a:cxn ang="0">
                <a:pos x="T6" y="T7"/>
              </a:cxn>
              <a:cxn ang="0">
                <a:pos x="T8" y="T9"/>
              </a:cxn>
              <a:cxn ang="0">
                <a:pos x="T10" y="T11"/>
              </a:cxn>
              <a:cxn ang="0">
                <a:pos x="T12" y="T13"/>
              </a:cxn>
            </a:cxnLst>
            <a:rect l="0" t="0" r="r" b="b"/>
            <a:pathLst>
              <a:path w="147" h="493">
                <a:moveTo>
                  <a:pt x="33" y="0"/>
                </a:moveTo>
                <a:lnTo>
                  <a:pt x="0" y="0"/>
                </a:lnTo>
                <a:lnTo>
                  <a:pt x="114" y="248"/>
                </a:lnTo>
                <a:lnTo>
                  <a:pt x="0" y="493"/>
                </a:lnTo>
                <a:lnTo>
                  <a:pt x="33" y="493"/>
                </a:lnTo>
                <a:lnTo>
                  <a:pt x="147" y="248"/>
                </a:lnTo>
                <a:lnTo>
                  <a:pt x="33" y="0"/>
                </a:lnTo>
                <a:close/>
              </a:path>
            </a:pathLst>
          </a:custGeom>
          <a:solidFill>
            <a:srgbClr val="0B9CE5"/>
          </a:solidFill>
          <a:ln w="9525" cap="flat" cmpd="sng" algn="ctr">
            <a:noFill/>
            <a:prstDash val="solid"/>
            <a:round/>
            <a:headEnd type="none" w="med" len="med"/>
            <a:tailEnd type="none" w="med" len="med"/>
          </a:ln>
          <a:effectLst/>
        </p:spPr>
        <p:txBody>
          <a:bodyPr rot="0" spcFirstLastPara="0" vertOverflow="overflow" horzOverflow="overflow" vert="horz" wrap="square" lIns="91404" tIns="45702" rIns="91404" bIns="45702" numCol="1" spcCol="0" rtlCol="0" fromWordArt="0" anchor="t" anchorCtr="0" forceAA="0" compatLnSpc="1">
            <a:prstTxWarp prst="textNoShape">
              <a:avLst/>
            </a:prstTxWarp>
            <a:noAutofit/>
          </a:bodyPr>
          <a:lstStyle/>
          <a:p>
            <a:endParaRPr lang="zh-CN" altLang="en-US" sz="1799">
              <a:latin typeface="+mn-lt"/>
              <a:ea typeface="+mn-ea"/>
            </a:endParaRPr>
          </a:p>
        </p:txBody>
      </p:sp>
      <p:grpSp>
        <p:nvGrpSpPr>
          <p:cNvPr id="6" name="组合 5"/>
          <p:cNvGrpSpPr/>
          <p:nvPr userDrawn="1"/>
        </p:nvGrpSpPr>
        <p:grpSpPr>
          <a:xfrm>
            <a:off x="587158" y="505779"/>
            <a:ext cx="374562" cy="445558"/>
            <a:chOff x="-1647825" y="2492375"/>
            <a:chExt cx="1947863" cy="2316163"/>
          </a:xfrm>
          <a:solidFill>
            <a:schemeClr val="bg1"/>
          </a:solidFill>
        </p:grpSpPr>
        <p:sp>
          <p:nvSpPr>
            <p:cNvPr id="7" name="Freeform 6"/>
            <p:cNvSpPr>
              <a:spLocks noEditPoints="1"/>
            </p:cNvSpPr>
            <p:nvPr/>
          </p:nvSpPr>
          <p:spPr bwMode="auto">
            <a:xfrm>
              <a:off x="-1647825" y="2492375"/>
              <a:ext cx="1947863" cy="2316163"/>
            </a:xfrm>
            <a:custGeom>
              <a:avLst/>
              <a:gdLst>
                <a:gd name="T0" fmla="*/ 301 w 2739"/>
                <a:gd name="T1" fmla="*/ 181 h 3258"/>
                <a:gd name="T2" fmla="*/ 182 w 2739"/>
                <a:gd name="T3" fmla="*/ 301 h 3258"/>
                <a:gd name="T4" fmla="*/ 182 w 2739"/>
                <a:gd name="T5" fmla="*/ 2955 h 3258"/>
                <a:gd name="T6" fmla="*/ 262 w 2739"/>
                <a:gd name="T7" fmla="*/ 3068 h 3258"/>
                <a:gd name="T8" fmla="*/ 863 w 2739"/>
                <a:gd name="T9" fmla="*/ 2756 h 3258"/>
                <a:gd name="T10" fmla="*/ 1377 w 2739"/>
                <a:gd name="T11" fmla="*/ 3046 h 3258"/>
                <a:gd name="T12" fmla="*/ 1950 w 2739"/>
                <a:gd name="T13" fmla="*/ 2756 h 3258"/>
                <a:gd name="T14" fmla="*/ 2482 w 2739"/>
                <a:gd name="T15" fmla="*/ 3066 h 3258"/>
                <a:gd name="T16" fmla="*/ 2557 w 2739"/>
                <a:gd name="T17" fmla="*/ 2955 h 3258"/>
                <a:gd name="T18" fmla="*/ 2557 w 2739"/>
                <a:gd name="T19" fmla="*/ 301 h 3258"/>
                <a:gd name="T20" fmla="*/ 2438 w 2739"/>
                <a:gd name="T21" fmla="*/ 181 h 3258"/>
                <a:gd name="T22" fmla="*/ 301 w 2739"/>
                <a:gd name="T23" fmla="*/ 181 h 3258"/>
                <a:gd name="T24" fmla="*/ 2449 w 2739"/>
                <a:gd name="T25" fmla="*/ 3258 h 3258"/>
                <a:gd name="T26" fmla="*/ 1944 w 2739"/>
                <a:gd name="T27" fmla="*/ 2963 h 3258"/>
                <a:gd name="T28" fmla="*/ 1372 w 2739"/>
                <a:gd name="T29" fmla="*/ 3252 h 3258"/>
                <a:gd name="T30" fmla="*/ 860 w 2739"/>
                <a:gd name="T31" fmla="*/ 2963 h 3258"/>
                <a:gd name="T32" fmla="*/ 291 w 2739"/>
                <a:gd name="T33" fmla="*/ 3257 h 3258"/>
                <a:gd name="T34" fmla="*/ 264 w 2739"/>
                <a:gd name="T35" fmla="*/ 3254 h 3258"/>
                <a:gd name="T36" fmla="*/ 0 w 2739"/>
                <a:gd name="T37" fmla="*/ 2955 h 3258"/>
                <a:gd name="T38" fmla="*/ 0 w 2739"/>
                <a:gd name="T39" fmla="*/ 301 h 3258"/>
                <a:gd name="T40" fmla="*/ 301 w 2739"/>
                <a:gd name="T41" fmla="*/ 0 h 3258"/>
                <a:gd name="T42" fmla="*/ 2438 w 2739"/>
                <a:gd name="T43" fmla="*/ 0 h 3258"/>
                <a:gd name="T44" fmla="*/ 2739 w 2739"/>
                <a:gd name="T45" fmla="*/ 301 h 3258"/>
                <a:gd name="T46" fmla="*/ 2739 w 2739"/>
                <a:gd name="T47" fmla="*/ 2955 h 3258"/>
                <a:gd name="T48" fmla="*/ 2480 w 2739"/>
                <a:gd name="T49" fmla="*/ 3253 h 3258"/>
                <a:gd name="T50" fmla="*/ 2449 w 2739"/>
                <a:gd name="T51" fmla="*/ 3258 h 3258"/>
                <a:gd name="T52" fmla="*/ 2449 w 2739"/>
                <a:gd name="T53" fmla="*/ 3258 h 3258"/>
                <a:gd name="T54" fmla="*/ 2449 w 2739"/>
                <a:gd name="T55" fmla="*/ 3258 h 32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739" h="3258">
                  <a:moveTo>
                    <a:pt x="301" y="181"/>
                  </a:moveTo>
                  <a:cubicBezTo>
                    <a:pt x="235" y="182"/>
                    <a:pt x="182" y="235"/>
                    <a:pt x="182" y="301"/>
                  </a:cubicBezTo>
                  <a:cubicBezTo>
                    <a:pt x="182" y="2955"/>
                    <a:pt x="182" y="2955"/>
                    <a:pt x="182" y="2955"/>
                  </a:cubicBezTo>
                  <a:cubicBezTo>
                    <a:pt x="182" y="3007"/>
                    <a:pt x="215" y="3052"/>
                    <a:pt x="262" y="3068"/>
                  </a:cubicBezTo>
                  <a:cubicBezTo>
                    <a:pt x="863" y="2756"/>
                    <a:pt x="863" y="2756"/>
                    <a:pt x="863" y="2756"/>
                  </a:cubicBezTo>
                  <a:cubicBezTo>
                    <a:pt x="1377" y="3046"/>
                    <a:pt x="1377" y="3046"/>
                    <a:pt x="1377" y="3046"/>
                  </a:cubicBezTo>
                  <a:cubicBezTo>
                    <a:pt x="1950" y="2756"/>
                    <a:pt x="1950" y="2756"/>
                    <a:pt x="1950" y="2756"/>
                  </a:cubicBezTo>
                  <a:cubicBezTo>
                    <a:pt x="2482" y="3066"/>
                    <a:pt x="2482" y="3066"/>
                    <a:pt x="2482" y="3066"/>
                  </a:cubicBezTo>
                  <a:cubicBezTo>
                    <a:pt x="2527" y="3048"/>
                    <a:pt x="2557" y="3004"/>
                    <a:pt x="2557" y="2955"/>
                  </a:cubicBezTo>
                  <a:cubicBezTo>
                    <a:pt x="2557" y="301"/>
                    <a:pt x="2557" y="301"/>
                    <a:pt x="2557" y="301"/>
                  </a:cubicBezTo>
                  <a:cubicBezTo>
                    <a:pt x="2557" y="235"/>
                    <a:pt x="2504" y="182"/>
                    <a:pt x="2438" y="181"/>
                  </a:cubicBezTo>
                  <a:lnTo>
                    <a:pt x="301" y="181"/>
                  </a:lnTo>
                  <a:close/>
                  <a:moveTo>
                    <a:pt x="2449" y="3258"/>
                  </a:moveTo>
                  <a:cubicBezTo>
                    <a:pt x="1944" y="2963"/>
                    <a:pt x="1944" y="2963"/>
                    <a:pt x="1944" y="2963"/>
                  </a:cubicBezTo>
                  <a:cubicBezTo>
                    <a:pt x="1372" y="3252"/>
                    <a:pt x="1372" y="3252"/>
                    <a:pt x="1372" y="3252"/>
                  </a:cubicBezTo>
                  <a:cubicBezTo>
                    <a:pt x="860" y="2963"/>
                    <a:pt x="860" y="2963"/>
                    <a:pt x="860" y="2963"/>
                  </a:cubicBezTo>
                  <a:cubicBezTo>
                    <a:pt x="291" y="3257"/>
                    <a:pt x="291" y="3257"/>
                    <a:pt x="291" y="3257"/>
                  </a:cubicBezTo>
                  <a:cubicBezTo>
                    <a:pt x="264" y="3254"/>
                    <a:pt x="264" y="3254"/>
                    <a:pt x="264" y="3254"/>
                  </a:cubicBezTo>
                  <a:cubicBezTo>
                    <a:pt x="113" y="3235"/>
                    <a:pt x="0" y="3107"/>
                    <a:pt x="0" y="2955"/>
                  </a:cubicBezTo>
                  <a:cubicBezTo>
                    <a:pt x="0" y="301"/>
                    <a:pt x="0" y="301"/>
                    <a:pt x="0" y="301"/>
                  </a:cubicBezTo>
                  <a:cubicBezTo>
                    <a:pt x="0" y="135"/>
                    <a:pt x="135" y="0"/>
                    <a:pt x="301" y="0"/>
                  </a:cubicBezTo>
                  <a:cubicBezTo>
                    <a:pt x="2438" y="0"/>
                    <a:pt x="2438" y="0"/>
                    <a:pt x="2438" y="0"/>
                  </a:cubicBezTo>
                  <a:cubicBezTo>
                    <a:pt x="2604" y="0"/>
                    <a:pt x="2739" y="135"/>
                    <a:pt x="2739" y="301"/>
                  </a:cubicBezTo>
                  <a:cubicBezTo>
                    <a:pt x="2739" y="2955"/>
                    <a:pt x="2739" y="2955"/>
                    <a:pt x="2739" y="2955"/>
                  </a:cubicBezTo>
                  <a:cubicBezTo>
                    <a:pt x="2739" y="3105"/>
                    <a:pt x="2628" y="3233"/>
                    <a:pt x="2480" y="3253"/>
                  </a:cubicBezTo>
                  <a:lnTo>
                    <a:pt x="2449" y="3258"/>
                  </a:lnTo>
                  <a:close/>
                  <a:moveTo>
                    <a:pt x="2449" y="3258"/>
                  </a:moveTo>
                  <a:cubicBezTo>
                    <a:pt x="2449" y="3258"/>
                    <a:pt x="2449" y="3258"/>
                    <a:pt x="2449" y="3258"/>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sp>
          <p:nvSpPr>
            <p:cNvPr id="8" name="Freeform 7"/>
            <p:cNvSpPr>
              <a:spLocks noEditPoints="1"/>
            </p:cNvSpPr>
            <p:nvPr/>
          </p:nvSpPr>
          <p:spPr bwMode="auto">
            <a:xfrm>
              <a:off x="-1155700" y="2941638"/>
              <a:ext cx="963613" cy="893763"/>
            </a:xfrm>
            <a:custGeom>
              <a:avLst/>
              <a:gdLst>
                <a:gd name="T0" fmla="*/ 1267 w 1353"/>
                <a:gd name="T1" fmla="*/ 182 h 1256"/>
                <a:gd name="T2" fmla="*/ 87 w 1353"/>
                <a:gd name="T3" fmla="*/ 182 h 1256"/>
                <a:gd name="T4" fmla="*/ 0 w 1353"/>
                <a:gd name="T5" fmla="*/ 91 h 1256"/>
                <a:gd name="T6" fmla="*/ 87 w 1353"/>
                <a:gd name="T7" fmla="*/ 0 h 1256"/>
                <a:gd name="T8" fmla="*/ 1267 w 1353"/>
                <a:gd name="T9" fmla="*/ 0 h 1256"/>
                <a:gd name="T10" fmla="*/ 1353 w 1353"/>
                <a:gd name="T11" fmla="*/ 91 h 1256"/>
                <a:gd name="T12" fmla="*/ 1267 w 1353"/>
                <a:gd name="T13" fmla="*/ 182 h 1256"/>
                <a:gd name="T14" fmla="*/ 1267 w 1353"/>
                <a:gd name="T15" fmla="*/ 719 h 1256"/>
                <a:gd name="T16" fmla="*/ 87 w 1353"/>
                <a:gd name="T17" fmla="*/ 719 h 1256"/>
                <a:gd name="T18" fmla="*/ 0 w 1353"/>
                <a:gd name="T19" fmla="*/ 628 h 1256"/>
                <a:gd name="T20" fmla="*/ 87 w 1353"/>
                <a:gd name="T21" fmla="*/ 537 h 1256"/>
                <a:gd name="T22" fmla="*/ 1267 w 1353"/>
                <a:gd name="T23" fmla="*/ 537 h 1256"/>
                <a:gd name="T24" fmla="*/ 1353 w 1353"/>
                <a:gd name="T25" fmla="*/ 628 h 1256"/>
                <a:gd name="T26" fmla="*/ 1267 w 1353"/>
                <a:gd name="T27" fmla="*/ 719 h 1256"/>
                <a:gd name="T28" fmla="*/ 1267 w 1353"/>
                <a:gd name="T29" fmla="*/ 1256 h 1256"/>
                <a:gd name="T30" fmla="*/ 87 w 1353"/>
                <a:gd name="T31" fmla="*/ 1256 h 1256"/>
                <a:gd name="T32" fmla="*/ 1 w 1353"/>
                <a:gd name="T33" fmla="*/ 1165 h 1256"/>
                <a:gd name="T34" fmla="*/ 87 w 1353"/>
                <a:gd name="T35" fmla="*/ 1075 h 1256"/>
                <a:gd name="T36" fmla="*/ 1267 w 1353"/>
                <a:gd name="T37" fmla="*/ 1075 h 1256"/>
                <a:gd name="T38" fmla="*/ 1352 w 1353"/>
                <a:gd name="T39" fmla="*/ 1165 h 1256"/>
                <a:gd name="T40" fmla="*/ 1267 w 1353"/>
                <a:gd name="T41" fmla="*/ 1256 h 1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353" h="1256">
                  <a:moveTo>
                    <a:pt x="1267" y="182"/>
                  </a:moveTo>
                  <a:cubicBezTo>
                    <a:pt x="87" y="182"/>
                    <a:pt x="87" y="182"/>
                    <a:pt x="87" y="182"/>
                  </a:cubicBezTo>
                  <a:cubicBezTo>
                    <a:pt x="38" y="180"/>
                    <a:pt x="0" y="140"/>
                    <a:pt x="0" y="91"/>
                  </a:cubicBezTo>
                  <a:cubicBezTo>
                    <a:pt x="0" y="42"/>
                    <a:pt x="38" y="2"/>
                    <a:pt x="87" y="0"/>
                  </a:cubicBezTo>
                  <a:cubicBezTo>
                    <a:pt x="1267" y="0"/>
                    <a:pt x="1267" y="0"/>
                    <a:pt x="1267" y="0"/>
                  </a:cubicBezTo>
                  <a:cubicBezTo>
                    <a:pt x="1315" y="2"/>
                    <a:pt x="1353" y="42"/>
                    <a:pt x="1353" y="91"/>
                  </a:cubicBezTo>
                  <a:cubicBezTo>
                    <a:pt x="1353" y="140"/>
                    <a:pt x="1315" y="180"/>
                    <a:pt x="1267" y="182"/>
                  </a:cubicBezTo>
                  <a:moveTo>
                    <a:pt x="1267" y="719"/>
                  </a:moveTo>
                  <a:cubicBezTo>
                    <a:pt x="87" y="719"/>
                    <a:pt x="87" y="719"/>
                    <a:pt x="87" y="719"/>
                  </a:cubicBezTo>
                  <a:cubicBezTo>
                    <a:pt x="38" y="717"/>
                    <a:pt x="0" y="677"/>
                    <a:pt x="0" y="628"/>
                  </a:cubicBezTo>
                  <a:cubicBezTo>
                    <a:pt x="0" y="580"/>
                    <a:pt x="38" y="540"/>
                    <a:pt x="87" y="537"/>
                  </a:cubicBezTo>
                  <a:cubicBezTo>
                    <a:pt x="1267" y="537"/>
                    <a:pt x="1267" y="537"/>
                    <a:pt x="1267" y="537"/>
                  </a:cubicBezTo>
                  <a:cubicBezTo>
                    <a:pt x="1315" y="540"/>
                    <a:pt x="1353" y="580"/>
                    <a:pt x="1353" y="628"/>
                  </a:cubicBezTo>
                  <a:cubicBezTo>
                    <a:pt x="1353" y="677"/>
                    <a:pt x="1315" y="717"/>
                    <a:pt x="1267" y="719"/>
                  </a:cubicBezTo>
                  <a:moveTo>
                    <a:pt x="1267" y="1256"/>
                  </a:moveTo>
                  <a:cubicBezTo>
                    <a:pt x="87" y="1256"/>
                    <a:pt x="87" y="1256"/>
                    <a:pt x="87" y="1256"/>
                  </a:cubicBezTo>
                  <a:cubicBezTo>
                    <a:pt x="39" y="1253"/>
                    <a:pt x="1" y="1213"/>
                    <a:pt x="1" y="1165"/>
                  </a:cubicBezTo>
                  <a:cubicBezTo>
                    <a:pt x="1" y="1117"/>
                    <a:pt x="39" y="1077"/>
                    <a:pt x="87" y="1075"/>
                  </a:cubicBezTo>
                  <a:cubicBezTo>
                    <a:pt x="1267" y="1075"/>
                    <a:pt x="1267" y="1075"/>
                    <a:pt x="1267" y="1075"/>
                  </a:cubicBezTo>
                  <a:cubicBezTo>
                    <a:pt x="1314" y="1077"/>
                    <a:pt x="1352" y="1117"/>
                    <a:pt x="1352" y="1165"/>
                  </a:cubicBezTo>
                  <a:cubicBezTo>
                    <a:pt x="1352" y="1213"/>
                    <a:pt x="1314" y="1253"/>
                    <a:pt x="1267" y="1256"/>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grpSp>
      <p:sp>
        <p:nvSpPr>
          <p:cNvPr id="9" name="文本占位符 6"/>
          <p:cNvSpPr>
            <a:spLocks noGrp="1"/>
          </p:cNvSpPr>
          <p:nvPr>
            <p:ph type="body" sz="quarter" idx="10" hasCustomPrompt="1"/>
          </p:nvPr>
        </p:nvSpPr>
        <p:spPr>
          <a:xfrm>
            <a:off x="468317" y="1233488"/>
            <a:ext cx="11276183" cy="4680000"/>
          </a:xfrm>
        </p:spPr>
        <p:txBody>
          <a:bodyPr/>
          <a:lstStyle>
            <a:lvl1pPr algn="just" fontAlgn="auto">
              <a:buClrTx/>
              <a:defRPr>
                <a:latin typeface="+mn-lt"/>
                <a:ea typeface="+mn-ea"/>
                <a:cs typeface="Arial" panose="020B0604020202020204" pitchFamily="34" charset="0"/>
              </a:defRPr>
            </a:lvl1pPr>
          </a:lstStyle>
          <a:p>
            <a:r>
              <a:rPr lang="zh-CN" altLang="en-US" dirty="0"/>
              <a:t>单击此处输入文字</a:t>
            </a:r>
          </a:p>
        </p:txBody>
      </p:sp>
    </p:spTree>
    <p:extLst>
      <p:ext uri="{BB962C8B-B14F-4D97-AF65-F5344CB8AC3E}">
        <p14:creationId xmlns:p14="http://schemas.microsoft.com/office/powerpoint/2010/main" val="30735532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8#仅标题">
    <p:spTree>
      <p:nvGrpSpPr>
        <p:cNvPr id="1" name=""/>
        <p:cNvGrpSpPr/>
        <p:nvPr/>
      </p:nvGrpSpPr>
      <p:grpSpPr>
        <a:xfrm>
          <a:off x="0" y="0"/>
          <a:ext cx="0" cy="0"/>
          <a:chOff x="0" y="0"/>
          <a:chExt cx="0" cy="0"/>
        </a:xfrm>
      </p:grpSpPr>
      <p:sp>
        <p:nvSpPr>
          <p:cNvPr id="3" name="Freeform 9"/>
          <p:cNvSpPr>
            <a:spLocks/>
          </p:cNvSpPr>
          <p:nvPr userDrawn="1"/>
        </p:nvSpPr>
        <p:spPr bwMode="auto">
          <a:xfrm>
            <a:off x="3112" y="296368"/>
            <a:ext cx="1375826" cy="864380"/>
          </a:xfrm>
          <a:custGeom>
            <a:avLst/>
            <a:gdLst>
              <a:gd name="T0" fmla="*/ 756 w 867"/>
              <a:gd name="T1" fmla="*/ 493 h 493"/>
              <a:gd name="T2" fmla="*/ 0 w 867"/>
              <a:gd name="T3" fmla="*/ 493 h 493"/>
              <a:gd name="T4" fmla="*/ 0 w 867"/>
              <a:gd name="T5" fmla="*/ 0 h 493"/>
              <a:gd name="T6" fmla="*/ 756 w 867"/>
              <a:gd name="T7" fmla="*/ 0 h 493"/>
              <a:gd name="T8" fmla="*/ 867 w 867"/>
              <a:gd name="T9" fmla="*/ 248 h 493"/>
              <a:gd name="T10" fmla="*/ 756 w 867"/>
              <a:gd name="T11" fmla="*/ 493 h 493"/>
            </a:gdLst>
            <a:ahLst/>
            <a:cxnLst>
              <a:cxn ang="0">
                <a:pos x="T0" y="T1"/>
              </a:cxn>
              <a:cxn ang="0">
                <a:pos x="T2" y="T3"/>
              </a:cxn>
              <a:cxn ang="0">
                <a:pos x="T4" y="T5"/>
              </a:cxn>
              <a:cxn ang="0">
                <a:pos x="T6" y="T7"/>
              </a:cxn>
              <a:cxn ang="0">
                <a:pos x="T8" y="T9"/>
              </a:cxn>
              <a:cxn ang="0">
                <a:pos x="T10" y="T11"/>
              </a:cxn>
            </a:cxnLst>
            <a:rect l="0" t="0" r="r" b="b"/>
            <a:pathLst>
              <a:path w="867" h="493">
                <a:moveTo>
                  <a:pt x="756" y="493"/>
                </a:moveTo>
                <a:lnTo>
                  <a:pt x="0" y="493"/>
                </a:lnTo>
                <a:lnTo>
                  <a:pt x="0" y="0"/>
                </a:lnTo>
                <a:lnTo>
                  <a:pt x="756" y="0"/>
                </a:lnTo>
                <a:lnTo>
                  <a:pt x="867" y="248"/>
                </a:lnTo>
                <a:lnTo>
                  <a:pt x="756" y="493"/>
                </a:lnTo>
                <a:close/>
              </a:path>
            </a:pathLst>
          </a:custGeom>
          <a:solidFill>
            <a:srgbClr val="00B0F0"/>
          </a:solidFill>
          <a:ln w="9525" cap="flat" cmpd="sng" algn="ctr">
            <a:noFill/>
            <a:prstDash val="solid"/>
            <a:round/>
            <a:headEnd type="none" w="med" len="med"/>
            <a:tailEnd type="none" w="med" len="med"/>
          </a:ln>
          <a:effectLst/>
        </p:spPr>
        <p:txBody>
          <a:bodyPr rot="0" spcFirstLastPara="0" vertOverflow="overflow" horzOverflow="overflow" vert="horz" wrap="square" lIns="91404" tIns="45702" rIns="91404" bIns="45702" numCol="1" spcCol="0" rtlCol="0" fromWordArt="0" anchor="t" anchorCtr="0" forceAA="0" compatLnSpc="1">
            <a:prstTxWarp prst="textNoShape">
              <a:avLst/>
            </a:prstTxWarp>
            <a:noAutofit/>
          </a:bodyPr>
          <a:lstStyle/>
          <a:p>
            <a:endParaRPr lang="zh-CN" altLang="en-US" sz="1799">
              <a:latin typeface="+mn-lt"/>
              <a:ea typeface="+mn-ea"/>
            </a:endParaRPr>
          </a:p>
        </p:txBody>
      </p:sp>
      <p:sp>
        <p:nvSpPr>
          <p:cNvPr id="4" name="Freeform 11"/>
          <p:cNvSpPr>
            <a:spLocks/>
          </p:cNvSpPr>
          <p:nvPr userDrawn="1"/>
        </p:nvSpPr>
        <p:spPr bwMode="auto">
          <a:xfrm>
            <a:off x="1245702" y="296368"/>
            <a:ext cx="233272" cy="864380"/>
          </a:xfrm>
          <a:custGeom>
            <a:avLst/>
            <a:gdLst>
              <a:gd name="T0" fmla="*/ 33 w 147"/>
              <a:gd name="T1" fmla="*/ 0 h 493"/>
              <a:gd name="T2" fmla="*/ 0 w 147"/>
              <a:gd name="T3" fmla="*/ 0 h 493"/>
              <a:gd name="T4" fmla="*/ 114 w 147"/>
              <a:gd name="T5" fmla="*/ 248 h 493"/>
              <a:gd name="T6" fmla="*/ 0 w 147"/>
              <a:gd name="T7" fmla="*/ 493 h 493"/>
              <a:gd name="T8" fmla="*/ 33 w 147"/>
              <a:gd name="T9" fmla="*/ 493 h 493"/>
              <a:gd name="T10" fmla="*/ 147 w 147"/>
              <a:gd name="T11" fmla="*/ 248 h 493"/>
              <a:gd name="T12" fmla="*/ 33 w 147"/>
              <a:gd name="T13" fmla="*/ 0 h 493"/>
            </a:gdLst>
            <a:ahLst/>
            <a:cxnLst>
              <a:cxn ang="0">
                <a:pos x="T0" y="T1"/>
              </a:cxn>
              <a:cxn ang="0">
                <a:pos x="T2" y="T3"/>
              </a:cxn>
              <a:cxn ang="0">
                <a:pos x="T4" y="T5"/>
              </a:cxn>
              <a:cxn ang="0">
                <a:pos x="T6" y="T7"/>
              </a:cxn>
              <a:cxn ang="0">
                <a:pos x="T8" y="T9"/>
              </a:cxn>
              <a:cxn ang="0">
                <a:pos x="T10" y="T11"/>
              </a:cxn>
              <a:cxn ang="0">
                <a:pos x="T12" y="T13"/>
              </a:cxn>
            </a:cxnLst>
            <a:rect l="0" t="0" r="r" b="b"/>
            <a:pathLst>
              <a:path w="147" h="493">
                <a:moveTo>
                  <a:pt x="33" y="0"/>
                </a:moveTo>
                <a:lnTo>
                  <a:pt x="0" y="0"/>
                </a:lnTo>
                <a:lnTo>
                  <a:pt x="114" y="248"/>
                </a:lnTo>
                <a:lnTo>
                  <a:pt x="0" y="493"/>
                </a:lnTo>
                <a:lnTo>
                  <a:pt x="33" y="493"/>
                </a:lnTo>
                <a:lnTo>
                  <a:pt x="147" y="248"/>
                </a:lnTo>
                <a:lnTo>
                  <a:pt x="33" y="0"/>
                </a:lnTo>
                <a:close/>
              </a:path>
            </a:pathLst>
          </a:custGeom>
          <a:solidFill>
            <a:srgbClr val="0B9CE5"/>
          </a:solidFill>
          <a:ln w="9525" cap="flat" cmpd="sng" algn="ctr">
            <a:noFill/>
            <a:prstDash val="solid"/>
            <a:round/>
            <a:headEnd type="none" w="med" len="med"/>
            <a:tailEnd type="none" w="med" len="med"/>
          </a:ln>
          <a:effectLst/>
        </p:spPr>
        <p:txBody>
          <a:bodyPr rot="0" spcFirstLastPara="0" vertOverflow="overflow" horzOverflow="overflow" vert="horz" wrap="square" lIns="91404" tIns="45702" rIns="91404" bIns="45702" numCol="1" spcCol="0" rtlCol="0" fromWordArt="0" anchor="t" anchorCtr="0" forceAA="0" compatLnSpc="1">
            <a:prstTxWarp prst="textNoShape">
              <a:avLst/>
            </a:prstTxWarp>
            <a:noAutofit/>
          </a:bodyPr>
          <a:lstStyle/>
          <a:p>
            <a:endParaRPr lang="zh-CN" altLang="en-US" sz="1799">
              <a:latin typeface="+mn-lt"/>
              <a:ea typeface="+mn-ea"/>
            </a:endParaRPr>
          </a:p>
        </p:txBody>
      </p:sp>
      <p:sp>
        <p:nvSpPr>
          <p:cNvPr id="5" name="Freeform 12"/>
          <p:cNvSpPr>
            <a:spLocks noEditPoints="1"/>
          </p:cNvSpPr>
          <p:nvPr userDrawn="1"/>
        </p:nvSpPr>
        <p:spPr bwMode="auto">
          <a:xfrm>
            <a:off x="479189" y="474076"/>
            <a:ext cx="507964" cy="508967"/>
          </a:xfrm>
          <a:custGeom>
            <a:avLst/>
            <a:gdLst>
              <a:gd name="T0" fmla="*/ 1433 w 2867"/>
              <a:gd name="T1" fmla="*/ 0 h 2867"/>
              <a:gd name="T2" fmla="*/ 0 w 2867"/>
              <a:gd name="T3" fmla="*/ 1433 h 2867"/>
              <a:gd name="T4" fmla="*/ 1433 w 2867"/>
              <a:gd name="T5" fmla="*/ 2867 h 2867"/>
              <a:gd name="T6" fmla="*/ 2867 w 2867"/>
              <a:gd name="T7" fmla="*/ 1433 h 2867"/>
              <a:gd name="T8" fmla="*/ 1433 w 2867"/>
              <a:gd name="T9" fmla="*/ 0 h 2867"/>
              <a:gd name="T10" fmla="*/ 1433 w 2867"/>
              <a:gd name="T11" fmla="*/ 2662 h 2867"/>
              <a:gd name="T12" fmla="*/ 205 w 2867"/>
              <a:gd name="T13" fmla="*/ 1433 h 2867"/>
              <a:gd name="T14" fmla="*/ 1433 w 2867"/>
              <a:gd name="T15" fmla="*/ 205 h 2867"/>
              <a:gd name="T16" fmla="*/ 2662 w 2867"/>
              <a:gd name="T17" fmla="*/ 1433 h 2867"/>
              <a:gd name="T18" fmla="*/ 1433 w 2867"/>
              <a:gd name="T19" fmla="*/ 2662 h 2867"/>
              <a:gd name="T20" fmla="*/ 2336 w 2867"/>
              <a:gd name="T21" fmla="*/ 2066 h 2867"/>
              <a:gd name="T22" fmla="*/ 523 w 2867"/>
              <a:gd name="T23" fmla="*/ 2066 h 2867"/>
              <a:gd name="T24" fmla="*/ 976 w 2867"/>
              <a:gd name="T25" fmla="*/ 1432 h 2867"/>
              <a:gd name="T26" fmla="*/ 1255 w 2867"/>
              <a:gd name="T27" fmla="*/ 1810 h 2867"/>
              <a:gd name="T28" fmla="*/ 1792 w 2867"/>
              <a:gd name="T29" fmla="*/ 1069 h 2867"/>
              <a:gd name="T30" fmla="*/ 2336 w 2867"/>
              <a:gd name="T31" fmla="*/ 2066 h 2867"/>
              <a:gd name="T32" fmla="*/ 704 w 2867"/>
              <a:gd name="T33" fmla="*/ 978 h 2867"/>
              <a:gd name="T34" fmla="*/ 886 w 2867"/>
              <a:gd name="T35" fmla="*/ 797 h 2867"/>
              <a:gd name="T36" fmla="*/ 1067 w 2867"/>
              <a:gd name="T37" fmla="*/ 978 h 2867"/>
              <a:gd name="T38" fmla="*/ 886 w 2867"/>
              <a:gd name="T39" fmla="*/ 1160 h 2867"/>
              <a:gd name="T40" fmla="*/ 704 w 2867"/>
              <a:gd name="T41" fmla="*/ 978 h 2867"/>
              <a:gd name="T42" fmla="*/ 704 w 2867"/>
              <a:gd name="T43" fmla="*/ 978 h 2867"/>
              <a:gd name="T44" fmla="*/ 704 w 2867"/>
              <a:gd name="T45" fmla="*/ 978 h 28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2867" h="2867">
                <a:moveTo>
                  <a:pt x="1433" y="0"/>
                </a:moveTo>
                <a:cubicBezTo>
                  <a:pt x="643" y="0"/>
                  <a:pt x="0" y="643"/>
                  <a:pt x="0" y="1433"/>
                </a:cubicBezTo>
                <a:cubicBezTo>
                  <a:pt x="0" y="2224"/>
                  <a:pt x="643" y="2867"/>
                  <a:pt x="1433" y="2867"/>
                </a:cubicBezTo>
                <a:cubicBezTo>
                  <a:pt x="2224" y="2867"/>
                  <a:pt x="2867" y="2224"/>
                  <a:pt x="2867" y="1433"/>
                </a:cubicBezTo>
                <a:cubicBezTo>
                  <a:pt x="2867" y="643"/>
                  <a:pt x="2224" y="0"/>
                  <a:pt x="1433" y="0"/>
                </a:cubicBezTo>
                <a:close/>
                <a:moveTo>
                  <a:pt x="1433" y="2662"/>
                </a:moveTo>
                <a:cubicBezTo>
                  <a:pt x="756" y="2662"/>
                  <a:pt x="205" y="2111"/>
                  <a:pt x="205" y="1433"/>
                </a:cubicBezTo>
                <a:cubicBezTo>
                  <a:pt x="205" y="756"/>
                  <a:pt x="756" y="205"/>
                  <a:pt x="1433" y="205"/>
                </a:cubicBezTo>
                <a:cubicBezTo>
                  <a:pt x="2111" y="205"/>
                  <a:pt x="2662" y="756"/>
                  <a:pt x="2662" y="1433"/>
                </a:cubicBezTo>
                <a:cubicBezTo>
                  <a:pt x="2662" y="2111"/>
                  <a:pt x="2111" y="2662"/>
                  <a:pt x="1433" y="2662"/>
                </a:cubicBezTo>
                <a:close/>
                <a:moveTo>
                  <a:pt x="2336" y="2066"/>
                </a:moveTo>
                <a:cubicBezTo>
                  <a:pt x="523" y="2066"/>
                  <a:pt x="523" y="2066"/>
                  <a:pt x="523" y="2066"/>
                </a:cubicBezTo>
                <a:cubicBezTo>
                  <a:pt x="976" y="1432"/>
                  <a:pt x="976" y="1432"/>
                  <a:pt x="976" y="1432"/>
                </a:cubicBezTo>
                <a:cubicBezTo>
                  <a:pt x="1255" y="1810"/>
                  <a:pt x="1255" y="1810"/>
                  <a:pt x="1255" y="1810"/>
                </a:cubicBezTo>
                <a:cubicBezTo>
                  <a:pt x="1792" y="1069"/>
                  <a:pt x="1792" y="1069"/>
                  <a:pt x="1792" y="1069"/>
                </a:cubicBezTo>
                <a:lnTo>
                  <a:pt x="2336" y="2066"/>
                </a:lnTo>
                <a:close/>
                <a:moveTo>
                  <a:pt x="704" y="978"/>
                </a:moveTo>
                <a:cubicBezTo>
                  <a:pt x="704" y="878"/>
                  <a:pt x="786" y="797"/>
                  <a:pt x="886" y="797"/>
                </a:cubicBezTo>
                <a:cubicBezTo>
                  <a:pt x="986" y="797"/>
                  <a:pt x="1067" y="878"/>
                  <a:pt x="1067" y="978"/>
                </a:cubicBezTo>
                <a:cubicBezTo>
                  <a:pt x="1067" y="1079"/>
                  <a:pt x="986" y="1160"/>
                  <a:pt x="886" y="1160"/>
                </a:cubicBezTo>
                <a:cubicBezTo>
                  <a:pt x="786" y="1160"/>
                  <a:pt x="704" y="1079"/>
                  <a:pt x="704" y="978"/>
                </a:cubicBezTo>
                <a:close/>
                <a:moveTo>
                  <a:pt x="704" y="978"/>
                </a:moveTo>
                <a:cubicBezTo>
                  <a:pt x="704" y="978"/>
                  <a:pt x="704" y="978"/>
                  <a:pt x="704" y="978"/>
                </a:cubicBezTo>
              </a:path>
            </a:pathLst>
          </a:custGeom>
          <a:solidFill>
            <a:schemeClr val="bg1"/>
          </a:solidFill>
          <a:ln>
            <a:noFill/>
          </a:ln>
        </p:spPr>
        <p:txBody>
          <a:bodyPr vert="horz" wrap="square" lIns="91404" tIns="45702" rIns="91404" bIns="45702" numCol="1" anchor="t" anchorCtr="0" compatLnSpc="1">
            <a:prstTxWarp prst="textNoShape">
              <a:avLst/>
            </a:prstTxWarp>
          </a:bodyPr>
          <a:lstStyle/>
          <a:p>
            <a:endParaRPr lang="zh-CN" altLang="en-US" sz="1799">
              <a:latin typeface="+mn-lt"/>
              <a:ea typeface="+mn-ea"/>
            </a:endParaRPr>
          </a:p>
        </p:txBody>
      </p:sp>
      <p:sp>
        <p:nvSpPr>
          <p:cNvPr id="6" name="标题 1"/>
          <p:cNvSpPr>
            <a:spLocks noGrp="1"/>
          </p:cNvSpPr>
          <p:nvPr>
            <p:ph type="title"/>
          </p:nvPr>
        </p:nvSpPr>
        <p:spPr>
          <a:xfrm>
            <a:off x="1594177" y="410400"/>
            <a:ext cx="9827761" cy="640800"/>
          </a:xfrm>
        </p:spPr>
        <p:txBody>
          <a:bodyPr lIns="100800" tIns="50400" rIns="100800" bIns="50400" anchor="ctr" anchorCtr="0"/>
          <a:lstStyle>
            <a:lvl1pPr fontAlgn="auto">
              <a:defRPr b="1">
                <a:solidFill>
                  <a:schemeClr val="tx1"/>
                </a:solidFill>
                <a:latin typeface="+mn-lt"/>
                <a:ea typeface="+mn-ea"/>
              </a:defRPr>
            </a:lvl1pPr>
          </a:lstStyle>
          <a:p>
            <a:r>
              <a:rPr lang="zh-CN" altLang="en-US" dirty="0"/>
              <a:t>单击此处编辑母版标题样式</a:t>
            </a:r>
          </a:p>
        </p:txBody>
      </p:sp>
    </p:spTree>
    <p:extLst>
      <p:ext uri="{BB962C8B-B14F-4D97-AF65-F5344CB8AC3E}">
        <p14:creationId xmlns:p14="http://schemas.microsoft.com/office/powerpoint/2010/main" val="39743470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9#全白背景">
    <p:spTree>
      <p:nvGrpSpPr>
        <p:cNvPr id="1" name=""/>
        <p:cNvGrpSpPr/>
        <p:nvPr/>
      </p:nvGrpSpPr>
      <p:grpSpPr>
        <a:xfrm>
          <a:off x="0" y="0"/>
          <a:ext cx="0" cy="0"/>
          <a:chOff x="0" y="0"/>
          <a:chExt cx="0" cy="0"/>
        </a:xfrm>
      </p:grpSpPr>
      <p:grpSp>
        <p:nvGrpSpPr>
          <p:cNvPr id="2" name="组合 1"/>
          <p:cNvGrpSpPr/>
          <p:nvPr userDrawn="1"/>
        </p:nvGrpSpPr>
        <p:grpSpPr>
          <a:xfrm>
            <a:off x="12162528" y="4653136"/>
            <a:ext cx="638734" cy="1729234"/>
            <a:chOff x="12162528" y="4653136"/>
            <a:chExt cx="638734" cy="1729234"/>
          </a:xfrm>
        </p:grpSpPr>
        <p:sp>
          <p:nvSpPr>
            <p:cNvPr id="3" name="矩形 2">
              <a:extLst>
                <a:ext uri="{FF2B5EF4-FFF2-40B4-BE49-F238E27FC236}">
                  <a16:creationId xmlns:a16="http://schemas.microsoft.com/office/drawing/2014/main" xmlns="" id="{32AEB80E-D574-4C1A-9EB9-3369A2BB96C5}"/>
                </a:ext>
              </a:extLst>
            </p:cNvPr>
            <p:cNvSpPr/>
            <p:nvPr userDrawn="1"/>
          </p:nvSpPr>
          <p:spPr>
            <a:xfrm>
              <a:off x="12212029" y="4653136"/>
              <a:ext cx="539729" cy="288726"/>
            </a:xfrm>
            <a:prstGeom prst="rect">
              <a:avLst/>
            </a:prstGeom>
            <a:solidFill>
              <a:srgbClr val="00B0F0"/>
            </a:solidFill>
          </p:spPr>
          <p:txBody>
            <a:bodyPr wrap="none" rtlCol="0" anchor="ctr">
              <a:noAutofit/>
            </a:bodyPr>
            <a:lstStyle/>
            <a:p>
              <a:pPr marL="342763" indent="-342763" algn="ctr" fontAlgn="auto">
                <a:buFont typeface="+mj-lt"/>
                <a:buAutoNum type="arabicPeriod"/>
              </a:pPr>
              <a:endParaRPr lang="zh-CN" altLang="en-US" sz="900">
                <a:latin typeface="+mn-lt"/>
                <a:ea typeface="+mn-ea"/>
                <a:cs typeface="Courier New" panose="02070309020205020404" pitchFamily="49" charset="0"/>
              </a:endParaRPr>
            </a:p>
          </p:txBody>
        </p:sp>
        <p:sp>
          <p:nvSpPr>
            <p:cNvPr id="4" name="矩形 3">
              <a:extLst>
                <a:ext uri="{FF2B5EF4-FFF2-40B4-BE49-F238E27FC236}">
                  <a16:creationId xmlns:a16="http://schemas.microsoft.com/office/drawing/2014/main" xmlns="" id="{E94F5345-F49B-42D0-B35C-CA4FB19A3DA6}"/>
                </a:ext>
              </a:extLst>
            </p:cNvPr>
            <p:cNvSpPr/>
            <p:nvPr userDrawn="1"/>
          </p:nvSpPr>
          <p:spPr>
            <a:xfrm>
              <a:off x="12212029" y="4941964"/>
              <a:ext cx="539729" cy="288000"/>
            </a:xfrm>
            <a:prstGeom prst="rect">
              <a:avLst/>
            </a:prstGeom>
            <a:solidFill>
              <a:srgbClr val="A6D2FF"/>
            </a:solidFill>
          </p:spPr>
          <p:txBody>
            <a:bodyPr wrap="none" rtlCol="0" anchor="ctr">
              <a:noAutofit/>
            </a:bodyPr>
            <a:lstStyle/>
            <a:p>
              <a:pPr marL="342763" indent="-342763" algn="ctr" fontAlgn="auto">
                <a:buFont typeface="+mj-lt"/>
                <a:buAutoNum type="arabicPeriod"/>
              </a:pPr>
              <a:endParaRPr lang="zh-CN" altLang="en-US" sz="900">
                <a:latin typeface="+mn-lt"/>
                <a:ea typeface="+mn-ea"/>
                <a:cs typeface="Courier New" panose="02070309020205020404" pitchFamily="49" charset="0"/>
              </a:endParaRPr>
            </a:p>
          </p:txBody>
        </p:sp>
        <p:sp>
          <p:nvSpPr>
            <p:cNvPr id="5" name="矩形 4">
              <a:extLst>
                <a:ext uri="{FF2B5EF4-FFF2-40B4-BE49-F238E27FC236}">
                  <a16:creationId xmlns:a16="http://schemas.microsoft.com/office/drawing/2014/main" xmlns="" id="{BA62EB75-581F-4CD2-92A6-87BDFE3BDBC3}"/>
                </a:ext>
              </a:extLst>
            </p:cNvPr>
            <p:cNvSpPr/>
            <p:nvPr userDrawn="1"/>
          </p:nvSpPr>
          <p:spPr>
            <a:xfrm>
              <a:off x="12212029" y="5230066"/>
              <a:ext cx="539729" cy="288000"/>
            </a:xfrm>
            <a:prstGeom prst="rect">
              <a:avLst/>
            </a:prstGeom>
            <a:solidFill>
              <a:srgbClr val="D8D8D8"/>
            </a:solidFill>
          </p:spPr>
          <p:txBody>
            <a:bodyPr wrap="none" rtlCol="0" anchor="ctr">
              <a:noAutofit/>
            </a:bodyPr>
            <a:lstStyle/>
            <a:p>
              <a:pPr marL="342763" indent="-342763" algn="ctr" fontAlgn="auto">
                <a:buFont typeface="+mj-lt"/>
                <a:buAutoNum type="arabicPeriod"/>
              </a:pPr>
              <a:endParaRPr lang="zh-CN" altLang="en-US" sz="900">
                <a:latin typeface="+mn-lt"/>
                <a:ea typeface="+mn-ea"/>
                <a:cs typeface="Courier New" panose="02070309020205020404" pitchFamily="49" charset="0"/>
              </a:endParaRPr>
            </a:p>
          </p:txBody>
        </p:sp>
        <p:sp>
          <p:nvSpPr>
            <p:cNvPr id="6" name="矩形 5">
              <a:extLst>
                <a:ext uri="{FF2B5EF4-FFF2-40B4-BE49-F238E27FC236}">
                  <a16:creationId xmlns:a16="http://schemas.microsoft.com/office/drawing/2014/main" xmlns="" id="{947DE7E3-EC9F-4331-B252-7BCE51B7F0DA}"/>
                </a:ext>
              </a:extLst>
            </p:cNvPr>
            <p:cNvSpPr/>
            <p:nvPr userDrawn="1"/>
          </p:nvSpPr>
          <p:spPr>
            <a:xfrm>
              <a:off x="12212029" y="5518168"/>
              <a:ext cx="539729" cy="288000"/>
            </a:xfrm>
            <a:prstGeom prst="rect">
              <a:avLst/>
            </a:prstGeom>
            <a:solidFill>
              <a:schemeClr val="accent2">
                <a:lumMod val="100000"/>
              </a:schemeClr>
            </a:solidFill>
          </p:spPr>
          <p:txBody>
            <a:bodyPr wrap="none" rtlCol="0" anchor="ctr">
              <a:noAutofit/>
            </a:bodyPr>
            <a:lstStyle/>
            <a:p>
              <a:pPr marL="342763" indent="-342763" algn="ctr" fontAlgn="auto">
                <a:buFont typeface="+mj-lt"/>
                <a:buAutoNum type="arabicPeriod"/>
              </a:pPr>
              <a:endParaRPr lang="zh-CN" altLang="en-US" sz="900">
                <a:latin typeface="+mn-lt"/>
                <a:ea typeface="+mn-ea"/>
                <a:cs typeface="Courier New" panose="02070309020205020404" pitchFamily="49" charset="0"/>
              </a:endParaRPr>
            </a:p>
          </p:txBody>
        </p:sp>
        <p:sp>
          <p:nvSpPr>
            <p:cNvPr id="7" name="矩形 6">
              <a:extLst>
                <a:ext uri="{FF2B5EF4-FFF2-40B4-BE49-F238E27FC236}">
                  <a16:creationId xmlns:a16="http://schemas.microsoft.com/office/drawing/2014/main" xmlns="" id="{BE210CD8-3823-4C2E-B3EA-E42C40CFB29F}"/>
                </a:ext>
              </a:extLst>
            </p:cNvPr>
            <p:cNvSpPr/>
            <p:nvPr userDrawn="1"/>
          </p:nvSpPr>
          <p:spPr>
            <a:xfrm>
              <a:off x="12212029" y="5806270"/>
              <a:ext cx="539729" cy="288000"/>
            </a:xfrm>
            <a:prstGeom prst="rect">
              <a:avLst/>
            </a:prstGeom>
            <a:solidFill>
              <a:srgbClr val="FFFFCC"/>
            </a:solidFill>
          </p:spPr>
          <p:txBody>
            <a:bodyPr wrap="none" rtlCol="0" anchor="ctr">
              <a:noAutofit/>
            </a:bodyPr>
            <a:lstStyle/>
            <a:p>
              <a:pPr marL="342763" indent="-342763" algn="ctr" fontAlgn="auto">
                <a:buFont typeface="+mj-lt"/>
                <a:buAutoNum type="arabicPeriod"/>
              </a:pPr>
              <a:endParaRPr lang="zh-CN" altLang="en-US" sz="900">
                <a:latin typeface="+mn-lt"/>
                <a:ea typeface="+mn-ea"/>
                <a:cs typeface="Courier New" panose="02070309020205020404" pitchFamily="49" charset="0"/>
              </a:endParaRPr>
            </a:p>
          </p:txBody>
        </p:sp>
        <p:sp>
          <p:nvSpPr>
            <p:cNvPr id="8" name="矩形 7">
              <a:extLst>
                <a:ext uri="{FF2B5EF4-FFF2-40B4-BE49-F238E27FC236}">
                  <a16:creationId xmlns:a16="http://schemas.microsoft.com/office/drawing/2014/main" xmlns="" id="{BE8A406D-0F03-42D8-9159-77B9DE9EB30E}"/>
                </a:ext>
              </a:extLst>
            </p:cNvPr>
            <p:cNvSpPr/>
            <p:nvPr userDrawn="1"/>
          </p:nvSpPr>
          <p:spPr>
            <a:xfrm>
              <a:off x="12212029" y="6094370"/>
              <a:ext cx="539729" cy="288000"/>
            </a:xfrm>
            <a:prstGeom prst="rect">
              <a:avLst/>
            </a:prstGeom>
            <a:solidFill>
              <a:schemeClr val="accent6"/>
            </a:solidFill>
          </p:spPr>
          <p:txBody>
            <a:bodyPr wrap="none" rtlCol="0" anchor="ctr">
              <a:noAutofit/>
            </a:bodyPr>
            <a:lstStyle/>
            <a:p>
              <a:pPr marL="342763" indent="-342763" algn="ctr" fontAlgn="auto">
                <a:buFont typeface="+mj-lt"/>
                <a:buAutoNum type="arabicPeriod"/>
              </a:pPr>
              <a:endParaRPr lang="zh-CN" altLang="en-US" sz="900">
                <a:latin typeface="+mn-lt"/>
                <a:ea typeface="+mn-ea"/>
                <a:cs typeface="Courier New" panose="02070309020205020404" pitchFamily="49" charset="0"/>
              </a:endParaRPr>
            </a:p>
          </p:txBody>
        </p:sp>
        <p:sp>
          <p:nvSpPr>
            <p:cNvPr id="9" name="文本框 8">
              <a:extLst>
                <a:ext uri="{FF2B5EF4-FFF2-40B4-BE49-F238E27FC236}">
                  <a16:creationId xmlns:a16="http://schemas.microsoft.com/office/drawing/2014/main" xmlns="" id="{98A3A11A-AB61-497E-B3AE-12E999A6BBBA}"/>
                </a:ext>
              </a:extLst>
            </p:cNvPr>
            <p:cNvSpPr txBox="1"/>
            <p:nvPr userDrawn="1"/>
          </p:nvSpPr>
          <p:spPr bwMode="auto">
            <a:xfrm>
              <a:off x="12162528" y="4683920"/>
              <a:ext cx="638734" cy="227159"/>
            </a:xfrm>
            <a:prstGeom prst="rect">
              <a:avLst/>
            </a:prstGeom>
            <a:noFill/>
            <a:ln w="9525" algn="ctr">
              <a:noFill/>
              <a:miter lim="800000"/>
              <a:headEnd/>
              <a:tailEnd/>
            </a:ln>
          </p:spPr>
          <p:txBody>
            <a:bodyPr vert="horz" wrap="none" lIns="87768" tIns="43884" rIns="87768" bIns="43884" numCol="1" rtlCol="0" anchor="ctr" anchorCtr="0" compatLnSpc="1">
              <a:prstTxWarp prst="textNoShape">
                <a:avLst/>
              </a:prstTxWarp>
              <a:spAutoFit/>
            </a:bodyPr>
            <a:lstStyle/>
            <a:p>
              <a:pPr algn="ctr" fontAlgn="auto"/>
              <a:r>
                <a:rPr lang="zh-CN" altLang="en-US" sz="900" dirty="0">
                  <a:solidFill>
                    <a:schemeClr val="bg1"/>
                  </a:solidFill>
                  <a:latin typeface="+mn-lt"/>
                  <a:ea typeface="+mn-ea"/>
                </a:rPr>
                <a:t>表格表头</a:t>
              </a:r>
            </a:p>
          </p:txBody>
        </p:sp>
        <p:sp>
          <p:nvSpPr>
            <p:cNvPr id="10" name="文本框 9">
              <a:extLst>
                <a:ext uri="{FF2B5EF4-FFF2-40B4-BE49-F238E27FC236}">
                  <a16:creationId xmlns:a16="http://schemas.microsoft.com/office/drawing/2014/main" xmlns="" id="{CF824ACE-31EE-452D-A81D-32E189AFE158}"/>
                </a:ext>
              </a:extLst>
            </p:cNvPr>
            <p:cNvSpPr txBox="1"/>
            <p:nvPr userDrawn="1"/>
          </p:nvSpPr>
          <p:spPr bwMode="auto">
            <a:xfrm>
              <a:off x="12162528" y="4972385"/>
              <a:ext cx="638734" cy="227159"/>
            </a:xfrm>
            <a:prstGeom prst="rect">
              <a:avLst/>
            </a:prstGeom>
            <a:noFill/>
            <a:ln w="9525" algn="ctr">
              <a:noFill/>
              <a:miter lim="800000"/>
              <a:headEnd/>
              <a:tailEnd/>
            </a:ln>
          </p:spPr>
          <p:txBody>
            <a:bodyPr vert="horz" wrap="none" lIns="87768" tIns="43884" rIns="87768" bIns="43884" numCol="1" rtlCol="0" anchor="ctr" anchorCtr="0" compatLnSpc="1">
              <a:prstTxWarp prst="textNoShape">
                <a:avLst/>
              </a:prstTxWarp>
              <a:spAutoFit/>
            </a:bodyPr>
            <a:lstStyle/>
            <a:p>
              <a:pPr algn="ctr" fontAlgn="auto"/>
              <a:r>
                <a:rPr lang="zh-CN" altLang="en-US" sz="900" dirty="0">
                  <a:latin typeface="+mn-lt"/>
                  <a:ea typeface="+mn-ea"/>
                </a:rPr>
                <a:t>表格边框</a:t>
              </a:r>
            </a:p>
          </p:txBody>
        </p:sp>
        <p:sp>
          <p:nvSpPr>
            <p:cNvPr id="11" name="文本框 10">
              <a:extLst>
                <a:ext uri="{FF2B5EF4-FFF2-40B4-BE49-F238E27FC236}">
                  <a16:creationId xmlns:a16="http://schemas.microsoft.com/office/drawing/2014/main" xmlns="" id="{7399143C-FDAD-45F1-BC44-030BD92ABA98}"/>
                </a:ext>
              </a:extLst>
            </p:cNvPr>
            <p:cNvSpPr txBox="1"/>
            <p:nvPr userDrawn="1"/>
          </p:nvSpPr>
          <p:spPr bwMode="auto">
            <a:xfrm>
              <a:off x="12162528" y="5260487"/>
              <a:ext cx="638734" cy="227159"/>
            </a:xfrm>
            <a:prstGeom prst="rect">
              <a:avLst/>
            </a:prstGeom>
            <a:noFill/>
            <a:ln w="9525" algn="ctr">
              <a:noFill/>
              <a:miter lim="800000"/>
              <a:headEnd/>
              <a:tailEnd/>
            </a:ln>
          </p:spPr>
          <p:txBody>
            <a:bodyPr vert="horz" wrap="none" lIns="87768" tIns="43884" rIns="87768" bIns="43884" numCol="1" rtlCol="0" anchor="ctr" anchorCtr="0" compatLnSpc="1">
              <a:prstTxWarp prst="textNoShape">
                <a:avLst/>
              </a:prstTxWarp>
              <a:spAutoFit/>
            </a:bodyPr>
            <a:lstStyle/>
            <a:p>
              <a:pPr algn="ctr" fontAlgn="auto"/>
              <a:r>
                <a:rPr lang="zh-CN" altLang="en-US" sz="900" dirty="0">
                  <a:latin typeface="+mn-lt"/>
                  <a:ea typeface="+mn-ea"/>
                </a:rPr>
                <a:t>导航灰底</a:t>
              </a:r>
            </a:p>
          </p:txBody>
        </p:sp>
        <p:sp>
          <p:nvSpPr>
            <p:cNvPr id="12" name="文本框 11">
              <a:extLst>
                <a:ext uri="{FF2B5EF4-FFF2-40B4-BE49-F238E27FC236}">
                  <a16:creationId xmlns:a16="http://schemas.microsoft.com/office/drawing/2014/main" xmlns="" id="{308D80BD-0AC4-4D30-BDF8-F241047905A7}"/>
                </a:ext>
              </a:extLst>
            </p:cNvPr>
            <p:cNvSpPr txBox="1"/>
            <p:nvPr userDrawn="1"/>
          </p:nvSpPr>
          <p:spPr bwMode="auto">
            <a:xfrm>
              <a:off x="12220212" y="5548589"/>
              <a:ext cx="523364" cy="227159"/>
            </a:xfrm>
            <a:prstGeom prst="rect">
              <a:avLst/>
            </a:prstGeom>
            <a:noFill/>
            <a:ln w="9525" algn="ctr">
              <a:noFill/>
              <a:miter lim="800000"/>
              <a:headEnd/>
              <a:tailEnd/>
            </a:ln>
          </p:spPr>
          <p:txBody>
            <a:bodyPr vert="horz" wrap="none" lIns="87768" tIns="43884" rIns="87768" bIns="43884" numCol="1" rtlCol="0" anchor="ctr" anchorCtr="0" compatLnSpc="1">
              <a:prstTxWarp prst="textNoShape">
                <a:avLst/>
              </a:prstTxWarp>
              <a:spAutoFit/>
            </a:bodyPr>
            <a:lstStyle/>
            <a:p>
              <a:pPr algn="ctr" fontAlgn="auto"/>
              <a:r>
                <a:rPr lang="zh-CN" altLang="en-US" sz="900" dirty="0">
                  <a:solidFill>
                    <a:schemeClr val="bg1"/>
                  </a:solidFill>
                  <a:latin typeface="+mn-lt"/>
                  <a:ea typeface="+mn-ea"/>
                </a:rPr>
                <a:t>华为红</a:t>
              </a:r>
            </a:p>
          </p:txBody>
        </p:sp>
        <p:sp>
          <p:nvSpPr>
            <p:cNvPr id="13" name="文本框 12">
              <a:extLst>
                <a:ext uri="{FF2B5EF4-FFF2-40B4-BE49-F238E27FC236}">
                  <a16:creationId xmlns:a16="http://schemas.microsoft.com/office/drawing/2014/main" xmlns="" id="{B9CBC549-23CA-4012-B493-FF768D1829F1}"/>
                </a:ext>
              </a:extLst>
            </p:cNvPr>
            <p:cNvSpPr txBox="1"/>
            <p:nvPr userDrawn="1"/>
          </p:nvSpPr>
          <p:spPr bwMode="auto">
            <a:xfrm>
              <a:off x="12162528" y="5836691"/>
              <a:ext cx="638734" cy="227159"/>
            </a:xfrm>
            <a:prstGeom prst="rect">
              <a:avLst/>
            </a:prstGeom>
            <a:noFill/>
            <a:ln w="9525" algn="ctr">
              <a:noFill/>
              <a:miter lim="800000"/>
              <a:headEnd/>
              <a:tailEnd/>
            </a:ln>
          </p:spPr>
          <p:txBody>
            <a:bodyPr vert="horz" wrap="none" lIns="87768" tIns="43884" rIns="87768" bIns="43884" numCol="1" rtlCol="0" anchor="ctr" anchorCtr="0" compatLnSpc="1">
              <a:prstTxWarp prst="textNoShape">
                <a:avLst/>
              </a:prstTxWarp>
              <a:spAutoFit/>
            </a:bodyPr>
            <a:lstStyle/>
            <a:p>
              <a:pPr algn="ctr" fontAlgn="auto"/>
              <a:r>
                <a:rPr lang="zh-CN" altLang="en-US" sz="900" dirty="0">
                  <a:latin typeface="+mn-lt"/>
                  <a:ea typeface="+mn-ea"/>
                </a:rPr>
                <a:t>文字底色</a:t>
              </a:r>
            </a:p>
          </p:txBody>
        </p:sp>
        <p:sp>
          <p:nvSpPr>
            <p:cNvPr id="14" name="文本框 13">
              <a:extLst>
                <a:ext uri="{FF2B5EF4-FFF2-40B4-BE49-F238E27FC236}">
                  <a16:creationId xmlns:a16="http://schemas.microsoft.com/office/drawing/2014/main" xmlns="" id="{DA49D1AE-05B4-4A19-9F6F-8B89D09C41DD}"/>
                </a:ext>
              </a:extLst>
            </p:cNvPr>
            <p:cNvSpPr txBox="1"/>
            <p:nvPr userDrawn="1"/>
          </p:nvSpPr>
          <p:spPr bwMode="auto">
            <a:xfrm>
              <a:off x="12162528" y="6124791"/>
              <a:ext cx="638734" cy="227159"/>
            </a:xfrm>
            <a:prstGeom prst="rect">
              <a:avLst/>
            </a:prstGeom>
            <a:noFill/>
            <a:ln w="9525" algn="ctr">
              <a:noFill/>
              <a:miter lim="800000"/>
              <a:headEnd/>
              <a:tailEnd/>
            </a:ln>
          </p:spPr>
          <p:txBody>
            <a:bodyPr vert="horz" wrap="none" lIns="87768" tIns="43884" rIns="87768" bIns="43884" numCol="1" rtlCol="0" anchor="ctr" anchorCtr="0" compatLnSpc="1">
              <a:prstTxWarp prst="textNoShape">
                <a:avLst/>
              </a:prstTxWarp>
              <a:spAutoFit/>
            </a:bodyPr>
            <a:lstStyle/>
            <a:p>
              <a:pPr algn="ctr" fontAlgn="auto"/>
              <a:r>
                <a:rPr lang="zh-CN" altLang="en-US" sz="900" dirty="0">
                  <a:latin typeface="+mn-lt"/>
                  <a:ea typeface="+mn-ea"/>
                </a:rPr>
                <a:t>文字边框</a:t>
              </a:r>
            </a:p>
          </p:txBody>
        </p:sp>
      </p:grpSp>
    </p:spTree>
    <p:extLst>
      <p:ext uri="{BB962C8B-B14F-4D97-AF65-F5344CB8AC3E}">
        <p14:creationId xmlns:p14="http://schemas.microsoft.com/office/powerpoint/2010/main" val="29832586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0#思考题">
    <p:spTree>
      <p:nvGrpSpPr>
        <p:cNvPr id="1" name=""/>
        <p:cNvGrpSpPr/>
        <p:nvPr/>
      </p:nvGrpSpPr>
      <p:grpSpPr>
        <a:xfrm>
          <a:off x="0" y="0"/>
          <a:ext cx="0" cy="0"/>
          <a:chOff x="0" y="0"/>
          <a:chExt cx="0" cy="0"/>
        </a:xfrm>
      </p:grpSpPr>
      <p:sp>
        <p:nvSpPr>
          <p:cNvPr id="3" name="文本占位符 6"/>
          <p:cNvSpPr>
            <a:spLocks noGrp="1"/>
          </p:cNvSpPr>
          <p:nvPr>
            <p:ph type="body" sz="quarter" idx="10" hasCustomPrompt="1"/>
          </p:nvPr>
        </p:nvSpPr>
        <p:spPr>
          <a:xfrm>
            <a:off x="468316" y="1233487"/>
            <a:ext cx="11276184" cy="4680000"/>
          </a:xfrm>
        </p:spPr>
        <p:txBody>
          <a:bodyPr/>
          <a:lstStyle>
            <a:lvl1pPr marL="457017" marR="0" indent="-457017" algn="just" defTabSz="801367" rtl="0" eaLnBrk="1" fontAlgn="auto" latinLnBrk="0" hangingPunct="1">
              <a:lnSpc>
                <a:spcPct val="140000"/>
              </a:lnSpc>
              <a:spcBef>
                <a:spcPct val="30000"/>
              </a:spcBef>
              <a:spcAft>
                <a:spcPct val="0"/>
              </a:spcAft>
              <a:buClrTx/>
              <a:buSzPct val="100000"/>
              <a:buFont typeface="+mj-lt"/>
              <a:buAutoNum type="arabicPeriod"/>
              <a:tabLst/>
              <a:defRPr sz="1999">
                <a:latin typeface="+mn-lt"/>
                <a:ea typeface="+mn-ea"/>
                <a:cs typeface="Arial" panose="020B0604020202020204" pitchFamily="34" charset="0"/>
              </a:defRPr>
            </a:lvl1pPr>
            <a:lvl2pPr marL="401476" indent="0" algn="just">
              <a:buSzPct val="100000"/>
              <a:buFont typeface="+mj-lt"/>
              <a:buNone/>
              <a:defRPr sz="1799"/>
            </a:lvl2pPr>
            <a:lvl3pPr>
              <a:defRPr/>
            </a:lvl3pPr>
            <a:lvl5pPr>
              <a:buNone/>
              <a:defRPr/>
            </a:lvl5pPr>
          </a:lstStyle>
          <a:p>
            <a:r>
              <a:rPr lang="zh-CN" altLang="en-US" dirty="0"/>
              <a:t>此版式用于思考题</a:t>
            </a:r>
            <a:r>
              <a:rPr lang="en-US" altLang="zh-CN" dirty="0"/>
              <a:t>-201501</a:t>
            </a:r>
            <a:r>
              <a:rPr lang="zh-CN" altLang="en-US" dirty="0"/>
              <a:t>具体格式（序号格式需以模板展示）</a:t>
            </a:r>
            <a:endParaRPr lang="en-US" altLang="zh-CN" dirty="0"/>
          </a:p>
        </p:txBody>
      </p:sp>
      <p:sp>
        <p:nvSpPr>
          <p:cNvPr id="4" name="TextBox 10">
            <a:extLst>
              <a:ext uri="{FF2B5EF4-FFF2-40B4-BE49-F238E27FC236}">
                <a16:creationId xmlns:a16="http://schemas.microsoft.com/office/drawing/2014/main" xmlns="" id="{18ED692C-39CB-4AC0-81F6-D21CDD086EE4}"/>
              </a:ext>
            </a:extLst>
          </p:cNvPr>
          <p:cNvSpPr txBox="1"/>
          <p:nvPr userDrawn="1"/>
        </p:nvSpPr>
        <p:spPr bwMode="auto">
          <a:xfrm>
            <a:off x="1594877" y="408780"/>
            <a:ext cx="1664752" cy="639559"/>
          </a:xfrm>
          <a:prstGeom prst="rect">
            <a:avLst/>
          </a:prstGeom>
          <a:noFill/>
          <a:ln w="9525">
            <a:noFill/>
            <a:miter lim="800000"/>
            <a:headEnd/>
            <a:tailEnd/>
          </a:ln>
        </p:spPr>
        <p:txBody>
          <a:bodyPr wrap="square" lIns="99941" tIns="49967" rIns="99941" bIns="49967" rtlCol="0">
            <a:spAutoFit/>
          </a:bodyPr>
          <a:lstStyle/>
          <a:p>
            <a:pPr defTabSz="1001223" eaLnBrk="0" fontAlgn="auto" hangingPunct="0"/>
            <a:r>
              <a:rPr lang="zh-CN" altLang="en-US" sz="3499" b="1" dirty="0">
                <a:solidFill>
                  <a:schemeClr val="tx1"/>
                </a:solidFill>
                <a:latin typeface="+mn-lt"/>
                <a:ea typeface="+mn-ea"/>
                <a:cs typeface="Arial" pitchFamily="34" charset="0"/>
              </a:rPr>
              <a:t>思考题</a:t>
            </a:r>
          </a:p>
        </p:txBody>
      </p:sp>
      <p:sp>
        <p:nvSpPr>
          <p:cNvPr id="5" name="Freeform 9"/>
          <p:cNvSpPr>
            <a:spLocks/>
          </p:cNvSpPr>
          <p:nvPr userDrawn="1"/>
        </p:nvSpPr>
        <p:spPr bwMode="auto">
          <a:xfrm>
            <a:off x="3112" y="296368"/>
            <a:ext cx="1375826" cy="864380"/>
          </a:xfrm>
          <a:custGeom>
            <a:avLst/>
            <a:gdLst>
              <a:gd name="T0" fmla="*/ 756 w 867"/>
              <a:gd name="T1" fmla="*/ 493 h 493"/>
              <a:gd name="T2" fmla="*/ 0 w 867"/>
              <a:gd name="T3" fmla="*/ 493 h 493"/>
              <a:gd name="T4" fmla="*/ 0 w 867"/>
              <a:gd name="T5" fmla="*/ 0 h 493"/>
              <a:gd name="T6" fmla="*/ 756 w 867"/>
              <a:gd name="T7" fmla="*/ 0 h 493"/>
              <a:gd name="T8" fmla="*/ 867 w 867"/>
              <a:gd name="T9" fmla="*/ 248 h 493"/>
              <a:gd name="T10" fmla="*/ 756 w 867"/>
              <a:gd name="T11" fmla="*/ 493 h 493"/>
            </a:gdLst>
            <a:ahLst/>
            <a:cxnLst>
              <a:cxn ang="0">
                <a:pos x="T0" y="T1"/>
              </a:cxn>
              <a:cxn ang="0">
                <a:pos x="T2" y="T3"/>
              </a:cxn>
              <a:cxn ang="0">
                <a:pos x="T4" y="T5"/>
              </a:cxn>
              <a:cxn ang="0">
                <a:pos x="T6" y="T7"/>
              </a:cxn>
              <a:cxn ang="0">
                <a:pos x="T8" y="T9"/>
              </a:cxn>
              <a:cxn ang="0">
                <a:pos x="T10" y="T11"/>
              </a:cxn>
            </a:cxnLst>
            <a:rect l="0" t="0" r="r" b="b"/>
            <a:pathLst>
              <a:path w="867" h="493">
                <a:moveTo>
                  <a:pt x="756" y="493"/>
                </a:moveTo>
                <a:lnTo>
                  <a:pt x="0" y="493"/>
                </a:lnTo>
                <a:lnTo>
                  <a:pt x="0" y="0"/>
                </a:lnTo>
                <a:lnTo>
                  <a:pt x="756" y="0"/>
                </a:lnTo>
                <a:lnTo>
                  <a:pt x="867" y="248"/>
                </a:lnTo>
                <a:lnTo>
                  <a:pt x="756" y="493"/>
                </a:lnTo>
                <a:close/>
              </a:path>
            </a:pathLst>
          </a:custGeom>
          <a:solidFill>
            <a:srgbClr val="00B0F0"/>
          </a:solidFill>
          <a:ln w="9525" cap="flat" cmpd="sng" algn="ctr">
            <a:noFill/>
            <a:prstDash val="solid"/>
            <a:round/>
            <a:headEnd type="none" w="med" len="med"/>
            <a:tailEnd type="none" w="med" len="med"/>
          </a:ln>
          <a:effectLst/>
        </p:spPr>
        <p:txBody>
          <a:bodyPr rot="0" spcFirstLastPara="0" vertOverflow="overflow" horzOverflow="overflow" vert="horz" wrap="square" lIns="91404" tIns="45702" rIns="91404" bIns="45702" numCol="1" spcCol="0" rtlCol="0" fromWordArt="0" anchor="t" anchorCtr="0" forceAA="0" compatLnSpc="1">
            <a:prstTxWarp prst="textNoShape">
              <a:avLst/>
            </a:prstTxWarp>
            <a:noAutofit/>
          </a:bodyPr>
          <a:lstStyle/>
          <a:p>
            <a:endParaRPr lang="zh-CN" altLang="en-US" sz="1799">
              <a:latin typeface="+mn-lt"/>
              <a:ea typeface="+mn-ea"/>
            </a:endParaRPr>
          </a:p>
        </p:txBody>
      </p:sp>
      <p:sp>
        <p:nvSpPr>
          <p:cNvPr id="6" name="Freeform 11"/>
          <p:cNvSpPr>
            <a:spLocks/>
          </p:cNvSpPr>
          <p:nvPr userDrawn="1"/>
        </p:nvSpPr>
        <p:spPr bwMode="auto">
          <a:xfrm>
            <a:off x="1245702" y="296368"/>
            <a:ext cx="233272" cy="864380"/>
          </a:xfrm>
          <a:custGeom>
            <a:avLst/>
            <a:gdLst>
              <a:gd name="T0" fmla="*/ 33 w 147"/>
              <a:gd name="T1" fmla="*/ 0 h 493"/>
              <a:gd name="T2" fmla="*/ 0 w 147"/>
              <a:gd name="T3" fmla="*/ 0 h 493"/>
              <a:gd name="T4" fmla="*/ 114 w 147"/>
              <a:gd name="T5" fmla="*/ 248 h 493"/>
              <a:gd name="T6" fmla="*/ 0 w 147"/>
              <a:gd name="T7" fmla="*/ 493 h 493"/>
              <a:gd name="T8" fmla="*/ 33 w 147"/>
              <a:gd name="T9" fmla="*/ 493 h 493"/>
              <a:gd name="T10" fmla="*/ 147 w 147"/>
              <a:gd name="T11" fmla="*/ 248 h 493"/>
              <a:gd name="T12" fmla="*/ 33 w 147"/>
              <a:gd name="T13" fmla="*/ 0 h 493"/>
            </a:gdLst>
            <a:ahLst/>
            <a:cxnLst>
              <a:cxn ang="0">
                <a:pos x="T0" y="T1"/>
              </a:cxn>
              <a:cxn ang="0">
                <a:pos x="T2" y="T3"/>
              </a:cxn>
              <a:cxn ang="0">
                <a:pos x="T4" y="T5"/>
              </a:cxn>
              <a:cxn ang="0">
                <a:pos x="T6" y="T7"/>
              </a:cxn>
              <a:cxn ang="0">
                <a:pos x="T8" y="T9"/>
              </a:cxn>
              <a:cxn ang="0">
                <a:pos x="T10" y="T11"/>
              </a:cxn>
              <a:cxn ang="0">
                <a:pos x="T12" y="T13"/>
              </a:cxn>
            </a:cxnLst>
            <a:rect l="0" t="0" r="r" b="b"/>
            <a:pathLst>
              <a:path w="147" h="493">
                <a:moveTo>
                  <a:pt x="33" y="0"/>
                </a:moveTo>
                <a:lnTo>
                  <a:pt x="0" y="0"/>
                </a:lnTo>
                <a:lnTo>
                  <a:pt x="114" y="248"/>
                </a:lnTo>
                <a:lnTo>
                  <a:pt x="0" y="493"/>
                </a:lnTo>
                <a:lnTo>
                  <a:pt x="33" y="493"/>
                </a:lnTo>
                <a:lnTo>
                  <a:pt x="147" y="248"/>
                </a:lnTo>
                <a:lnTo>
                  <a:pt x="33" y="0"/>
                </a:lnTo>
                <a:close/>
              </a:path>
            </a:pathLst>
          </a:custGeom>
          <a:solidFill>
            <a:srgbClr val="0B9CE5"/>
          </a:solidFill>
          <a:ln w="9525" cap="flat" cmpd="sng" algn="ctr">
            <a:noFill/>
            <a:prstDash val="solid"/>
            <a:round/>
            <a:headEnd type="none" w="med" len="med"/>
            <a:tailEnd type="none" w="med" len="med"/>
          </a:ln>
          <a:effectLst/>
        </p:spPr>
        <p:txBody>
          <a:bodyPr rot="0" spcFirstLastPara="0" vertOverflow="overflow" horzOverflow="overflow" vert="horz" wrap="square" lIns="91404" tIns="45702" rIns="91404" bIns="45702" numCol="1" spcCol="0" rtlCol="0" fromWordArt="0" anchor="t" anchorCtr="0" forceAA="0" compatLnSpc="1">
            <a:prstTxWarp prst="textNoShape">
              <a:avLst/>
            </a:prstTxWarp>
            <a:noAutofit/>
          </a:bodyPr>
          <a:lstStyle/>
          <a:p>
            <a:endParaRPr lang="zh-CN" altLang="en-US" sz="1799">
              <a:latin typeface="+mn-lt"/>
              <a:ea typeface="+mn-ea"/>
            </a:endParaRPr>
          </a:p>
        </p:txBody>
      </p:sp>
      <p:grpSp>
        <p:nvGrpSpPr>
          <p:cNvPr id="7" name="组合 6"/>
          <p:cNvGrpSpPr/>
          <p:nvPr userDrawn="1"/>
        </p:nvGrpSpPr>
        <p:grpSpPr>
          <a:xfrm>
            <a:off x="479190" y="424270"/>
            <a:ext cx="495425" cy="592462"/>
            <a:chOff x="5554662" y="2422526"/>
            <a:chExt cx="690564" cy="825500"/>
          </a:xfrm>
          <a:solidFill>
            <a:schemeClr val="bg1"/>
          </a:solidFill>
        </p:grpSpPr>
        <p:sp>
          <p:nvSpPr>
            <p:cNvPr id="8" name="Freeform 30"/>
            <p:cNvSpPr>
              <a:spLocks/>
            </p:cNvSpPr>
            <p:nvPr/>
          </p:nvSpPr>
          <p:spPr bwMode="auto">
            <a:xfrm>
              <a:off x="5554662" y="2487613"/>
              <a:ext cx="258763" cy="760413"/>
            </a:xfrm>
            <a:custGeom>
              <a:avLst/>
              <a:gdLst>
                <a:gd name="T0" fmla="*/ 233 w 245"/>
                <a:gd name="T1" fmla="*/ 722 h 722"/>
                <a:gd name="T2" fmla="*/ 245 w 245"/>
                <a:gd name="T3" fmla="*/ 710 h 722"/>
                <a:gd name="T4" fmla="*/ 245 w 245"/>
                <a:gd name="T5" fmla="*/ 614 h 722"/>
                <a:gd name="T6" fmla="*/ 187 w 245"/>
                <a:gd name="T7" fmla="*/ 559 h 722"/>
                <a:gd name="T8" fmla="*/ 93 w 245"/>
                <a:gd name="T9" fmla="*/ 499 h 722"/>
                <a:gd name="T10" fmla="*/ 93 w 245"/>
                <a:gd name="T11" fmla="*/ 401 h 722"/>
                <a:gd name="T12" fmla="*/ 82 w 245"/>
                <a:gd name="T13" fmla="*/ 398 h 722"/>
                <a:gd name="T14" fmla="*/ 38 w 245"/>
                <a:gd name="T15" fmla="*/ 381 h 722"/>
                <a:gd name="T16" fmla="*/ 102 w 245"/>
                <a:gd name="T17" fmla="*/ 255 h 722"/>
                <a:gd name="T18" fmla="*/ 106 w 245"/>
                <a:gd name="T19" fmla="*/ 250 h 722"/>
                <a:gd name="T20" fmla="*/ 105 w 245"/>
                <a:gd name="T21" fmla="*/ 244 h 722"/>
                <a:gd name="T22" fmla="*/ 218 w 245"/>
                <a:gd name="T23" fmla="*/ 31 h 722"/>
                <a:gd name="T24" fmla="*/ 225 w 245"/>
                <a:gd name="T25" fmla="*/ 15 h 722"/>
                <a:gd name="T26" fmla="*/ 222 w 245"/>
                <a:gd name="T27" fmla="*/ 9 h 722"/>
                <a:gd name="T28" fmla="*/ 207 w 245"/>
                <a:gd name="T29" fmla="*/ 3 h 722"/>
                <a:gd name="T30" fmla="*/ 86 w 245"/>
                <a:gd name="T31" fmla="*/ 148 h 722"/>
                <a:gd name="T32" fmla="*/ 75 w 245"/>
                <a:gd name="T33" fmla="*/ 240 h 722"/>
                <a:gd name="T34" fmla="*/ 8 w 245"/>
                <a:gd name="T35" fmla="*/ 390 h 722"/>
                <a:gd name="T36" fmla="*/ 8 w 245"/>
                <a:gd name="T37" fmla="*/ 391 h 722"/>
                <a:gd name="T38" fmla="*/ 8 w 245"/>
                <a:gd name="T39" fmla="*/ 393 h 722"/>
                <a:gd name="T40" fmla="*/ 63 w 245"/>
                <a:gd name="T41" fmla="*/ 424 h 722"/>
                <a:gd name="T42" fmla="*/ 63 w 245"/>
                <a:gd name="T43" fmla="*/ 500 h 722"/>
                <a:gd name="T44" fmla="*/ 179 w 245"/>
                <a:gd name="T45" fmla="*/ 588 h 722"/>
                <a:gd name="T46" fmla="*/ 215 w 245"/>
                <a:gd name="T47" fmla="*/ 612 h 722"/>
                <a:gd name="T48" fmla="*/ 215 w 245"/>
                <a:gd name="T49" fmla="*/ 614 h 722"/>
                <a:gd name="T50" fmla="*/ 215 w 245"/>
                <a:gd name="T51" fmla="*/ 710 h 722"/>
                <a:gd name="T52" fmla="*/ 227 w 245"/>
                <a:gd name="T53" fmla="*/ 722 h 722"/>
                <a:gd name="T54" fmla="*/ 233 w 245"/>
                <a:gd name="T55" fmla="*/ 722 h 7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45" h="722">
                  <a:moveTo>
                    <a:pt x="233" y="722"/>
                  </a:moveTo>
                  <a:cubicBezTo>
                    <a:pt x="240" y="722"/>
                    <a:pt x="245" y="717"/>
                    <a:pt x="245" y="710"/>
                  </a:cubicBezTo>
                  <a:cubicBezTo>
                    <a:pt x="245" y="614"/>
                    <a:pt x="245" y="614"/>
                    <a:pt x="245" y="614"/>
                  </a:cubicBezTo>
                  <a:cubicBezTo>
                    <a:pt x="245" y="605"/>
                    <a:pt x="242" y="574"/>
                    <a:pt x="187" y="559"/>
                  </a:cubicBezTo>
                  <a:cubicBezTo>
                    <a:pt x="128" y="543"/>
                    <a:pt x="94" y="522"/>
                    <a:pt x="93" y="499"/>
                  </a:cubicBezTo>
                  <a:cubicBezTo>
                    <a:pt x="93" y="401"/>
                    <a:pt x="93" y="401"/>
                    <a:pt x="93" y="401"/>
                  </a:cubicBezTo>
                  <a:cubicBezTo>
                    <a:pt x="82" y="398"/>
                    <a:pt x="82" y="398"/>
                    <a:pt x="82" y="398"/>
                  </a:cubicBezTo>
                  <a:cubicBezTo>
                    <a:pt x="64" y="393"/>
                    <a:pt x="45" y="385"/>
                    <a:pt x="38" y="381"/>
                  </a:cubicBezTo>
                  <a:cubicBezTo>
                    <a:pt x="38" y="369"/>
                    <a:pt x="44" y="325"/>
                    <a:pt x="102" y="255"/>
                  </a:cubicBezTo>
                  <a:cubicBezTo>
                    <a:pt x="106" y="250"/>
                    <a:pt x="106" y="250"/>
                    <a:pt x="106" y="250"/>
                  </a:cubicBezTo>
                  <a:cubicBezTo>
                    <a:pt x="105" y="244"/>
                    <a:pt x="105" y="244"/>
                    <a:pt x="105" y="244"/>
                  </a:cubicBezTo>
                  <a:cubicBezTo>
                    <a:pt x="105" y="237"/>
                    <a:pt x="92" y="92"/>
                    <a:pt x="218" y="31"/>
                  </a:cubicBezTo>
                  <a:cubicBezTo>
                    <a:pt x="224" y="28"/>
                    <a:pt x="227" y="21"/>
                    <a:pt x="225" y="15"/>
                  </a:cubicBezTo>
                  <a:cubicBezTo>
                    <a:pt x="222" y="9"/>
                    <a:pt x="222" y="9"/>
                    <a:pt x="222" y="9"/>
                  </a:cubicBezTo>
                  <a:cubicBezTo>
                    <a:pt x="220" y="3"/>
                    <a:pt x="213" y="0"/>
                    <a:pt x="207" y="3"/>
                  </a:cubicBezTo>
                  <a:cubicBezTo>
                    <a:pt x="147" y="31"/>
                    <a:pt x="105" y="81"/>
                    <a:pt x="86" y="148"/>
                  </a:cubicBezTo>
                  <a:cubicBezTo>
                    <a:pt x="74" y="189"/>
                    <a:pt x="74" y="226"/>
                    <a:pt x="75" y="240"/>
                  </a:cubicBezTo>
                  <a:cubicBezTo>
                    <a:pt x="0" y="333"/>
                    <a:pt x="7" y="385"/>
                    <a:pt x="8" y="390"/>
                  </a:cubicBezTo>
                  <a:cubicBezTo>
                    <a:pt x="8" y="391"/>
                    <a:pt x="8" y="391"/>
                    <a:pt x="8" y="391"/>
                  </a:cubicBezTo>
                  <a:cubicBezTo>
                    <a:pt x="8" y="393"/>
                    <a:pt x="8" y="393"/>
                    <a:pt x="8" y="393"/>
                  </a:cubicBezTo>
                  <a:cubicBezTo>
                    <a:pt x="10" y="397"/>
                    <a:pt x="14" y="409"/>
                    <a:pt x="63" y="424"/>
                  </a:cubicBezTo>
                  <a:cubicBezTo>
                    <a:pt x="63" y="500"/>
                    <a:pt x="63" y="500"/>
                    <a:pt x="63" y="500"/>
                  </a:cubicBezTo>
                  <a:cubicBezTo>
                    <a:pt x="65" y="539"/>
                    <a:pt x="104" y="569"/>
                    <a:pt x="179" y="588"/>
                  </a:cubicBezTo>
                  <a:cubicBezTo>
                    <a:pt x="213" y="597"/>
                    <a:pt x="215" y="611"/>
                    <a:pt x="215" y="612"/>
                  </a:cubicBezTo>
                  <a:cubicBezTo>
                    <a:pt x="215" y="614"/>
                    <a:pt x="215" y="614"/>
                    <a:pt x="215" y="614"/>
                  </a:cubicBezTo>
                  <a:cubicBezTo>
                    <a:pt x="215" y="710"/>
                    <a:pt x="215" y="710"/>
                    <a:pt x="215" y="710"/>
                  </a:cubicBezTo>
                  <a:cubicBezTo>
                    <a:pt x="215" y="717"/>
                    <a:pt x="220" y="722"/>
                    <a:pt x="227" y="722"/>
                  </a:cubicBezTo>
                  <a:lnTo>
                    <a:pt x="233" y="72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sp>
          <p:nvSpPr>
            <p:cNvPr id="9" name="Freeform 31"/>
            <p:cNvSpPr>
              <a:spLocks/>
            </p:cNvSpPr>
            <p:nvPr/>
          </p:nvSpPr>
          <p:spPr bwMode="auto">
            <a:xfrm>
              <a:off x="6029325" y="2752726"/>
              <a:ext cx="169863" cy="495300"/>
            </a:xfrm>
            <a:custGeom>
              <a:avLst/>
              <a:gdLst>
                <a:gd name="T0" fmla="*/ 21 w 162"/>
                <a:gd name="T1" fmla="*/ 470 h 470"/>
                <a:gd name="T2" fmla="*/ 33 w 162"/>
                <a:gd name="T3" fmla="*/ 458 h 470"/>
                <a:gd name="T4" fmla="*/ 33 w 162"/>
                <a:gd name="T5" fmla="*/ 361 h 470"/>
                <a:gd name="T6" fmla="*/ 108 w 162"/>
                <a:gd name="T7" fmla="*/ 168 h 470"/>
                <a:gd name="T8" fmla="*/ 162 w 162"/>
                <a:gd name="T9" fmla="*/ 13 h 470"/>
                <a:gd name="T10" fmla="*/ 151 w 162"/>
                <a:gd name="T11" fmla="*/ 1 h 470"/>
                <a:gd name="T12" fmla="*/ 144 w 162"/>
                <a:gd name="T13" fmla="*/ 0 h 470"/>
                <a:gd name="T14" fmla="*/ 131 w 162"/>
                <a:gd name="T15" fmla="*/ 12 h 470"/>
                <a:gd name="T16" fmla="*/ 84 w 162"/>
                <a:gd name="T17" fmla="*/ 149 h 470"/>
                <a:gd name="T18" fmla="*/ 3 w 162"/>
                <a:gd name="T19" fmla="*/ 362 h 470"/>
                <a:gd name="T20" fmla="*/ 3 w 162"/>
                <a:gd name="T21" fmla="*/ 458 h 470"/>
                <a:gd name="T22" fmla="*/ 15 w 162"/>
                <a:gd name="T23" fmla="*/ 470 h 470"/>
                <a:gd name="T24" fmla="*/ 21 w 162"/>
                <a:gd name="T25" fmla="*/ 470 h 4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62" h="470">
                  <a:moveTo>
                    <a:pt x="21" y="470"/>
                  </a:moveTo>
                  <a:cubicBezTo>
                    <a:pt x="28" y="470"/>
                    <a:pt x="33" y="465"/>
                    <a:pt x="33" y="458"/>
                  </a:cubicBezTo>
                  <a:cubicBezTo>
                    <a:pt x="33" y="361"/>
                    <a:pt x="33" y="361"/>
                    <a:pt x="33" y="361"/>
                  </a:cubicBezTo>
                  <a:cubicBezTo>
                    <a:pt x="33" y="360"/>
                    <a:pt x="29" y="262"/>
                    <a:pt x="108" y="168"/>
                  </a:cubicBezTo>
                  <a:cubicBezTo>
                    <a:pt x="137" y="133"/>
                    <a:pt x="157" y="75"/>
                    <a:pt x="162" y="13"/>
                  </a:cubicBezTo>
                  <a:cubicBezTo>
                    <a:pt x="162" y="7"/>
                    <a:pt x="157" y="1"/>
                    <a:pt x="151" y="1"/>
                  </a:cubicBezTo>
                  <a:cubicBezTo>
                    <a:pt x="144" y="0"/>
                    <a:pt x="144" y="0"/>
                    <a:pt x="144" y="0"/>
                  </a:cubicBezTo>
                  <a:cubicBezTo>
                    <a:pt x="138" y="0"/>
                    <a:pt x="132" y="5"/>
                    <a:pt x="131" y="12"/>
                  </a:cubicBezTo>
                  <a:cubicBezTo>
                    <a:pt x="127" y="67"/>
                    <a:pt x="110" y="119"/>
                    <a:pt x="84" y="149"/>
                  </a:cubicBezTo>
                  <a:cubicBezTo>
                    <a:pt x="0" y="249"/>
                    <a:pt x="3" y="353"/>
                    <a:pt x="3" y="362"/>
                  </a:cubicBezTo>
                  <a:cubicBezTo>
                    <a:pt x="3" y="458"/>
                    <a:pt x="3" y="458"/>
                    <a:pt x="3" y="458"/>
                  </a:cubicBezTo>
                  <a:cubicBezTo>
                    <a:pt x="3" y="465"/>
                    <a:pt x="8" y="470"/>
                    <a:pt x="15" y="470"/>
                  </a:cubicBezTo>
                  <a:lnTo>
                    <a:pt x="21" y="47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sp>
          <p:nvSpPr>
            <p:cNvPr id="10" name="Freeform 32"/>
            <p:cNvSpPr>
              <a:spLocks/>
            </p:cNvSpPr>
            <p:nvPr/>
          </p:nvSpPr>
          <p:spPr bwMode="auto">
            <a:xfrm>
              <a:off x="5851525" y="2489201"/>
              <a:ext cx="325437" cy="406401"/>
            </a:xfrm>
            <a:custGeom>
              <a:avLst/>
              <a:gdLst>
                <a:gd name="T0" fmla="*/ 155 w 309"/>
                <a:gd name="T1" fmla="*/ 386 h 386"/>
                <a:gd name="T2" fmla="*/ 189 w 309"/>
                <a:gd name="T3" fmla="*/ 363 h 386"/>
                <a:gd name="T4" fmla="*/ 208 w 309"/>
                <a:gd name="T5" fmla="*/ 363 h 386"/>
                <a:gd name="T6" fmla="*/ 232 w 309"/>
                <a:gd name="T7" fmla="*/ 353 h 386"/>
                <a:gd name="T8" fmla="*/ 242 w 309"/>
                <a:gd name="T9" fmla="*/ 329 h 386"/>
                <a:gd name="T10" fmla="*/ 242 w 309"/>
                <a:gd name="T11" fmla="*/ 308 h 386"/>
                <a:gd name="T12" fmla="*/ 212 w 309"/>
                <a:gd name="T13" fmla="*/ 308 h 386"/>
                <a:gd name="T14" fmla="*/ 212 w 309"/>
                <a:gd name="T15" fmla="*/ 329 h 386"/>
                <a:gd name="T16" fmla="*/ 210 w 309"/>
                <a:gd name="T17" fmla="*/ 332 h 386"/>
                <a:gd name="T18" fmla="*/ 208 w 309"/>
                <a:gd name="T19" fmla="*/ 333 h 386"/>
                <a:gd name="T20" fmla="*/ 162 w 309"/>
                <a:gd name="T21" fmla="*/ 333 h 386"/>
                <a:gd name="T22" fmla="*/ 162 w 309"/>
                <a:gd name="T23" fmla="*/ 348 h 386"/>
                <a:gd name="T24" fmla="*/ 155 w 309"/>
                <a:gd name="T25" fmla="*/ 356 h 386"/>
                <a:gd name="T26" fmla="*/ 147 w 309"/>
                <a:gd name="T27" fmla="*/ 348 h 386"/>
                <a:gd name="T28" fmla="*/ 147 w 309"/>
                <a:gd name="T29" fmla="*/ 333 h 386"/>
                <a:gd name="T30" fmla="*/ 101 w 309"/>
                <a:gd name="T31" fmla="*/ 333 h 386"/>
                <a:gd name="T32" fmla="*/ 98 w 309"/>
                <a:gd name="T33" fmla="*/ 329 h 386"/>
                <a:gd name="T34" fmla="*/ 98 w 309"/>
                <a:gd name="T35" fmla="*/ 266 h 386"/>
                <a:gd name="T36" fmla="*/ 90 w 309"/>
                <a:gd name="T37" fmla="*/ 262 h 386"/>
                <a:gd name="T38" fmla="*/ 30 w 309"/>
                <a:gd name="T39" fmla="*/ 155 h 386"/>
                <a:gd name="T40" fmla="*/ 155 w 309"/>
                <a:gd name="T41" fmla="*/ 31 h 386"/>
                <a:gd name="T42" fmla="*/ 279 w 309"/>
                <a:gd name="T43" fmla="*/ 155 h 386"/>
                <a:gd name="T44" fmla="*/ 222 w 309"/>
                <a:gd name="T45" fmla="*/ 260 h 386"/>
                <a:gd name="T46" fmla="*/ 174 w 309"/>
                <a:gd name="T47" fmla="*/ 259 h 386"/>
                <a:gd name="T48" fmla="*/ 170 w 309"/>
                <a:gd name="T49" fmla="*/ 255 h 386"/>
                <a:gd name="T50" fmla="*/ 170 w 309"/>
                <a:gd name="T51" fmla="*/ 188 h 386"/>
                <a:gd name="T52" fmla="*/ 139 w 309"/>
                <a:gd name="T53" fmla="*/ 188 h 386"/>
                <a:gd name="T54" fmla="*/ 139 w 309"/>
                <a:gd name="T55" fmla="*/ 255 h 386"/>
                <a:gd name="T56" fmla="*/ 174 w 309"/>
                <a:gd name="T57" fmla="*/ 290 h 386"/>
                <a:gd name="T58" fmla="*/ 231 w 309"/>
                <a:gd name="T59" fmla="*/ 290 h 386"/>
                <a:gd name="T60" fmla="*/ 235 w 309"/>
                <a:gd name="T61" fmla="*/ 288 h 386"/>
                <a:gd name="T62" fmla="*/ 309 w 309"/>
                <a:gd name="T63" fmla="*/ 155 h 386"/>
                <a:gd name="T64" fmla="*/ 155 w 309"/>
                <a:gd name="T65" fmla="*/ 0 h 386"/>
                <a:gd name="T66" fmla="*/ 0 w 309"/>
                <a:gd name="T67" fmla="*/ 155 h 386"/>
                <a:gd name="T68" fmla="*/ 67 w 309"/>
                <a:gd name="T69" fmla="*/ 283 h 386"/>
                <a:gd name="T70" fmla="*/ 67 w 309"/>
                <a:gd name="T71" fmla="*/ 329 h 386"/>
                <a:gd name="T72" fmla="*/ 101 w 309"/>
                <a:gd name="T73" fmla="*/ 363 h 386"/>
                <a:gd name="T74" fmla="*/ 120 w 309"/>
                <a:gd name="T75" fmla="*/ 363 h 386"/>
                <a:gd name="T76" fmla="*/ 155 w 309"/>
                <a:gd name="T77" fmla="*/ 386 h 3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309" h="386">
                  <a:moveTo>
                    <a:pt x="155" y="386"/>
                  </a:moveTo>
                  <a:cubicBezTo>
                    <a:pt x="170" y="386"/>
                    <a:pt x="184" y="377"/>
                    <a:pt x="189" y="363"/>
                  </a:cubicBezTo>
                  <a:cubicBezTo>
                    <a:pt x="208" y="363"/>
                    <a:pt x="208" y="363"/>
                    <a:pt x="208" y="363"/>
                  </a:cubicBezTo>
                  <a:cubicBezTo>
                    <a:pt x="217" y="363"/>
                    <a:pt x="226" y="360"/>
                    <a:pt x="232" y="353"/>
                  </a:cubicBezTo>
                  <a:cubicBezTo>
                    <a:pt x="238" y="347"/>
                    <a:pt x="242" y="338"/>
                    <a:pt x="242" y="329"/>
                  </a:cubicBezTo>
                  <a:cubicBezTo>
                    <a:pt x="242" y="308"/>
                    <a:pt x="242" y="308"/>
                    <a:pt x="242" y="308"/>
                  </a:cubicBezTo>
                  <a:cubicBezTo>
                    <a:pt x="212" y="308"/>
                    <a:pt x="212" y="308"/>
                    <a:pt x="212" y="308"/>
                  </a:cubicBezTo>
                  <a:cubicBezTo>
                    <a:pt x="212" y="329"/>
                    <a:pt x="212" y="329"/>
                    <a:pt x="212" y="329"/>
                  </a:cubicBezTo>
                  <a:cubicBezTo>
                    <a:pt x="212" y="330"/>
                    <a:pt x="211" y="331"/>
                    <a:pt x="210" y="332"/>
                  </a:cubicBezTo>
                  <a:cubicBezTo>
                    <a:pt x="210" y="332"/>
                    <a:pt x="209" y="333"/>
                    <a:pt x="208" y="333"/>
                  </a:cubicBezTo>
                  <a:cubicBezTo>
                    <a:pt x="162" y="333"/>
                    <a:pt x="162" y="333"/>
                    <a:pt x="162" y="333"/>
                  </a:cubicBezTo>
                  <a:cubicBezTo>
                    <a:pt x="162" y="348"/>
                    <a:pt x="162" y="348"/>
                    <a:pt x="162" y="348"/>
                  </a:cubicBezTo>
                  <a:cubicBezTo>
                    <a:pt x="162" y="352"/>
                    <a:pt x="159" y="356"/>
                    <a:pt x="155" y="356"/>
                  </a:cubicBezTo>
                  <a:cubicBezTo>
                    <a:pt x="150" y="356"/>
                    <a:pt x="147" y="352"/>
                    <a:pt x="147" y="348"/>
                  </a:cubicBezTo>
                  <a:cubicBezTo>
                    <a:pt x="147" y="333"/>
                    <a:pt x="147" y="333"/>
                    <a:pt x="147" y="333"/>
                  </a:cubicBezTo>
                  <a:cubicBezTo>
                    <a:pt x="101" y="333"/>
                    <a:pt x="101" y="333"/>
                    <a:pt x="101" y="333"/>
                  </a:cubicBezTo>
                  <a:cubicBezTo>
                    <a:pt x="99" y="333"/>
                    <a:pt x="98" y="331"/>
                    <a:pt x="98" y="329"/>
                  </a:cubicBezTo>
                  <a:cubicBezTo>
                    <a:pt x="98" y="266"/>
                    <a:pt x="98" y="266"/>
                    <a:pt x="98" y="266"/>
                  </a:cubicBezTo>
                  <a:cubicBezTo>
                    <a:pt x="90" y="262"/>
                    <a:pt x="90" y="262"/>
                    <a:pt x="90" y="262"/>
                  </a:cubicBezTo>
                  <a:cubicBezTo>
                    <a:pt x="53" y="239"/>
                    <a:pt x="30" y="199"/>
                    <a:pt x="30" y="155"/>
                  </a:cubicBezTo>
                  <a:cubicBezTo>
                    <a:pt x="30" y="87"/>
                    <a:pt x="86" y="31"/>
                    <a:pt x="155" y="31"/>
                  </a:cubicBezTo>
                  <a:cubicBezTo>
                    <a:pt x="223" y="31"/>
                    <a:pt x="279" y="87"/>
                    <a:pt x="279" y="155"/>
                  </a:cubicBezTo>
                  <a:cubicBezTo>
                    <a:pt x="279" y="198"/>
                    <a:pt x="258" y="236"/>
                    <a:pt x="222" y="260"/>
                  </a:cubicBezTo>
                  <a:cubicBezTo>
                    <a:pt x="174" y="259"/>
                    <a:pt x="174" y="259"/>
                    <a:pt x="174" y="259"/>
                  </a:cubicBezTo>
                  <a:cubicBezTo>
                    <a:pt x="172" y="259"/>
                    <a:pt x="170" y="258"/>
                    <a:pt x="170" y="255"/>
                  </a:cubicBezTo>
                  <a:cubicBezTo>
                    <a:pt x="170" y="188"/>
                    <a:pt x="170" y="188"/>
                    <a:pt x="170" y="188"/>
                  </a:cubicBezTo>
                  <a:cubicBezTo>
                    <a:pt x="139" y="188"/>
                    <a:pt x="139" y="188"/>
                    <a:pt x="139" y="188"/>
                  </a:cubicBezTo>
                  <a:cubicBezTo>
                    <a:pt x="139" y="255"/>
                    <a:pt x="139" y="255"/>
                    <a:pt x="139" y="255"/>
                  </a:cubicBezTo>
                  <a:cubicBezTo>
                    <a:pt x="139" y="274"/>
                    <a:pt x="155" y="290"/>
                    <a:pt x="174" y="290"/>
                  </a:cubicBezTo>
                  <a:cubicBezTo>
                    <a:pt x="231" y="290"/>
                    <a:pt x="231" y="290"/>
                    <a:pt x="231" y="290"/>
                  </a:cubicBezTo>
                  <a:cubicBezTo>
                    <a:pt x="235" y="288"/>
                    <a:pt x="235" y="288"/>
                    <a:pt x="235" y="288"/>
                  </a:cubicBezTo>
                  <a:cubicBezTo>
                    <a:pt x="281" y="259"/>
                    <a:pt x="309" y="210"/>
                    <a:pt x="309" y="155"/>
                  </a:cubicBezTo>
                  <a:cubicBezTo>
                    <a:pt x="309" y="70"/>
                    <a:pt x="240" y="0"/>
                    <a:pt x="155" y="0"/>
                  </a:cubicBezTo>
                  <a:cubicBezTo>
                    <a:pt x="69" y="0"/>
                    <a:pt x="0" y="70"/>
                    <a:pt x="0" y="155"/>
                  </a:cubicBezTo>
                  <a:cubicBezTo>
                    <a:pt x="0" y="207"/>
                    <a:pt x="25" y="254"/>
                    <a:pt x="67" y="283"/>
                  </a:cubicBezTo>
                  <a:cubicBezTo>
                    <a:pt x="67" y="329"/>
                    <a:pt x="67" y="329"/>
                    <a:pt x="67" y="329"/>
                  </a:cubicBezTo>
                  <a:cubicBezTo>
                    <a:pt x="67" y="348"/>
                    <a:pt x="83" y="363"/>
                    <a:pt x="101" y="363"/>
                  </a:cubicBezTo>
                  <a:cubicBezTo>
                    <a:pt x="120" y="363"/>
                    <a:pt x="120" y="363"/>
                    <a:pt x="120" y="363"/>
                  </a:cubicBezTo>
                  <a:cubicBezTo>
                    <a:pt x="126" y="377"/>
                    <a:pt x="139" y="386"/>
                    <a:pt x="155" y="38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sp>
          <p:nvSpPr>
            <p:cNvPr id="11" name="Freeform 33"/>
            <p:cNvSpPr>
              <a:spLocks noEditPoints="1"/>
            </p:cNvSpPr>
            <p:nvPr/>
          </p:nvSpPr>
          <p:spPr bwMode="auto">
            <a:xfrm>
              <a:off x="5956300" y="2597151"/>
              <a:ext cx="114300" cy="114300"/>
            </a:xfrm>
            <a:custGeom>
              <a:avLst/>
              <a:gdLst>
                <a:gd name="T0" fmla="*/ 55 w 109"/>
                <a:gd name="T1" fmla="*/ 108 h 108"/>
                <a:gd name="T2" fmla="*/ 109 w 109"/>
                <a:gd name="T3" fmla="*/ 54 h 108"/>
                <a:gd name="T4" fmla="*/ 55 w 109"/>
                <a:gd name="T5" fmla="*/ 0 h 108"/>
                <a:gd name="T6" fmla="*/ 0 w 109"/>
                <a:gd name="T7" fmla="*/ 54 h 108"/>
                <a:gd name="T8" fmla="*/ 55 w 109"/>
                <a:gd name="T9" fmla="*/ 108 h 108"/>
                <a:gd name="T10" fmla="*/ 55 w 109"/>
                <a:gd name="T11" fmla="*/ 30 h 108"/>
                <a:gd name="T12" fmla="*/ 78 w 109"/>
                <a:gd name="T13" fmla="*/ 54 h 108"/>
                <a:gd name="T14" fmla="*/ 55 w 109"/>
                <a:gd name="T15" fmla="*/ 78 h 108"/>
                <a:gd name="T16" fmla="*/ 31 w 109"/>
                <a:gd name="T17" fmla="*/ 54 h 108"/>
                <a:gd name="T18" fmla="*/ 55 w 109"/>
                <a:gd name="T19" fmla="*/ 30 h 1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9" h="108">
                  <a:moveTo>
                    <a:pt x="55" y="108"/>
                  </a:moveTo>
                  <a:cubicBezTo>
                    <a:pt x="84" y="108"/>
                    <a:pt x="109" y="84"/>
                    <a:pt x="109" y="54"/>
                  </a:cubicBezTo>
                  <a:cubicBezTo>
                    <a:pt x="109" y="24"/>
                    <a:pt x="84" y="0"/>
                    <a:pt x="55" y="0"/>
                  </a:cubicBezTo>
                  <a:cubicBezTo>
                    <a:pt x="25" y="0"/>
                    <a:pt x="0" y="24"/>
                    <a:pt x="0" y="54"/>
                  </a:cubicBezTo>
                  <a:cubicBezTo>
                    <a:pt x="0" y="84"/>
                    <a:pt x="25" y="108"/>
                    <a:pt x="55" y="108"/>
                  </a:cubicBezTo>
                  <a:close/>
                  <a:moveTo>
                    <a:pt x="55" y="30"/>
                  </a:moveTo>
                  <a:cubicBezTo>
                    <a:pt x="68" y="30"/>
                    <a:pt x="78" y="41"/>
                    <a:pt x="78" y="54"/>
                  </a:cubicBezTo>
                  <a:cubicBezTo>
                    <a:pt x="78" y="67"/>
                    <a:pt x="68" y="78"/>
                    <a:pt x="55" y="78"/>
                  </a:cubicBezTo>
                  <a:cubicBezTo>
                    <a:pt x="41" y="78"/>
                    <a:pt x="31" y="67"/>
                    <a:pt x="31" y="54"/>
                  </a:cubicBezTo>
                  <a:cubicBezTo>
                    <a:pt x="31" y="41"/>
                    <a:pt x="41" y="30"/>
                    <a:pt x="55" y="3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sp>
          <p:nvSpPr>
            <p:cNvPr id="12" name="Rectangle 34"/>
            <p:cNvSpPr>
              <a:spLocks noChangeArrowheads="1"/>
            </p:cNvSpPr>
            <p:nvPr/>
          </p:nvSpPr>
          <p:spPr bwMode="auto">
            <a:xfrm>
              <a:off x="5997575" y="2422526"/>
              <a:ext cx="33338" cy="476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sp>
          <p:nvSpPr>
            <p:cNvPr id="13" name="Freeform 35"/>
            <p:cNvSpPr>
              <a:spLocks/>
            </p:cNvSpPr>
            <p:nvPr/>
          </p:nvSpPr>
          <p:spPr bwMode="auto">
            <a:xfrm>
              <a:off x="6132513" y="2479676"/>
              <a:ext cx="57150" cy="55563"/>
            </a:xfrm>
            <a:custGeom>
              <a:avLst/>
              <a:gdLst>
                <a:gd name="T0" fmla="*/ 14 w 36"/>
                <a:gd name="T1" fmla="*/ 35 h 35"/>
                <a:gd name="T2" fmla="*/ 36 w 36"/>
                <a:gd name="T3" fmla="*/ 14 h 35"/>
                <a:gd name="T4" fmla="*/ 21 w 36"/>
                <a:gd name="T5" fmla="*/ 0 h 35"/>
                <a:gd name="T6" fmla="*/ 0 w 36"/>
                <a:gd name="T7" fmla="*/ 21 h 35"/>
                <a:gd name="T8" fmla="*/ 14 w 36"/>
                <a:gd name="T9" fmla="*/ 35 h 35"/>
              </a:gdLst>
              <a:ahLst/>
              <a:cxnLst>
                <a:cxn ang="0">
                  <a:pos x="T0" y="T1"/>
                </a:cxn>
                <a:cxn ang="0">
                  <a:pos x="T2" y="T3"/>
                </a:cxn>
                <a:cxn ang="0">
                  <a:pos x="T4" y="T5"/>
                </a:cxn>
                <a:cxn ang="0">
                  <a:pos x="T6" y="T7"/>
                </a:cxn>
                <a:cxn ang="0">
                  <a:pos x="T8" y="T9"/>
                </a:cxn>
              </a:cxnLst>
              <a:rect l="0" t="0" r="r" b="b"/>
              <a:pathLst>
                <a:path w="36" h="35">
                  <a:moveTo>
                    <a:pt x="14" y="35"/>
                  </a:moveTo>
                  <a:lnTo>
                    <a:pt x="36" y="14"/>
                  </a:lnTo>
                  <a:lnTo>
                    <a:pt x="21" y="0"/>
                  </a:lnTo>
                  <a:lnTo>
                    <a:pt x="0" y="21"/>
                  </a:lnTo>
                  <a:lnTo>
                    <a:pt x="14" y="3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sp>
          <p:nvSpPr>
            <p:cNvPr id="14" name="Rectangle 36"/>
            <p:cNvSpPr>
              <a:spLocks noChangeArrowheads="1"/>
            </p:cNvSpPr>
            <p:nvPr/>
          </p:nvSpPr>
          <p:spPr bwMode="auto">
            <a:xfrm>
              <a:off x="6196013" y="2638426"/>
              <a:ext cx="49213" cy="3175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sp>
          <p:nvSpPr>
            <p:cNvPr id="15" name="Rectangle 37"/>
            <p:cNvSpPr>
              <a:spLocks noChangeArrowheads="1"/>
            </p:cNvSpPr>
            <p:nvPr/>
          </p:nvSpPr>
          <p:spPr bwMode="auto">
            <a:xfrm>
              <a:off x="5783263" y="2638426"/>
              <a:ext cx="47625" cy="3175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sp>
          <p:nvSpPr>
            <p:cNvPr id="16" name="Freeform 38"/>
            <p:cNvSpPr>
              <a:spLocks/>
            </p:cNvSpPr>
            <p:nvPr/>
          </p:nvSpPr>
          <p:spPr bwMode="auto">
            <a:xfrm>
              <a:off x="5840413" y="2479676"/>
              <a:ext cx="55563" cy="55563"/>
            </a:xfrm>
            <a:custGeom>
              <a:avLst/>
              <a:gdLst>
                <a:gd name="T0" fmla="*/ 21 w 35"/>
                <a:gd name="T1" fmla="*/ 35 h 35"/>
                <a:gd name="T2" fmla="*/ 35 w 35"/>
                <a:gd name="T3" fmla="*/ 21 h 35"/>
                <a:gd name="T4" fmla="*/ 14 w 35"/>
                <a:gd name="T5" fmla="*/ 0 h 35"/>
                <a:gd name="T6" fmla="*/ 0 w 35"/>
                <a:gd name="T7" fmla="*/ 14 h 35"/>
                <a:gd name="T8" fmla="*/ 21 w 35"/>
                <a:gd name="T9" fmla="*/ 35 h 35"/>
              </a:gdLst>
              <a:ahLst/>
              <a:cxnLst>
                <a:cxn ang="0">
                  <a:pos x="T0" y="T1"/>
                </a:cxn>
                <a:cxn ang="0">
                  <a:pos x="T2" y="T3"/>
                </a:cxn>
                <a:cxn ang="0">
                  <a:pos x="T4" y="T5"/>
                </a:cxn>
                <a:cxn ang="0">
                  <a:pos x="T6" y="T7"/>
                </a:cxn>
                <a:cxn ang="0">
                  <a:pos x="T8" y="T9"/>
                </a:cxn>
              </a:cxnLst>
              <a:rect l="0" t="0" r="r" b="b"/>
              <a:pathLst>
                <a:path w="35" h="35">
                  <a:moveTo>
                    <a:pt x="21" y="35"/>
                  </a:moveTo>
                  <a:lnTo>
                    <a:pt x="35" y="21"/>
                  </a:lnTo>
                  <a:lnTo>
                    <a:pt x="14" y="0"/>
                  </a:lnTo>
                  <a:lnTo>
                    <a:pt x="0" y="14"/>
                  </a:lnTo>
                  <a:lnTo>
                    <a:pt x="21" y="3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sp>
          <p:nvSpPr>
            <p:cNvPr id="17" name="Freeform 39"/>
            <p:cNvSpPr>
              <a:spLocks/>
            </p:cNvSpPr>
            <p:nvPr/>
          </p:nvSpPr>
          <p:spPr bwMode="auto">
            <a:xfrm>
              <a:off x="5913438" y="2433638"/>
              <a:ext cx="47625" cy="55563"/>
            </a:xfrm>
            <a:custGeom>
              <a:avLst/>
              <a:gdLst>
                <a:gd name="T0" fmla="*/ 11 w 30"/>
                <a:gd name="T1" fmla="*/ 35 h 35"/>
                <a:gd name="T2" fmla="*/ 30 w 30"/>
                <a:gd name="T3" fmla="*/ 28 h 35"/>
                <a:gd name="T4" fmla="*/ 19 w 30"/>
                <a:gd name="T5" fmla="*/ 0 h 35"/>
                <a:gd name="T6" fmla="*/ 0 w 30"/>
                <a:gd name="T7" fmla="*/ 7 h 35"/>
                <a:gd name="T8" fmla="*/ 11 w 30"/>
                <a:gd name="T9" fmla="*/ 35 h 35"/>
              </a:gdLst>
              <a:ahLst/>
              <a:cxnLst>
                <a:cxn ang="0">
                  <a:pos x="T0" y="T1"/>
                </a:cxn>
                <a:cxn ang="0">
                  <a:pos x="T2" y="T3"/>
                </a:cxn>
                <a:cxn ang="0">
                  <a:pos x="T4" y="T5"/>
                </a:cxn>
                <a:cxn ang="0">
                  <a:pos x="T6" y="T7"/>
                </a:cxn>
                <a:cxn ang="0">
                  <a:pos x="T8" y="T9"/>
                </a:cxn>
              </a:cxnLst>
              <a:rect l="0" t="0" r="r" b="b"/>
              <a:pathLst>
                <a:path w="30" h="35">
                  <a:moveTo>
                    <a:pt x="11" y="35"/>
                  </a:moveTo>
                  <a:lnTo>
                    <a:pt x="30" y="28"/>
                  </a:lnTo>
                  <a:lnTo>
                    <a:pt x="19" y="0"/>
                  </a:lnTo>
                  <a:lnTo>
                    <a:pt x="0" y="7"/>
                  </a:lnTo>
                  <a:lnTo>
                    <a:pt x="11" y="3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sp>
          <p:nvSpPr>
            <p:cNvPr id="18" name="Freeform 40"/>
            <p:cNvSpPr>
              <a:spLocks/>
            </p:cNvSpPr>
            <p:nvPr/>
          </p:nvSpPr>
          <p:spPr bwMode="auto">
            <a:xfrm>
              <a:off x="6070600" y="2435226"/>
              <a:ext cx="49213" cy="57150"/>
            </a:xfrm>
            <a:custGeom>
              <a:avLst/>
              <a:gdLst>
                <a:gd name="T0" fmla="*/ 19 w 31"/>
                <a:gd name="T1" fmla="*/ 36 h 36"/>
                <a:gd name="T2" fmla="*/ 31 w 31"/>
                <a:gd name="T3" fmla="*/ 8 h 36"/>
                <a:gd name="T4" fmla="*/ 12 w 31"/>
                <a:gd name="T5" fmla="*/ 0 h 36"/>
                <a:gd name="T6" fmla="*/ 0 w 31"/>
                <a:gd name="T7" fmla="*/ 28 h 36"/>
                <a:gd name="T8" fmla="*/ 19 w 31"/>
                <a:gd name="T9" fmla="*/ 36 h 36"/>
              </a:gdLst>
              <a:ahLst/>
              <a:cxnLst>
                <a:cxn ang="0">
                  <a:pos x="T0" y="T1"/>
                </a:cxn>
                <a:cxn ang="0">
                  <a:pos x="T2" y="T3"/>
                </a:cxn>
                <a:cxn ang="0">
                  <a:pos x="T4" y="T5"/>
                </a:cxn>
                <a:cxn ang="0">
                  <a:pos x="T6" y="T7"/>
                </a:cxn>
                <a:cxn ang="0">
                  <a:pos x="T8" y="T9"/>
                </a:cxn>
              </a:cxnLst>
              <a:rect l="0" t="0" r="r" b="b"/>
              <a:pathLst>
                <a:path w="31" h="36">
                  <a:moveTo>
                    <a:pt x="19" y="36"/>
                  </a:moveTo>
                  <a:lnTo>
                    <a:pt x="31" y="8"/>
                  </a:lnTo>
                  <a:lnTo>
                    <a:pt x="12" y="0"/>
                  </a:lnTo>
                  <a:lnTo>
                    <a:pt x="0" y="28"/>
                  </a:lnTo>
                  <a:lnTo>
                    <a:pt x="19" y="3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sp>
          <p:nvSpPr>
            <p:cNvPr id="19" name="Freeform 41"/>
            <p:cNvSpPr>
              <a:spLocks/>
            </p:cNvSpPr>
            <p:nvPr/>
          </p:nvSpPr>
          <p:spPr bwMode="auto">
            <a:xfrm>
              <a:off x="6176963" y="2554288"/>
              <a:ext cx="57150" cy="47625"/>
            </a:xfrm>
            <a:custGeom>
              <a:avLst/>
              <a:gdLst>
                <a:gd name="T0" fmla="*/ 8 w 36"/>
                <a:gd name="T1" fmla="*/ 30 h 30"/>
                <a:gd name="T2" fmla="*/ 36 w 36"/>
                <a:gd name="T3" fmla="*/ 18 h 30"/>
                <a:gd name="T4" fmla="*/ 29 w 36"/>
                <a:gd name="T5" fmla="*/ 0 h 30"/>
                <a:gd name="T6" fmla="*/ 0 w 36"/>
                <a:gd name="T7" fmla="*/ 11 h 30"/>
                <a:gd name="T8" fmla="*/ 8 w 36"/>
                <a:gd name="T9" fmla="*/ 30 h 30"/>
              </a:gdLst>
              <a:ahLst/>
              <a:cxnLst>
                <a:cxn ang="0">
                  <a:pos x="T0" y="T1"/>
                </a:cxn>
                <a:cxn ang="0">
                  <a:pos x="T2" y="T3"/>
                </a:cxn>
                <a:cxn ang="0">
                  <a:pos x="T4" y="T5"/>
                </a:cxn>
                <a:cxn ang="0">
                  <a:pos x="T6" y="T7"/>
                </a:cxn>
                <a:cxn ang="0">
                  <a:pos x="T8" y="T9"/>
                </a:cxn>
              </a:cxnLst>
              <a:rect l="0" t="0" r="r" b="b"/>
              <a:pathLst>
                <a:path w="36" h="30">
                  <a:moveTo>
                    <a:pt x="8" y="30"/>
                  </a:moveTo>
                  <a:lnTo>
                    <a:pt x="36" y="18"/>
                  </a:lnTo>
                  <a:lnTo>
                    <a:pt x="29" y="0"/>
                  </a:lnTo>
                  <a:lnTo>
                    <a:pt x="0" y="11"/>
                  </a:lnTo>
                  <a:lnTo>
                    <a:pt x="8" y="3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sp>
          <p:nvSpPr>
            <p:cNvPr id="20" name="Freeform 42"/>
            <p:cNvSpPr>
              <a:spLocks/>
            </p:cNvSpPr>
            <p:nvPr/>
          </p:nvSpPr>
          <p:spPr bwMode="auto">
            <a:xfrm>
              <a:off x="5795963" y="2547938"/>
              <a:ext cx="57150" cy="47625"/>
            </a:xfrm>
            <a:custGeom>
              <a:avLst/>
              <a:gdLst>
                <a:gd name="T0" fmla="*/ 28 w 36"/>
                <a:gd name="T1" fmla="*/ 30 h 30"/>
                <a:gd name="T2" fmla="*/ 36 w 36"/>
                <a:gd name="T3" fmla="*/ 12 h 30"/>
                <a:gd name="T4" fmla="*/ 8 w 36"/>
                <a:gd name="T5" fmla="*/ 0 h 30"/>
                <a:gd name="T6" fmla="*/ 0 w 36"/>
                <a:gd name="T7" fmla="*/ 18 h 30"/>
                <a:gd name="T8" fmla="*/ 28 w 36"/>
                <a:gd name="T9" fmla="*/ 30 h 30"/>
              </a:gdLst>
              <a:ahLst/>
              <a:cxnLst>
                <a:cxn ang="0">
                  <a:pos x="T0" y="T1"/>
                </a:cxn>
                <a:cxn ang="0">
                  <a:pos x="T2" y="T3"/>
                </a:cxn>
                <a:cxn ang="0">
                  <a:pos x="T4" y="T5"/>
                </a:cxn>
                <a:cxn ang="0">
                  <a:pos x="T6" y="T7"/>
                </a:cxn>
                <a:cxn ang="0">
                  <a:pos x="T8" y="T9"/>
                </a:cxn>
              </a:cxnLst>
              <a:rect l="0" t="0" r="r" b="b"/>
              <a:pathLst>
                <a:path w="36" h="30">
                  <a:moveTo>
                    <a:pt x="28" y="30"/>
                  </a:moveTo>
                  <a:lnTo>
                    <a:pt x="36" y="12"/>
                  </a:lnTo>
                  <a:lnTo>
                    <a:pt x="8" y="0"/>
                  </a:lnTo>
                  <a:lnTo>
                    <a:pt x="0" y="18"/>
                  </a:lnTo>
                  <a:lnTo>
                    <a:pt x="28" y="3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grpSp>
      <p:sp>
        <p:nvSpPr>
          <p:cNvPr id="21" name="Freeform 6"/>
          <p:cNvSpPr>
            <a:spLocks/>
          </p:cNvSpPr>
          <p:nvPr userDrawn="1"/>
        </p:nvSpPr>
        <p:spPr bwMode="auto">
          <a:xfrm>
            <a:off x="3211785" y="296368"/>
            <a:ext cx="8975455" cy="864888"/>
          </a:xfrm>
          <a:custGeom>
            <a:avLst/>
            <a:gdLst>
              <a:gd name="T0" fmla="*/ 6409 w 6533"/>
              <a:gd name="T1" fmla="*/ 0 h 617"/>
              <a:gd name="T2" fmla="*/ 0 w 6533"/>
              <a:gd name="T3" fmla="*/ 0 h 617"/>
              <a:gd name="T4" fmla="*/ 126 w 6533"/>
              <a:gd name="T5" fmla="*/ 310 h 617"/>
              <a:gd name="T6" fmla="*/ 0 w 6533"/>
              <a:gd name="T7" fmla="*/ 617 h 617"/>
              <a:gd name="T8" fmla="*/ 6409 w 6533"/>
              <a:gd name="T9" fmla="*/ 617 h 617"/>
              <a:gd name="T10" fmla="*/ 6533 w 6533"/>
              <a:gd name="T11" fmla="*/ 310 h 617"/>
              <a:gd name="T12" fmla="*/ 6409 w 6533"/>
              <a:gd name="T13" fmla="*/ 0 h 617"/>
              <a:gd name="connsiteX0" fmla="*/ 9810 w 9810"/>
              <a:gd name="connsiteY0" fmla="*/ 0 h 10000"/>
              <a:gd name="connsiteX1" fmla="*/ 0 w 9810"/>
              <a:gd name="connsiteY1" fmla="*/ 0 h 10000"/>
              <a:gd name="connsiteX2" fmla="*/ 193 w 9810"/>
              <a:gd name="connsiteY2" fmla="*/ 5024 h 10000"/>
              <a:gd name="connsiteX3" fmla="*/ 0 w 9810"/>
              <a:gd name="connsiteY3" fmla="*/ 10000 h 10000"/>
              <a:gd name="connsiteX4" fmla="*/ 9810 w 9810"/>
              <a:gd name="connsiteY4" fmla="*/ 10000 h 10000"/>
              <a:gd name="connsiteX5" fmla="*/ 7589 w 9810"/>
              <a:gd name="connsiteY5" fmla="*/ 5574 h 10000"/>
              <a:gd name="connsiteX6" fmla="*/ 9810 w 9810"/>
              <a:gd name="connsiteY6" fmla="*/ 0 h 10000"/>
              <a:gd name="connsiteX0" fmla="*/ 7021 w 10000"/>
              <a:gd name="connsiteY0" fmla="*/ 0 h 10000"/>
              <a:gd name="connsiteX1" fmla="*/ 0 w 10000"/>
              <a:gd name="connsiteY1" fmla="*/ 0 h 10000"/>
              <a:gd name="connsiteX2" fmla="*/ 197 w 10000"/>
              <a:gd name="connsiteY2" fmla="*/ 5024 h 10000"/>
              <a:gd name="connsiteX3" fmla="*/ 0 w 10000"/>
              <a:gd name="connsiteY3" fmla="*/ 10000 h 10000"/>
              <a:gd name="connsiteX4" fmla="*/ 10000 w 10000"/>
              <a:gd name="connsiteY4" fmla="*/ 10000 h 10000"/>
              <a:gd name="connsiteX5" fmla="*/ 7736 w 10000"/>
              <a:gd name="connsiteY5" fmla="*/ 5574 h 10000"/>
              <a:gd name="connsiteX6" fmla="*/ 7021 w 10000"/>
              <a:gd name="connsiteY6" fmla="*/ 0 h 10000"/>
              <a:gd name="connsiteX0" fmla="*/ 7021 w 7736"/>
              <a:gd name="connsiteY0" fmla="*/ 0 h 10038"/>
              <a:gd name="connsiteX1" fmla="*/ 0 w 7736"/>
              <a:gd name="connsiteY1" fmla="*/ 0 h 10038"/>
              <a:gd name="connsiteX2" fmla="*/ 197 w 7736"/>
              <a:gd name="connsiteY2" fmla="*/ 5024 h 10038"/>
              <a:gd name="connsiteX3" fmla="*/ 0 w 7736"/>
              <a:gd name="connsiteY3" fmla="*/ 10000 h 10038"/>
              <a:gd name="connsiteX4" fmla="*/ 7017 w 7736"/>
              <a:gd name="connsiteY4" fmla="*/ 10038 h 10038"/>
              <a:gd name="connsiteX5" fmla="*/ 7736 w 7736"/>
              <a:gd name="connsiteY5" fmla="*/ 5574 h 10038"/>
              <a:gd name="connsiteX6" fmla="*/ 7021 w 7736"/>
              <a:gd name="connsiteY6" fmla="*/ 0 h 10038"/>
              <a:gd name="connsiteX0" fmla="*/ 9076 w 9316"/>
              <a:gd name="connsiteY0" fmla="*/ 0 h 10000"/>
              <a:gd name="connsiteX1" fmla="*/ 0 w 9316"/>
              <a:gd name="connsiteY1" fmla="*/ 0 h 10000"/>
              <a:gd name="connsiteX2" fmla="*/ 255 w 9316"/>
              <a:gd name="connsiteY2" fmla="*/ 5005 h 10000"/>
              <a:gd name="connsiteX3" fmla="*/ 0 w 9316"/>
              <a:gd name="connsiteY3" fmla="*/ 9962 h 10000"/>
              <a:gd name="connsiteX4" fmla="*/ 9071 w 9316"/>
              <a:gd name="connsiteY4" fmla="*/ 10000 h 10000"/>
              <a:gd name="connsiteX5" fmla="*/ 9316 w 9316"/>
              <a:gd name="connsiteY5" fmla="*/ 5668 h 10000"/>
              <a:gd name="connsiteX6" fmla="*/ 9076 w 9316"/>
              <a:gd name="connsiteY6" fmla="*/ 0 h 10000"/>
              <a:gd name="connsiteX0" fmla="*/ 9742 w 10000"/>
              <a:gd name="connsiteY0" fmla="*/ 0 h 10000"/>
              <a:gd name="connsiteX1" fmla="*/ 0 w 10000"/>
              <a:gd name="connsiteY1" fmla="*/ 0 h 10000"/>
              <a:gd name="connsiteX2" fmla="*/ 274 w 10000"/>
              <a:gd name="connsiteY2" fmla="*/ 5005 h 10000"/>
              <a:gd name="connsiteX3" fmla="*/ 0 w 10000"/>
              <a:gd name="connsiteY3" fmla="*/ 9962 h 10000"/>
              <a:gd name="connsiteX4" fmla="*/ 9737 w 10000"/>
              <a:gd name="connsiteY4" fmla="*/ 10000 h 10000"/>
              <a:gd name="connsiteX5" fmla="*/ 10000 w 10000"/>
              <a:gd name="connsiteY5" fmla="*/ 5668 h 10000"/>
              <a:gd name="connsiteX6" fmla="*/ 9742 w 10000"/>
              <a:gd name="connsiteY6" fmla="*/ 0 h 10000"/>
              <a:gd name="connsiteX0" fmla="*/ 9742 w 9877"/>
              <a:gd name="connsiteY0" fmla="*/ 0 h 10000"/>
              <a:gd name="connsiteX1" fmla="*/ 0 w 9877"/>
              <a:gd name="connsiteY1" fmla="*/ 0 h 10000"/>
              <a:gd name="connsiteX2" fmla="*/ 274 w 9877"/>
              <a:gd name="connsiteY2" fmla="*/ 5005 h 10000"/>
              <a:gd name="connsiteX3" fmla="*/ 0 w 9877"/>
              <a:gd name="connsiteY3" fmla="*/ 9962 h 10000"/>
              <a:gd name="connsiteX4" fmla="*/ 9737 w 9877"/>
              <a:gd name="connsiteY4" fmla="*/ 10000 h 10000"/>
              <a:gd name="connsiteX5" fmla="*/ 9738 w 9877"/>
              <a:gd name="connsiteY5" fmla="*/ 5783 h 10000"/>
              <a:gd name="connsiteX6" fmla="*/ 9742 w 9877"/>
              <a:gd name="connsiteY6" fmla="*/ 0 h 10000"/>
              <a:gd name="connsiteX0" fmla="*/ 9863 w 9991"/>
              <a:gd name="connsiteY0" fmla="*/ 0 h 10000"/>
              <a:gd name="connsiteX1" fmla="*/ 0 w 9991"/>
              <a:gd name="connsiteY1" fmla="*/ 0 h 10000"/>
              <a:gd name="connsiteX2" fmla="*/ 277 w 9991"/>
              <a:gd name="connsiteY2" fmla="*/ 5005 h 10000"/>
              <a:gd name="connsiteX3" fmla="*/ 0 w 9991"/>
              <a:gd name="connsiteY3" fmla="*/ 9962 h 10000"/>
              <a:gd name="connsiteX4" fmla="*/ 9858 w 9991"/>
              <a:gd name="connsiteY4" fmla="*/ 10000 h 10000"/>
              <a:gd name="connsiteX5" fmla="*/ 9817 w 9991"/>
              <a:gd name="connsiteY5" fmla="*/ 5783 h 10000"/>
              <a:gd name="connsiteX6" fmla="*/ 9863 w 9991"/>
              <a:gd name="connsiteY6" fmla="*/ 0 h 10000"/>
              <a:gd name="connsiteX0" fmla="*/ 9872 w 10014"/>
              <a:gd name="connsiteY0" fmla="*/ 0 h 10000"/>
              <a:gd name="connsiteX1" fmla="*/ 0 w 10014"/>
              <a:gd name="connsiteY1" fmla="*/ 0 h 10000"/>
              <a:gd name="connsiteX2" fmla="*/ 277 w 10014"/>
              <a:gd name="connsiteY2" fmla="*/ 5005 h 10000"/>
              <a:gd name="connsiteX3" fmla="*/ 0 w 10014"/>
              <a:gd name="connsiteY3" fmla="*/ 9962 h 10000"/>
              <a:gd name="connsiteX4" fmla="*/ 9867 w 10014"/>
              <a:gd name="connsiteY4" fmla="*/ 10000 h 10000"/>
              <a:gd name="connsiteX5" fmla="*/ 9890 w 10014"/>
              <a:gd name="connsiteY5" fmla="*/ 5745 h 10000"/>
              <a:gd name="connsiteX6" fmla="*/ 9872 w 10014"/>
              <a:gd name="connsiteY6" fmla="*/ 0 h 10000"/>
              <a:gd name="connsiteX0" fmla="*/ 9872 w 10030"/>
              <a:gd name="connsiteY0" fmla="*/ 0 h 10000"/>
              <a:gd name="connsiteX1" fmla="*/ 0 w 10030"/>
              <a:gd name="connsiteY1" fmla="*/ 0 h 10000"/>
              <a:gd name="connsiteX2" fmla="*/ 277 w 10030"/>
              <a:gd name="connsiteY2" fmla="*/ 5005 h 10000"/>
              <a:gd name="connsiteX3" fmla="*/ 0 w 10030"/>
              <a:gd name="connsiteY3" fmla="*/ 9962 h 10000"/>
              <a:gd name="connsiteX4" fmla="*/ 9867 w 10030"/>
              <a:gd name="connsiteY4" fmla="*/ 10000 h 10000"/>
              <a:gd name="connsiteX5" fmla="*/ 9890 w 10030"/>
              <a:gd name="connsiteY5" fmla="*/ 5745 h 10000"/>
              <a:gd name="connsiteX6" fmla="*/ 9872 w 10030"/>
              <a:gd name="connsiteY6" fmla="*/ 0 h 10000"/>
              <a:gd name="connsiteX0" fmla="*/ 9872 w 9921"/>
              <a:gd name="connsiteY0" fmla="*/ 0 h 10000"/>
              <a:gd name="connsiteX1" fmla="*/ 0 w 9921"/>
              <a:gd name="connsiteY1" fmla="*/ 0 h 10000"/>
              <a:gd name="connsiteX2" fmla="*/ 277 w 9921"/>
              <a:gd name="connsiteY2" fmla="*/ 5005 h 10000"/>
              <a:gd name="connsiteX3" fmla="*/ 0 w 9921"/>
              <a:gd name="connsiteY3" fmla="*/ 9962 h 10000"/>
              <a:gd name="connsiteX4" fmla="*/ 9867 w 9921"/>
              <a:gd name="connsiteY4" fmla="*/ 10000 h 10000"/>
              <a:gd name="connsiteX5" fmla="*/ 9890 w 9921"/>
              <a:gd name="connsiteY5" fmla="*/ 5745 h 10000"/>
              <a:gd name="connsiteX6" fmla="*/ 9872 w 9921"/>
              <a:gd name="connsiteY6" fmla="*/ 0 h 10000"/>
              <a:gd name="connsiteX0" fmla="*/ 9951 w 9974"/>
              <a:gd name="connsiteY0" fmla="*/ 0 h 10000"/>
              <a:gd name="connsiteX1" fmla="*/ 0 w 9974"/>
              <a:gd name="connsiteY1" fmla="*/ 0 h 10000"/>
              <a:gd name="connsiteX2" fmla="*/ 279 w 9974"/>
              <a:gd name="connsiteY2" fmla="*/ 5005 h 10000"/>
              <a:gd name="connsiteX3" fmla="*/ 0 w 9974"/>
              <a:gd name="connsiteY3" fmla="*/ 9962 h 10000"/>
              <a:gd name="connsiteX4" fmla="*/ 9946 w 9974"/>
              <a:gd name="connsiteY4" fmla="*/ 10000 h 10000"/>
              <a:gd name="connsiteX5" fmla="*/ 9969 w 9974"/>
              <a:gd name="connsiteY5" fmla="*/ 5745 h 10000"/>
              <a:gd name="connsiteX6" fmla="*/ 9951 w 9974"/>
              <a:gd name="connsiteY6" fmla="*/ 0 h 10000"/>
              <a:gd name="connsiteX0" fmla="*/ 9977 w 10001"/>
              <a:gd name="connsiteY0" fmla="*/ 0 h 10000"/>
              <a:gd name="connsiteX1" fmla="*/ 0 w 10001"/>
              <a:gd name="connsiteY1" fmla="*/ 0 h 10000"/>
              <a:gd name="connsiteX2" fmla="*/ 280 w 10001"/>
              <a:gd name="connsiteY2" fmla="*/ 5005 h 10000"/>
              <a:gd name="connsiteX3" fmla="*/ 0 w 10001"/>
              <a:gd name="connsiteY3" fmla="*/ 9962 h 10000"/>
              <a:gd name="connsiteX4" fmla="*/ 9972 w 10001"/>
              <a:gd name="connsiteY4" fmla="*/ 10000 h 10000"/>
              <a:gd name="connsiteX5" fmla="*/ 9995 w 10001"/>
              <a:gd name="connsiteY5" fmla="*/ 5745 h 10000"/>
              <a:gd name="connsiteX6" fmla="*/ 9977 w 10001"/>
              <a:gd name="connsiteY6" fmla="*/ 0 h 10000"/>
              <a:gd name="connsiteX0" fmla="*/ 9977 w 10001"/>
              <a:gd name="connsiteY0" fmla="*/ 0 h 10000"/>
              <a:gd name="connsiteX1" fmla="*/ 0 w 10001"/>
              <a:gd name="connsiteY1" fmla="*/ 0 h 10000"/>
              <a:gd name="connsiteX2" fmla="*/ 280 w 10001"/>
              <a:gd name="connsiteY2" fmla="*/ 5005 h 10000"/>
              <a:gd name="connsiteX3" fmla="*/ 0 w 10001"/>
              <a:gd name="connsiteY3" fmla="*/ 9962 h 10000"/>
              <a:gd name="connsiteX4" fmla="*/ 9972 w 10001"/>
              <a:gd name="connsiteY4" fmla="*/ 10000 h 10000"/>
              <a:gd name="connsiteX5" fmla="*/ 9995 w 10001"/>
              <a:gd name="connsiteY5" fmla="*/ 5745 h 10000"/>
              <a:gd name="connsiteX6" fmla="*/ 9977 w 10001"/>
              <a:gd name="connsiteY6" fmla="*/ 0 h 10000"/>
              <a:gd name="connsiteX0" fmla="*/ 9977 w 10001"/>
              <a:gd name="connsiteY0" fmla="*/ 0 h 10000"/>
              <a:gd name="connsiteX1" fmla="*/ 0 w 10001"/>
              <a:gd name="connsiteY1" fmla="*/ 0 h 10000"/>
              <a:gd name="connsiteX2" fmla="*/ 280 w 10001"/>
              <a:gd name="connsiteY2" fmla="*/ 5005 h 10000"/>
              <a:gd name="connsiteX3" fmla="*/ 0 w 10001"/>
              <a:gd name="connsiteY3" fmla="*/ 9962 h 10000"/>
              <a:gd name="connsiteX4" fmla="*/ 9972 w 10001"/>
              <a:gd name="connsiteY4" fmla="*/ 10000 h 10000"/>
              <a:gd name="connsiteX5" fmla="*/ 9995 w 10001"/>
              <a:gd name="connsiteY5" fmla="*/ 5745 h 10000"/>
              <a:gd name="connsiteX6" fmla="*/ 9977 w 10001"/>
              <a:gd name="connsiteY6" fmla="*/ 0 h 10000"/>
              <a:gd name="connsiteX0" fmla="*/ 9977 w 9995"/>
              <a:gd name="connsiteY0" fmla="*/ 0 h 10000"/>
              <a:gd name="connsiteX1" fmla="*/ 0 w 9995"/>
              <a:gd name="connsiteY1" fmla="*/ 0 h 10000"/>
              <a:gd name="connsiteX2" fmla="*/ 280 w 9995"/>
              <a:gd name="connsiteY2" fmla="*/ 5005 h 10000"/>
              <a:gd name="connsiteX3" fmla="*/ 0 w 9995"/>
              <a:gd name="connsiteY3" fmla="*/ 9962 h 10000"/>
              <a:gd name="connsiteX4" fmla="*/ 9972 w 9995"/>
              <a:gd name="connsiteY4" fmla="*/ 10000 h 10000"/>
              <a:gd name="connsiteX5" fmla="*/ 9995 w 9995"/>
              <a:gd name="connsiteY5" fmla="*/ 5745 h 10000"/>
              <a:gd name="connsiteX6" fmla="*/ 9977 w 9995"/>
              <a:gd name="connsiteY6" fmla="*/ 0 h 10000"/>
              <a:gd name="connsiteX0" fmla="*/ 9999 w 10000"/>
              <a:gd name="connsiteY0" fmla="*/ 0 h 10000"/>
              <a:gd name="connsiteX1" fmla="*/ 0 w 10000"/>
              <a:gd name="connsiteY1" fmla="*/ 0 h 10000"/>
              <a:gd name="connsiteX2" fmla="*/ 280 w 10000"/>
              <a:gd name="connsiteY2" fmla="*/ 5005 h 10000"/>
              <a:gd name="connsiteX3" fmla="*/ 0 w 10000"/>
              <a:gd name="connsiteY3" fmla="*/ 9962 h 10000"/>
              <a:gd name="connsiteX4" fmla="*/ 9977 w 10000"/>
              <a:gd name="connsiteY4" fmla="*/ 10000 h 10000"/>
              <a:gd name="connsiteX5" fmla="*/ 10000 w 10000"/>
              <a:gd name="connsiteY5" fmla="*/ 5745 h 10000"/>
              <a:gd name="connsiteX6" fmla="*/ 9999 w 10000"/>
              <a:gd name="connsiteY6" fmla="*/ 0 h 10000"/>
              <a:gd name="connsiteX0" fmla="*/ 9999 w 10004"/>
              <a:gd name="connsiteY0" fmla="*/ 0 h 10000"/>
              <a:gd name="connsiteX1" fmla="*/ 0 w 10004"/>
              <a:gd name="connsiteY1" fmla="*/ 0 h 10000"/>
              <a:gd name="connsiteX2" fmla="*/ 280 w 10004"/>
              <a:gd name="connsiteY2" fmla="*/ 5005 h 10000"/>
              <a:gd name="connsiteX3" fmla="*/ 0 w 10004"/>
              <a:gd name="connsiteY3" fmla="*/ 9962 h 10000"/>
              <a:gd name="connsiteX4" fmla="*/ 10000 w 10004"/>
              <a:gd name="connsiteY4" fmla="*/ 10000 h 10000"/>
              <a:gd name="connsiteX5" fmla="*/ 10000 w 10004"/>
              <a:gd name="connsiteY5" fmla="*/ 5745 h 10000"/>
              <a:gd name="connsiteX6" fmla="*/ 9999 w 10004"/>
              <a:gd name="connsiteY6" fmla="*/ 0 h 10000"/>
              <a:gd name="connsiteX0" fmla="*/ 9999 w 10000"/>
              <a:gd name="connsiteY0" fmla="*/ 0 h 10000"/>
              <a:gd name="connsiteX1" fmla="*/ 0 w 10000"/>
              <a:gd name="connsiteY1" fmla="*/ 0 h 10000"/>
              <a:gd name="connsiteX2" fmla="*/ 280 w 10000"/>
              <a:gd name="connsiteY2" fmla="*/ 5005 h 10000"/>
              <a:gd name="connsiteX3" fmla="*/ 0 w 10000"/>
              <a:gd name="connsiteY3" fmla="*/ 9962 h 10000"/>
              <a:gd name="connsiteX4" fmla="*/ 10000 w 10000"/>
              <a:gd name="connsiteY4" fmla="*/ 10000 h 10000"/>
              <a:gd name="connsiteX5" fmla="*/ 10000 w 10000"/>
              <a:gd name="connsiteY5" fmla="*/ 5745 h 10000"/>
              <a:gd name="connsiteX6" fmla="*/ 9999 w 10000"/>
              <a:gd name="connsiteY6" fmla="*/ 0 h 10000"/>
              <a:gd name="connsiteX0" fmla="*/ 14796 w 14796"/>
              <a:gd name="connsiteY0" fmla="*/ 0 h 10000"/>
              <a:gd name="connsiteX1" fmla="*/ 0 w 14796"/>
              <a:gd name="connsiteY1" fmla="*/ 0 h 10000"/>
              <a:gd name="connsiteX2" fmla="*/ 280 w 14796"/>
              <a:gd name="connsiteY2" fmla="*/ 5005 h 10000"/>
              <a:gd name="connsiteX3" fmla="*/ 0 w 14796"/>
              <a:gd name="connsiteY3" fmla="*/ 9962 h 10000"/>
              <a:gd name="connsiteX4" fmla="*/ 10000 w 14796"/>
              <a:gd name="connsiteY4" fmla="*/ 10000 h 10000"/>
              <a:gd name="connsiteX5" fmla="*/ 10000 w 14796"/>
              <a:gd name="connsiteY5" fmla="*/ 5745 h 10000"/>
              <a:gd name="connsiteX6" fmla="*/ 14796 w 14796"/>
              <a:gd name="connsiteY6" fmla="*/ 0 h 10000"/>
              <a:gd name="connsiteX0" fmla="*/ 14796 w 14796"/>
              <a:gd name="connsiteY0" fmla="*/ 0 h 9968"/>
              <a:gd name="connsiteX1" fmla="*/ 0 w 14796"/>
              <a:gd name="connsiteY1" fmla="*/ 0 h 9968"/>
              <a:gd name="connsiteX2" fmla="*/ 280 w 14796"/>
              <a:gd name="connsiteY2" fmla="*/ 5005 h 9968"/>
              <a:gd name="connsiteX3" fmla="*/ 0 w 14796"/>
              <a:gd name="connsiteY3" fmla="*/ 9962 h 9968"/>
              <a:gd name="connsiteX4" fmla="*/ 14788 w 14796"/>
              <a:gd name="connsiteY4" fmla="*/ 9968 h 9968"/>
              <a:gd name="connsiteX5" fmla="*/ 10000 w 14796"/>
              <a:gd name="connsiteY5" fmla="*/ 5745 h 9968"/>
              <a:gd name="connsiteX6" fmla="*/ 14796 w 14796"/>
              <a:gd name="connsiteY6" fmla="*/ 0 h 9968"/>
              <a:gd name="connsiteX0" fmla="*/ 10000 w 10000"/>
              <a:gd name="connsiteY0" fmla="*/ 0 h 10000"/>
              <a:gd name="connsiteX1" fmla="*/ 0 w 10000"/>
              <a:gd name="connsiteY1" fmla="*/ 0 h 10000"/>
              <a:gd name="connsiteX2" fmla="*/ 189 w 10000"/>
              <a:gd name="connsiteY2" fmla="*/ 5021 h 10000"/>
              <a:gd name="connsiteX3" fmla="*/ 0 w 10000"/>
              <a:gd name="connsiteY3" fmla="*/ 9994 h 10000"/>
              <a:gd name="connsiteX4" fmla="*/ 9995 w 10000"/>
              <a:gd name="connsiteY4" fmla="*/ 10000 h 10000"/>
              <a:gd name="connsiteX5" fmla="*/ 9998 w 10000"/>
              <a:gd name="connsiteY5" fmla="*/ 6152 h 10000"/>
              <a:gd name="connsiteX6" fmla="*/ 10000 w 10000"/>
              <a:gd name="connsiteY6" fmla="*/ 0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000" h="10000">
                <a:moveTo>
                  <a:pt x="10000" y="0"/>
                </a:moveTo>
                <a:lnTo>
                  <a:pt x="0" y="0"/>
                </a:lnTo>
                <a:cubicBezTo>
                  <a:pt x="62" y="1674"/>
                  <a:pt x="124" y="3347"/>
                  <a:pt x="189" y="5021"/>
                </a:cubicBezTo>
                <a:cubicBezTo>
                  <a:pt x="124" y="6679"/>
                  <a:pt x="62" y="8336"/>
                  <a:pt x="0" y="9994"/>
                </a:cubicBezTo>
                <a:lnTo>
                  <a:pt x="9995" y="10000"/>
                </a:lnTo>
                <a:cubicBezTo>
                  <a:pt x="9993" y="8184"/>
                  <a:pt x="9998" y="8051"/>
                  <a:pt x="9998" y="6152"/>
                </a:cubicBezTo>
                <a:cubicBezTo>
                  <a:pt x="9996" y="3296"/>
                  <a:pt x="10001" y="2674"/>
                  <a:pt x="10000" y="0"/>
                </a:cubicBezTo>
                <a:close/>
              </a:path>
            </a:pathLst>
          </a:custGeom>
          <a:solidFill>
            <a:schemeClr val="bg1">
              <a:lumMod val="95000"/>
            </a:schemeClr>
          </a:solidFill>
          <a:ln w="9525" cap="flat" cmpd="sng" algn="ctr">
            <a:noFill/>
            <a:prstDash val="solid"/>
            <a:round/>
            <a:headEnd type="none" w="med" len="med"/>
            <a:tailEnd type="none" w="med" len="med"/>
          </a:ln>
          <a:effectLst/>
        </p:spPr>
        <p:txBody>
          <a:bodyPr rot="0" spcFirstLastPara="0" vertOverflow="overflow" horzOverflow="overflow" vert="horz" wrap="square" lIns="91404" tIns="45702" rIns="91404" bIns="45702" numCol="1" spcCol="0" rtlCol="0" fromWordArt="0" anchor="t" anchorCtr="0" forceAA="0" compatLnSpc="1">
            <a:prstTxWarp prst="textNoShape">
              <a:avLst/>
            </a:prstTxWarp>
            <a:noAutofit/>
          </a:bodyPr>
          <a:lstStyle/>
          <a:p>
            <a:endParaRPr lang="zh-CN" altLang="en-US" sz="1799">
              <a:latin typeface="+mn-lt"/>
              <a:ea typeface="+mn-ea"/>
            </a:endParaRPr>
          </a:p>
        </p:txBody>
      </p:sp>
      <p:sp>
        <p:nvSpPr>
          <p:cNvPr id="22" name="Freeform 11"/>
          <p:cNvSpPr>
            <a:spLocks/>
          </p:cNvSpPr>
          <p:nvPr userDrawn="1"/>
        </p:nvSpPr>
        <p:spPr bwMode="auto">
          <a:xfrm>
            <a:off x="3106455" y="296368"/>
            <a:ext cx="233272" cy="864380"/>
          </a:xfrm>
          <a:custGeom>
            <a:avLst/>
            <a:gdLst>
              <a:gd name="T0" fmla="*/ 33 w 147"/>
              <a:gd name="T1" fmla="*/ 0 h 493"/>
              <a:gd name="T2" fmla="*/ 0 w 147"/>
              <a:gd name="T3" fmla="*/ 0 h 493"/>
              <a:gd name="T4" fmla="*/ 114 w 147"/>
              <a:gd name="T5" fmla="*/ 248 h 493"/>
              <a:gd name="T6" fmla="*/ 0 w 147"/>
              <a:gd name="T7" fmla="*/ 493 h 493"/>
              <a:gd name="T8" fmla="*/ 33 w 147"/>
              <a:gd name="T9" fmla="*/ 493 h 493"/>
              <a:gd name="T10" fmla="*/ 147 w 147"/>
              <a:gd name="T11" fmla="*/ 248 h 493"/>
              <a:gd name="T12" fmla="*/ 33 w 147"/>
              <a:gd name="T13" fmla="*/ 0 h 493"/>
            </a:gdLst>
            <a:ahLst/>
            <a:cxnLst>
              <a:cxn ang="0">
                <a:pos x="T0" y="T1"/>
              </a:cxn>
              <a:cxn ang="0">
                <a:pos x="T2" y="T3"/>
              </a:cxn>
              <a:cxn ang="0">
                <a:pos x="T4" y="T5"/>
              </a:cxn>
              <a:cxn ang="0">
                <a:pos x="T6" y="T7"/>
              </a:cxn>
              <a:cxn ang="0">
                <a:pos x="T8" y="T9"/>
              </a:cxn>
              <a:cxn ang="0">
                <a:pos x="T10" y="T11"/>
              </a:cxn>
              <a:cxn ang="0">
                <a:pos x="T12" y="T13"/>
              </a:cxn>
            </a:cxnLst>
            <a:rect l="0" t="0" r="r" b="b"/>
            <a:pathLst>
              <a:path w="147" h="493">
                <a:moveTo>
                  <a:pt x="33" y="0"/>
                </a:moveTo>
                <a:lnTo>
                  <a:pt x="0" y="0"/>
                </a:lnTo>
                <a:lnTo>
                  <a:pt x="114" y="248"/>
                </a:lnTo>
                <a:lnTo>
                  <a:pt x="0" y="493"/>
                </a:lnTo>
                <a:lnTo>
                  <a:pt x="33" y="493"/>
                </a:lnTo>
                <a:lnTo>
                  <a:pt x="147" y="248"/>
                </a:lnTo>
                <a:lnTo>
                  <a:pt x="33" y="0"/>
                </a:lnTo>
                <a:close/>
              </a:path>
            </a:pathLst>
          </a:custGeom>
          <a:solidFill>
            <a:schemeClr val="bg1">
              <a:lumMod val="95000"/>
            </a:schemeClr>
          </a:solidFill>
          <a:ln w="9525" cap="flat" cmpd="sng" algn="ctr">
            <a:noFill/>
            <a:prstDash val="solid"/>
            <a:round/>
            <a:headEnd type="none" w="med" len="med"/>
            <a:tailEnd type="none" w="med" len="med"/>
          </a:ln>
          <a:effectLst/>
        </p:spPr>
        <p:txBody>
          <a:bodyPr rot="0" spcFirstLastPara="0" vertOverflow="overflow" horzOverflow="overflow" vert="horz" wrap="square" lIns="91404" tIns="45702" rIns="91404" bIns="45702" numCol="1" spcCol="0" rtlCol="0" fromWordArt="0" anchor="t" anchorCtr="0" forceAA="0" compatLnSpc="1">
            <a:prstTxWarp prst="textNoShape">
              <a:avLst/>
            </a:prstTxWarp>
            <a:noAutofit/>
          </a:bodyPr>
          <a:lstStyle/>
          <a:p>
            <a:endParaRPr lang="zh-CN" altLang="en-US" sz="1799">
              <a:latin typeface="+mn-lt"/>
              <a:ea typeface="+mn-ea"/>
            </a:endParaRPr>
          </a:p>
        </p:txBody>
      </p:sp>
    </p:spTree>
    <p:extLst>
      <p:ext uri="{BB962C8B-B14F-4D97-AF65-F5344CB8AC3E}">
        <p14:creationId xmlns:p14="http://schemas.microsoft.com/office/powerpoint/2010/main" val="40589433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1#本节小结(可选)">
    <p:spTree>
      <p:nvGrpSpPr>
        <p:cNvPr id="1" name=""/>
        <p:cNvGrpSpPr/>
        <p:nvPr/>
      </p:nvGrpSpPr>
      <p:grpSpPr>
        <a:xfrm>
          <a:off x="0" y="0"/>
          <a:ext cx="0" cy="0"/>
          <a:chOff x="0" y="0"/>
          <a:chExt cx="0" cy="0"/>
        </a:xfrm>
      </p:grpSpPr>
      <p:sp>
        <p:nvSpPr>
          <p:cNvPr id="4" name="TextBox 10">
            <a:extLst>
              <a:ext uri="{FF2B5EF4-FFF2-40B4-BE49-F238E27FC236}">
                <a16:creationId xmlns:a16="http://schemas.microsoft.com/office/drawing/2014/main" xmlns="" id="{18ED692C-39CB-4AC0-81F6-D21CDD086EE4}"/>
              </a:ext>
            </a:extLst>
          </p:cNvPr>
          <p:cNvSpPr txBox="1"/>
          <p:nvPr userDrawn="1"/>
        </p:nvSpPr>
        <p:spPr bwMode="auto">
          <a:xfrm>
            <a:off x="1594877" y="408780"/>
            <a:ext cx="2015437" cy="639559"/>
          </a:xfrm>
          <a:prstGeom prst="rect">
            <a:avLst/>
          </a:prstGeom>
          <a:noFill/>
          <a:ln w="9525">
            <a:noFill/>
            <a:miter lim="800000"/>
            <a:headEnd/>
            <a:tailEnd/>
          </a:ln>
        </p:spPr>
        <p:txBody>
          <a:bodyPr wrap="square" lIns="99941" tIns="49967" rIns="99941" bIns="49967" rtlCol="0">
            <a:spAutoFit/>
          </a:bodyPr>
          <a:lstStyle/>
          <a:p>
            <a:pPr defTabSz="1001223" eaLnBrk="0" fontAlgn="auto" hangingPunct="0"/>
            <a:r>
              <a:rPr lang="zh-CN" altLang="en-US" sz="3499" b="1" dirty="0">
                <a:solidFill>
                  <a:schemeClr val="tx1"/>
                </a:solidFill>
                <a:latin typeface="+mn-lt"/>
                <a:ea typeface="+mn-ea"/>
                <a:cs typeface="Arial" pitchFamily="34" charset="0"/>
              </a:rPr>
              <a:t>本节小结</a:t>
            </a:r>
          </a:p>
        </p:txBody>
      </p:sp>
      <p:sp>
        <p:nvSpPr>
          <p:cNvPr id="5" name="Freeform 9"/>
          <p:cNvSpPr>
            <a:spLocks/>
          </p:cNvSpPr>
          <p:nvPr userDrawn="1"/>
        </p:nvSpPr>
        <p:spPr bwMode="auto">
          <a:xfrm>
            <a:off x="3112" y="296368"/>
            <a:ext cx="1375826" cy="864380"/>
          </a:xfrm>
          <a:custGeom>
            <a:avLst/>
            <a:gdLst>
              <a:gd name="T0" fmla="*/ 756 w 867"/>
              <a:gd name="T1" fmla="*/ 493 h 493"/>
              <a:gd name="T2" fmla="*/ 0 w 867"/>
              <a:gd name="T3" fmla="*/ 493 h 493"/>
              <a:gd name="T4" fmla="*/ 0 w 867"/>
              <a:gd name="T5" fmla="*/ 0 h 493"/>
              <a:gd name="T6" fmla="*/ 756 w 867"/>
              <a:gd name="T7" fmla="*/ 0 h 493"/>
              <a:gd name="T8" fmla="*/ 867 w 867"/>
              <a:gd name="T9" fmla="*/ 248 h 493"/>
              <a:gd name="T10" fmla="*/ 756 w 867"/>
              <a:gd name="T11" fmla="*/ 493 h 493"/>
            </a:gdLst>
            <a:ahLst/>
            <a:cxnLst>
              <a:cxn ang="0">
                <a:pos x="T0" y="T1"/>
              </a:cxn>
              <a:cxn ang="0">
                <a:pos x="T2" y="T3"/>
              </a:cxn>
              <a:cxn ang="0">
                <a:pos x="T4" y="T5"/>
              </a:cxn>
              <a:cxn ang="0">
                <a:pos x="T6" y="T7"/>
              </a:cxn>
              <a:cxn ang="0">
                <a:pos x="T8" y="T9"/>
              </a:cxn>
              <a:cxn ang="0">
                <a:pos x="T10" y="T11"/>
              </a:cxn>
            </a:cxnLst>
            <a:rect l="0" t="0" r="r" b="b"/>
            <a:pathLst>
              <a:path w="867" h="493">
                <a:moveTo>
                  <a:pt x="756" y="493"/>
                </a:moveTo>
                <a:lnTo>
                  <a:pt x="0" y="493"/>
                </a:lnTo>
                <a:lnTo>
                  <a:pt x="0" y="0"/>
                </a:lnTo>
                <a:lnTo>
                  <a:pt x="756" y="0"/>
                </a:lnTo>
                <a:lnTo>
                  <a:pt x="867" y="248"/>
                </a:lnTo>
                <a:lnTo>
                  <a:pt x="756" y="493"/>
                </a:lnTo>
                <a:close/>
              </a:path>
            </a:pathLst>
          </a:custGeom>
          <a:solidFill>
            <a:srgbClr val="00B0F0"/>
          </a:solidFill>
          <a:ln w="9525" cap="flat" cmpd="sng" algn="ctr">
            <a:noFill/>
            <a:prstDash val="solid"/>
            <a:round/>
            <a:headEnd type="none" w="med" len="med"/>
            <a:tailEnd type="none" w="med" len="med"/>
          </a:ln>
          <a:effectLst/>
        </p:spPr>
        <p:txBody>
          <a:bodyPr rot="0" spcFirstLastPara="0" vertOverflow="overflow" horzOverflow="overflow" vert="horz" wrap="square" lIns="91404" tIns="45702" rIns="91404" bIns="45702" numCol="1" spcCol="0" rtlCol="0" fromWordArt="0" anchor="t" anchorCtr="0" forceAA="0" compatLnSpc="1">
            <a:prstTxWarp prst="textNoShape">
              <a:avLst/>
            </a:prstTxWarp>
            <a:noAutofit/>
          </a:bodyPr>
          <a:lstStyle/>
          <a:p>
            <a:endParaRPr lang="zh-CN" altLang="en-US" sz="1799">
              <a:latin typeface="+mn-lt"/>
              <a:ea typeface="+mn-ea"/>
            </a:endParaRPr>
          </a:p>
        </p:txBody>
      </p:sp>
      <p:sp>
        <p:nvSpPr>
          <p:cNvPr id="6" name="Freeform 11"/>
          <p:cNvSpPr>
            <a:spLocks/>
          </p:cNvSpPr>
          <p:nvPr userDrawn="1"/>
        </p:nvSpPr>
        <p:spPr bwMode="auto">
          <a:xfrm>
            <a:off x="1245702" y="296368"/>
            <a:ext cx="233272" cy="864380"/>
          </a:xfrm>
          <a:custGeom>
            <a:avLst/>
            <a:gdLst>
              <a:gd name="T0" fmla="*/ 33 w 147"/>
              <a:gd name="T1" fmla="*/ 0 h 493"/>
              <a:gd name="T2" fmla="*/ 0 w 147"/>
              <a:gd name="T3" fmla="*/ 0 h 493"/>
              <a:gd name="T4" fmla="*/ 114 w 147"/>
              <a:gd name="T5" fmla="*/ 248 h 493"/>
              <a:gd name="T6" fmla="*/ 0 w 147"/>
              <a:gd name="T7" fmla="*/ 493 h 493"/>
              <a:gd name="T8" fmla="*/ 33 w 147"/>
              <a:gd name="T9" fmla="*/ 493 h 493"/>
              <a:gd name="T10" fmla="*/ 147 w 147"/>
              <a:gd name="T11" fmla="*/ 248 h 493"/>
              <a:gd name="T12" fmla="*/ 33 w 147"/>
              <a:gd name="T13" fmla="*/ 0 h 493"/>
            </a:gdLst>
            <a:ahLst/>
            <a:cxnLst>
              <a:cxn ang="0">
                <a:pos x="T0" y="T1"/>
              </a:cxn>
              <a:cxn ang="0">
                <a:pos x="T2" y="T3"/>
              </a:cxn>
              <a:cxn ang="0">
                <a:pos x="T4" y="T5"/>
              </a:cxn>
              <a:cxn ang="0">
                <a:pos x="T6" y="T7"/>
              </a:cxn>
              <a:cxn ang="0">
                <a:pos x="T8" y="T9"/>
              </a:cxn>
              <a:cxn ang="0">
                <a:pos x="T10" y="T11"/>
              </a:cxn>
              <a:cxn ang="0">
                <a:pos x="T12" y="T13"/>
              </a:cxn>
            </a:cxnLst>
            <a:rect l="0" t="0" r="r" b="b"/>
            <a:pathLst>
              <a:path w="147" h="493">
                <a:moveTo>
                  <a:pt x="33" y="0"/>
                </a:moveTo>
                <a:lnTo>
                  <a:pt x="0" y="0"/>
                </a:lnTo>
                <a:lnTo>
                  <a:pt x="114" y="248"/>
                </a:lnTo>
                <a:lnTo>
                  <a:pt x="0" y="493"/>
                </a:lnTo>
                <a:lnTo>
                  <a:pt x="33" y="493"/>
                </a:lnTo>
                <a:lnTo>
                  <a:pt x="147" y="248"/>
                </a:lnTo>
                <a:lnTo>
                  <a:pt x="33" y="0"/>
                </a:lnTo>
                <a:close/>
              </a:path>
            </a:pathLst>
          </a:custGeom>
          <a:solidFill>
            <a:srgbClr val="0B9CE5"/>
          </a:solidFill>
          <a:ln w="9525" cap="flat" cmpd="sng" algn="ctr">
            <a:noFill/>
            <a:prstDash val="solid"/>
            <a:round/>
            <a:headEnd type="none" w="med" len="med"/>
            <a:tailEnd type="none" w="med" len="med"/>
          </a:ln>
          <a:effectLst/>
        </p:spPr>
        <p:txBody>
          <a:bodyPr rot="0" spcFirstLastPara="0" vertOverflow="overflow" horzOverflow="overflow" vert="horz" wrap="square" lIns="91404" tIns="45702" rIns="91404" bIns="45702" numCol="1" spcCol="0" rtlCol="0" fromWordArt="0" anchor="t" anchorCtr="0" forceAA="0" compatLnSpc="1">
            <a:prstTxWarp prst="textNoShape">
              <a:avLst/>
            </a:prstTxWarp>
            <a:noAutofit/>
          </a:bodyPr>
          <a:lstStyle/>
          <a:p>
            <a:endParaRPr lang="zh-CN" altLang="en-US" sz="1799">
              <a:latin typeface="+mn-lt"/>
              <a:ea typeface="+mn-ea"/>
            </a:endParaRPr>
          </a:p>
        </p:txBody>
      </p:sp>
      <p:grpSp>
        <p:nvGrpSpPr>
          <p:cNvPr id="7" name="组合 6"/>
          <p:cNvGrpSpPr/>
          <p:nvPr userDrawn="1"/>
        </p:nvGrpSpPr>
        <p:grpSpPr>
          <a:xfrm>
            <a:off x="515179" y="490849"/>
            <a:ext cx="470510" cy="475421"/>
            <a:chOff x="5540375" y="2868613"/>
            <a:chExt cx="1106488" cy="1117600"/>
          </a:xfrm>
          <a:solidFill>
            <a:schemeClr val="bg1"/>
          </a:solidFill>
        </p:grpSpPr>
        <p:sp>
          <p:nvSpPr>
            <p:cNvPr id="8" name="Freeform 6"/>
            <p:cNvSpPr>
              <a:spLocks/>
            </p:cNvSpPr>
            <p:nvPr/>
          </p:nvSpPr>
          <p:spPr bwMode="auto">
            <a:xfrm>
              <a:off x="5970588" y="3251201"/>
              <a:ext cx="676275" cy="517525"/>
            </a:xfrm>
            <a:custGeom>
              <a:avLst/>
              <a:gdLst>
                <a:gd name="T0" fmla="*/ 40 w 180"/>
                <a:gd name="T1" fmla="*/ 42 h 138"/>
                <a:gd name="T2" fmla="*/ 27 w 180"/>
                <a:gd name="T3" fmla="*/ 42 h 138"/>
                <a:gd name="T4" fmla="*/ 3 w 180"/>
                <a:gd name="T5" fmla="*/ 66 h 138"/>
                <a:gd name="T6" fmla="*/ 3 w 180"/>
                <a:gd name="T7" fmla="*/ 79 h 138"/>
                <a:gd name="T8" fmla="*/ 59 w 180"/>
                <a:gd name="T9" fmla="*/ 135 h 138"/>
                <a:gd name="T10" fmla="*/ 72 w 180"/>
                <a:gd name="T11" fmla="*/ 135 h 138"/>
                <a:gd name="T12" fmla="*/ 176 w 180"/>
                <a:gd name="T13" fmla="*/ 31 h 138"/>
                <a:gd name="T14" fmla="*/ 176 w 180"/>
                <a:gd name="T15" fmla="*/ 18 h 138"/>
                <a:gd name="T16" fmla="*/ 162 w 180"/>
                <a:gd name="T17" fmla="*/ 4 h 138"/>
                <a:gd name="T18" fmla="*/ 149 w 180"/>
                <a:gd name="T19" fmla="*/ 3 h 138"/>
                <a:gd name="T20" fmla="*/ 74 w 180"/>
                <a:gd name="T21" fmla="*/ 66 h 138"/>
                <a:gd name="T22" fmla="*/ 60 w 180"/>
                <a:gd name="T23" fmla="*/ 65 h 138"/>
                <a:gd name="T24" fmla="*/ 40 w 180"/>
                <a:gd name="T25" fmla="*/ 42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0" h="138">
                  <a:moveTo>
                    <a:pt x="40" y="42"/>
                  </a:moveTo>
                  <a:cubicBezTo>
                    <a:pt x="36" y="39"/>
                    <a:pt x="30" y="38"/>
                    <a:pt x="27" y="42"/>
                  </a:cubicBezTo>
                  <a:cubicBezTo>
                    <a:pt x="3" y="66"/>
                    <a:pt x="3" y="66"/>
                    <a:pt x="3" y="66"/>
                  </a:cubicBezTo>
                  <a:cubicBezTo>
                    <a:pt x="0" y="69"/>
                    <a:pt x="0" y="75"/>
                    <a:pt x="3" y="79"/>
                  </a:cubicBezTo>
                  <a:cubicBezTo>
                    <a:pt x="59" y="135"/>
                    <a:pt x="59" y="135"/>
                    <a:pt x="59" y="135"/>
                  </a:cubicBezTo>
                  <a:cubicBezTo>
                    <a:pt x="63" y="138"/>
                    <a:pt x="69" y="138"/>
                    <a:pt x="72" y="135"/>
                  </a:cubicBezTo>
                  <a:cubicBezTo>
                    <a:pt x="176" y="31"/>
                    <a:pt x="176" y="31"/>
                    <a:pt x="176" y="31"/>
                  </a:cubicBezTo>
                  <a:cubicBezTo>
                    <a:pt x="179" y="27"/>
                    <a:pt x="180" y="21"/>
                    <a:pt x="176" y="18"/>
                  </a:cubicBezTo>
                  <a:cubicBezTo>
                    <a:pt x="162" y="4"/>
                    <a:pt x="162" y="4"/>
                    <a:pt x="162" y="4"/>
                  </a:cubicBezTo>
                  <a:cubicBezTo>
                    <a:pt x="159" y="0"/>
                    <a:pt x="153" y="0"/>
                    <a:pt x="149" y="3"/>
                  </a:cubicBezTo>
                  <a:cubicBezTo>
                    <a:pt x="74" y="66"/>
                    <a:pt x="74" y="66"/>
                    <a:pt x="74" y="66"/>
                  </a:cubicBezTo>
                  <a:cubicBezTo>
                    <a:pt x="70" y="69"/>
                    <a:pt x="64" y="68"/>
                    <a:pt x="60" y="65"/>
                  </a:cubicBezTo>
                  <a:lnTo>
                    <a:pt x="40" y="4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sp>
          <p:nvSpPr>
            <p:cNvPr id="9" name="Freeform 7"/>
            <p:cNvSpPr>
              <a:spLocks/>
            </p:cNvSpPr>
            <p:nvPr/>
          </p:nvSpPr>
          <p:spPr bwMode="auto">
            <a:xfrm>
              <a:off x="5540375" y="2868613"/>
              <a:ext cx="941388" cy="1117600"/>
            </a:xfrm>
            <a:custGeom>
              <a:avLst/>
              <a:gdLst>
                <a:gd name="T0" fmla="*/ 233 w 251"/>
                <a:gd name="T1" fmla="*/ 279 h 298"/>
                <a:gd name="T2" fmla="*/ 19 w 251"/>
                <a:gd name="T3" fmla="*/ 279 h 298"/>
                <a:gd name="T4" fmla="*/ 19 w 251"/>
                <a:gd name="T5" fmla="*/ 38 h 298"/>
                <a:gd name="T6" fmla="*/ 44 w 251"/>
                <a:gd name="T7" fmla="*/ 38 h 298"/>
                <a:gd name="T8" fmla="*/ 44 w 251"/>
                <a:gd name="T9" fmla="*/ 47 h 298"/>
                <a:gd name="T10" fmla="*/ 54 w 251"/>
                <a:gd name="T11" fmla="*/ 57 h 298"/>
                <a:gd name="T12" fmla="*/ 56 w 251"/>
                <a:gd name="T13" fmla="*/ 57 h 298"/>
                <a:gd name="T14" fmla="*/ 65 w 251"/>
                <a:gd name="T15" fmla="*/ 47 h 298"/>
                <a:gd name="T16" fmla="*/ 65 w 251"/>
                <a:gd name="T17" fmla="*/ 38 h 298"/>
                <a:gd name="T18" fmla="*/ 92 w 251"/>
                <a:gd name="T19" fmla="*/ 38 h 298"/>
                <a:gd name="T20" fmla="*/ 92 w 251"/>
                <a:gd name="T21" fmla="*/ 47 h 298"/>
                <a:gd name="T22" fmla="*/ 102 w 251"/>
                <a:gd name="T23" fmla="*/ 57 h 298"/>
                <a:gd name="T24" fmla="*/ 104 w 251"/>
                <a:gd name="T25" fmla="*/ 57 h 298"/>
                <a:gd name="T26" fmla="*/ 113 w 251"/>
                <a:gd name="T27" fmla="*/ 47 h 298"/>
                <a:gd name="T28" fmla="*/ 113 w 251"/>
                <a:gd name="T29" fmla="*/ 38 h 298"/>
                <a:gd name="T30" fmla="*/ 140 w 251"/>
                <a:gd name="T31" fmla="*/ 38 h 298"/>
                <a:gd name="T32" fmla="*/ 140 w 251"/>
                <a:gd name="T33" fmla="*/ 47 h 298"/>
                <a:gd name="T34" fmla="*/ 150 w 251"/>
                <a:gd name="T35" fmla="*/ 57 h 298"/>
                <a:gd name="T36" fmla="*/ 152 w 251"/>
                <a:gd name="T37" fmla="*/ 57 h 298"/>
                <a:gd name="T38" fmla="*/ 161 w 251"/>
                <a:gd name="T39" fmla="*/ 47 h 298"/>
                <a:gd name="T40" fmla="*/ 161 w 251"/>
                <a:gd name="T41" fmla="*/ 38 h 298"/>
                <a:gd name="T42" fmla="*/ 189 w 251"/>
                <a:gd name="T43" fmla="*/ 38 h 298"/>
                <a:gd name="T44" fmla="*/ 189 w 251"/>
                <a:gd name="T45" fmla="*/ 47 h 298"/>
                <a:gd name="T46" fmla="*/ 198 w 251"/>
                <a:gd name="T47" fmla="*/ 57 h 298"/>
                <a:gd name="T48" fmla="*/ 200 w 251"/>
                <a:gd name="T49" fmla="*/ 57 h 298"/>
                <a:gd name="T50" fmla="*/ 210 w 251"/>
                <a:gd name="T51" fmla="*/ 47 h 298"/>
                <a:gd name="T52" fmla="*/ 210 w 251"/>
                <a:gd name="T53" fmla="*/ 38 h 298"/>
                <a:gd name="T54" fmla="*/ 215 w 251"/>
                <a:gd name="T55" fmla="*/ 38 h 298"/>
                <a:gd name="T56" fmla="*/ 233 w 251"/>
                <a:gd name="T57" fmla="*/ 55 h 298"/>
                <a:gd name="T58" fmla="*/ 233 w 251"/>
                <a:gd name="T59" fmla="*/ 114 h 298"/>
                <a:gd name="T60" fmla="*/ 251 w 251"/>
                <a:gd name="T61" fmla="*/ 98 h 298"/>
                <a:gd name="T62" fmla="*/ 251 w 251"/>
                <a:gd name="T63" fmla="*/ 47 h 298"/>
                <a:gd name="T64" fmla="*/ 223 w 251"/>
                <a:gd name="T65" fmla="*/ 19 h 298"/>
                <a:gd name="T66" fmla="*/ 210 w 251"/>
                <a:gd name="T67" fmla="*/ 19 h 298"/>
                <a:gd name="T68" fmla="*/ 210 w 251"/>
                <a:gd name="T69" fmla="*/ 10 h 298"/>
                <a:gd name="T70" fmla="*/ 200 w 251"/>
                <a:gd name="T71" fmla="*/ 0 h 298"/>
                <a:gd name="T72" fmla="*/ 198 w 251"/>
                <a:gd name="T73" fmla="*/ 0 h 298"/>
                <a:gd name="T74" fmla="*/ 189 w 251"/>
                <a:gd name="T75" fmla="*/ 10 h 298"/>
                <a:gd name="T76" fmla="*/ 189 w 251"/>
                <a:gd name="T77" fmla="*/ 19 h 298"/>
                <a:gd name="T78" fmla="*/ 161 w 251"/>
                <a:gd name="T79" fmla="*/ 19 h 298"/>
                <a:gd name="T80" fmla="*/ 161 w 251"/>
                <a:gd name="T81" fmla="*/ 10 h 298"/>
                <a:gd name="T82" fmla="*/ 152 w 251"/>
                <a:gd name="T83" fmla="*/ 0 h 298"/>
                <a:gd name="T84" fmla="*/ 150 w 251"/>
                <a:gd name="T85" fmla="*/ 0 h 298"/>
                <a:gd name="T86" fmla="*/ 140 w 251"/>
                <a:gd name="T87" fmla="*/ 10 h 298"/>
                <a:gd name="T88" fmla="*/ 140 w 251"/>
                <a:gd name="T89" fmla="*/ 19 h 298"/>
                <a:gd name="T90" fmla="*/ 113 w 251"/>
                <a:gd name="T91" fmla="*/ 19 h 298"/>
                <a:gd name="T92" fmla="*/ 113 w 251"/>
                <a:gd name="T93" fmla="*/ 10 h 298"/>
                <a:gd name="T94" fmla="*/ 104 w 251"/>
                <a:gd name="T95" fmla="*/ 0 h 298"/>
                <a:gd name="T96" fmla="*/ 102 w 251"/>
                <a:gd name="T97" fmla="*/ 0 h 298"/>
                <a:gd name="T98" fmla="*/ 92 w 251"/>
                <a:gd name="T99" fmla="*/ 10 h 298"/>
                <a:gd name="T100" fmla="*/ 92 w 251"/>
                <a:gd name="T101" fmla="*/ 19 h 298"/>
                <a:gd name="T102" fmla="*/ 65 w 251"/>
                <a:gd name="T103" fmla="*/ 19 h 298"/>
                <a:gd name="T104" fmla="*/ 65 w 251"/>
                <a:gd name="T105" fmla="*/ 10 h 298"/>
                <a:gd name="T106" fmla="*/ 56 w 251"/>
                <a:gd name="T107" fmla="*/ 0 h 298"/>
                <a:gd name="T108" fmla="*/ 54 w 251"/>
                <a:gd name="T109" fmla="*/ 0 h 298"/>
                <a:gd name="T110" fmla="*/ 44 w 251"/>
                <a:gd name="T111" fmla="*/ 10 h 298"/>
                <a:gd name="T112" fmla="*/ 44 w 251"/>
                <a:gd name="T113" fmla="*/ 19 h 298"/>
                <a:gd name="T114" fmla="*/ 0 w 251"/>
                <a:gd name="T115" fmla="*/ 19 h 298"/>
                <a:gd name="T116" fmla="*/ 0 w 251"/>
                <a:gd name="T117" fmla="*/ 298 h 298"/>
                <a:gd name="T118" fmla="*/ 251 w 251"/>
                <a:gd name="T119" fmla="*/ 298 h 298"/>
                <a:gd name="T120" fmla="*/ 251 w 251"/>
                <a:gd name="T121" fmla="*/ 199 h 298"/>
                <a:gd name="T122" fmla="*/ 233 w 251"/>
                <a:gd name="T123" fmla="*/ 218 h 298"/>
                <a:gd name="T124" fmla="*/ 233 w 251"/>
                <a:gd name="T125" fmla="*/ 27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51" h="298">
                  <a:moveTo>
                    <a:pt x="233" y="279"/>
                  </a:moveTo>
                  <a:cubicBezTo>
                    <a:pt x="19" y="279"/>
                    <a:pt x="19" y="279"/>
                    <a:pt x="19" y="279"/>
                  </a:cubicBezTo>
                  <a:cubicBezTo>
                    <a:pt x="19" y="38"/>
                    <a:pt x="19" y="38"/>
                    <a:pt x="19" y="38"/>
                  </a:cubicBezTo>
                  <a:cubicBezTo>
                    <a:pt x="44" y="38"/>
                    <a:pt x="44" y="38"/>
                    <a:pt x="44" y="38"/>
                  </a:cubicBezTo>
                  <a:cubicBezTo>
                    <a:pt x="44" y="47"/>
                    <a:pt x="44" y="47"/>
                    <a:pt x="44" y="47"/>
                  </a:cubicBezTo>
                  <a:cubicBezTo>
                    <a:pt x="44" y="52"/>
                    <a:pt x="48" y="57"/>
                    <a:pt x="54" y="57"/>
                  </a:cubicBezTo>
                  <a:cubicBezTo>
                    <a:pt x="56" y="57"/>
                    <a:pt x="56" y="57"/>
                    <a:pt x="56" y="57"/>
                  </a:cubicBezTo>
                  <a:cubicBezTo>
                    <a:pt x="61" y="57"/>
                    <a:pt x="65" y="52"/>
                    <a:pt x="65" y="47"/>
                  </a:cubicBezTo>
                  <a:cubicBezTo>
                    <a:pt x="65" y="38"/>
                    <a:pt x="65" y="38"/>
                    <a:pt x="65" y="38"/>
                  </a:cubicBezTo>
                  <a:cubicBezTo>
                    <a:pt x="92" y="38"/>
                    <a:pt x="92" y="38"/>
                    <a:pt x="92" y="38"/>
                  </a:cubicBezTo>
                  <a:cubicBezTo>
                    <a:pt x="92" y="47"/>
                    <a:pt x="92" y="47"/>
                    <a:pt x="92" y="47"/>
                  </a:cubicBezTo>
                  <a:cubicBezTo>
                    <a:pt x="92" y="52"/>
                    <a:pt x="97" y="57"/>
                    <a:pt x="102" y="57"/>
                  </a:cubicBezTo>
                  <a:cubicBezTo>
                    <a:pt x="104" y="57"/>
                    <a:pt x="104" y="57"/>
                    <a:pt x="104" y="57"/>
                  </a:cubicBezTo>
                  <a:cubicBezTo>
                    <a:pt x="109" y="57"/>
                    <a:pt x="113" y="52"/>
                    <a:pt x="113" y="47"/>
                  </a:cubicBezTo>
                  <a:cubicBezTo>
                    <a:pt x="113" y="38"/>
                    <a:pt x="113" y="38"/>
                    <a:pt x="113" y="38"/>
                  </a:cubicBezTo>
                  <a:cubicBezTo>
                    <a:pt x="140" y="38"/>
                    <a:pt x="140" y="38"/>
                    <a:pt x="140" y="38"/>
                  </a:cubicBezTo>
                  <a:cubicBezTo>
                    <a:pt x="140" y="47"/>
                    <a:pt x="140" y="47"/>
                    <a:pt x="140" y="47"/>
                  </a:cubicBezTo>
                  <a:cubicBezTo>
                    <a:pt x="140" y="52"/>
                    <a:pt x="145" y="57"/>
                    <a:pt x="150" y="57"/>
                  </a:cubicBezTo>
                  <a:cubicBezTo>
                    <a:pt x="152" y="57"/>
                    <a:pt x="152" y="57"/>
                    <a:pt x="152" y="57"/>
                  </a:cubicBezTo>
                  <a:cubicBezTo>
                    <a:pt x="157" y="57"/>
                    <a:pt x="161" y="52"/>
                    <a:pt x="161" y="47"/>
                  </a:cubicBezTo>
                  <a:cubicBezTo>
                    <a:pt x="161" y="38"/>
                    <a:pt x="161" y="38"/>
                    <a:pt x="161" y="38"/>
                  </a:cubicBezTo>
                  <a:cubicBezTo>
                    <a:pt x="189" y="38"/>
                    <a:pt x="189" y="38"/>
                    <a:pt x="189" y="38"/>
                  </a:cubicBezTo>
                  <a:cubicBezTo>
                    <a:pt x="189" y="47"/>
                    <a:pt x="189" y="47"/>
                    <a:pt x="189" y="47"/>
                  </a:cubicBezTo>
                  <a:cubicBezTo>
                    <a:pt x="189" y="52"/>
                    <a:pt x="193" y="57"/>
                    <a:pt x="198" y="57"/>
                  </a:cubicBezTo>
                  <a:cubicBezTo>
                    <a:pt x="200" y="57"/>
                    <a:pt x="200" y="57"/>
                    <a:pt x="200" y="57"/>
                  </a:cubicBezTo>
                  <a:cubicBezTo>
                    <a:pt x="205" y="57"/>
                    <a:pt x="210" y="52"/>
                    <a:pt x="210" y="47"/>
                  </a:cubicBezTo>
                  <a:cubicBezTo>
                    <a:pt x="210" y="38"/>
                    <a:pt x="210" y="38"/>
                    <a:pt x="210" y="38"/>
                  </a:cubicBezTo>
                  <a:cubicBezTo>
                    <a:pt x="215" y="38"/>
                    <a:pt x="215" y="38"/>
                    <a:pt x="215" y="38"/>
                  </a:cubicBezTo>
                  <a:cubicBezTo>
                    <a:pt x="233" y="55"/>
                    <a:pt x="233" y="55"/>
                    <a:pt x="233" y="55"/>
                  </a:cubicBezTo>
                  <a:cubicBezTo>
                    <a:pt x="233" y="114"/>
                    <a:pt x="233" y="114"/>
                    <a:pt x="233" y="114"/>
                  </a:cubicBezTo>
                  <a:cubicBezTo>
                    <a:pt x="251" y="98"/>
                    <a:pt x="251" y="98"/>
                    <a:pt x="251" y="98"/>
                  </a:cubicBezTo>
                  <a:cubicBezTo>
                    <a:pt x="251" y="47"/>
                    <a:pt x="251" y="47"/>
                    <a:pt x="251" y="47"/>
                  </a:cubicBezTo>
                  <a:cubicBezTo>
                    <a:pt x="223" y="19"/>
                    <a:pt x="223" y="19"/>
                    <a:pt x="223" y="19"/>
                  </a:cubicBezTo>
                  <a:cubicBezTo>
                    <a:pt x="210" y="19"/>
                    <a:pt x="210" y="19"/>
                    <a:pt x="210" y="19"/>
                  </a:cubicBezTo>
                  <a:cubicBezTo>
                    <a:pt x="210" y="10"/>
                    <a:pt x="210" y="10"/>
                    <a:pt x="210" y="10"/>
                  </a:cubicBezTo>
                  <a:cubicBezTo>
                    <a:pt x="210" y="4"/>
                    <a:pt x="205" y="0"/>
                    <a:pt x="200" y="0"/>
                  </a:cubicBezTo>
                  <a:cubicBezTo>
                    <a:pt x="198" y="0"/>
                    <a:pt x="198" y="0"/>
                    <a:pt x="198" y="0"/>
                  </a:cubicBezTo>
                  <a:cubicBezTo>
                    <a:pt x="193" y="0"/>
                    <a:pt x="189" y="4"/>
                    <a:pt x="189" y="10"/>
                  </a:cubicBezTo>
                  <a:cubicBezTo>
                    <a:pt x="189" y="19"/>
                    <a:pt x="189" y="19"/>
                    <a:pt x="189" y="19"/>
                  </a:cubicBezTo>
                  <a:cubicBezTo>
                    <a:pt x="161" y="19"/>
                    <a:pt x="161" y="19"/>
                    <a:pt x="161" y="19"/>
                  </a:cubicBezTo>
                  <a:cubicBezTo>
                    <a:pt x="161" y="10"/>
                    <a:pt x="161" y="10"/>
                    <a:pt x="161" y="10"/>
                  </a:cubicBezTo>
                  <a:cubicBezTo>
                    <a:pt x="161" y="4"/>
                    <a:pt x="157" y="0"/>
                    <a:pt x="152" y="0"/>
                  </a:cubicBezTo>
                  <a:cubicBezTo>
                    <a:pt x="150" y="0"/>
                    <a:pt x="150" y="0"/>
                    <a:pt x="150" y="0"/>
                  </a:cubicBezTo>
                  <a:cubicBezTo>
                    <a:pt x="145" y="0"/>
                    <a:pt x="140" y="4"/>
                    <a:pt x="140" y="10"/>
                  </a:cubicBezTo>
                  <a:cubicBezTo>
                    <a:pt x="140" y="19"/>
                    <a:pt x="140" y="19"/>
                    <a:pt x="140" y="19"/>
                  </a:cubicBezTo>
                  <a:cubicBezTo>
                    <a:pt x="113" y="19"/>
                    <a:pt x="113" y="19"/>
                    <a:pt x="113" y="19"/>
                  </a:cubicBezTo>
                  <a:cubicBezTo>
                    <a:pt x="113" y="10"/>
                    <a:pt x="113" y="10"/>
                    <a:pt x="113" y="10"/>
                  </a:cubicBezTo>
                  <a:cubicBezTo>
                    <a:pt x="113" y="4"/>
                    <a:pt x="109" y="0"/>
                    <a:pt x="104" y="0"/>
                  </a:cubicBezTo>
                  <a:cubicBezTo>
                    <a:pt x="102" y="0"/>
                    <a:pt x="102" y="0"/>
                    <a:pt x="102" y="0"/>
                  </a:cubicBezTo>
                  <a:cubicBezTo>
                    <a:pt x="97" y="0"/>
                    <a:pt x="92" y="4"/>
                    <a:pt x="92" y="10"/>
                  </a:cubicBezTo>
                  <a:cubicBezTo>
                    <a:pt x="92" y="19"/>
                    <a:pt x="92" y="19"/>
                    <a:pt x="92" y="19"/>
                  </a:cubicBezTo>
                  <a:cubicBezTo>
                    <a:pt x="65" y="19"/>
                    <a:pt x="65" y="19"/>
                    <a:pt x="65" y="19"/>
                  </a:cubicBezTo>
                  <a:cubicBezTo>
                    <a:pt x="65" y="10"/>
                    <a:pt x="65" y="10"/>
                    <a:pt x="65" y="10"/>
                  </a:cubicBezTo>
                  <a:cubicBezTo>
                    <a:pt x="65" y="4"/>
                    <a:pt x="61" y="0"/>
                    <a:pt x="56" y="0"/>
                  </a:cubicBezTo>
                  <a:cubicBezTo>
                    <a:pt x="54" y="0"/>
                    <a:pt x="54" y="0"/>
                    <a:pt x="54" y="0"/>
                  </a:cubicBezTo>
                  <a:cubicBezTo>
                    <a:pt x="48" y="0"/>
                    <a:pt x="44" y="4"/>
                    <a:pt x="44" y="10"/>
                  </a:cubicBezTo>
                  <a:cubicBezTo>
                    <a:pt x="44" y="19"/>
                    <a:pt x="44" y="19"/>
                    <a:pt x="44" y="19"/>
                  </a:cubicBezTo>
                  <a:cubicBezTo>
                    <a:pt x="0" y="19"/>
                    <a:pt x="0" y="19"/>
                    <a:pt x="0" y="19"/>
                  </a:cubicBezTo>
                  <a:cubicBezTo>
                    <a:pt x="0" y="298"/>
                    <a:pt x="0" y="298"/>
                    <a:pt x="0" y="298"/>
                  </a:cubicBezTo>
                  <a:cubicBezTo>
                    <a:pt x="251" y="298"/>
                    <a:pt x="251" y="298"/>
                    <a:pt x="251" y="298"/>
                  </a:cubicBezTo>
                  <a:cubicBezTo>
                    <a:pt x="251" y="199"/>
                    <a:pt x="251" y="199"/>
                    <a:pt x="251" y="199"/>
                  </a:cubicBezTo>
                  <a:cubicBezTo>
                    <a:pt x="233" y="218"/>
                    <a:pt x="233" y="218"/>
                    <a:pt x="233" y="218"/>
                  </a:cubicBezTo>
                  <a:lnTo>
                    <a:pt x="233" y="27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grpSp>
      <p:sp>
        <p:nvSpPr>
          <p:cNvPr id="10" name="内容占位符 6"/>
          <p:cNvSpPr>
            <a:spLocks noGrp="1"/>
          </p:cNvSpPr>
          <p:nvPr>
            <p:ph sz="quarter" idx="10" hasCustomPrompt="1"/>
          </p:nvPr>
        </p:nvSpPr>
        <p:spPr>
          <a:xfrm>
            <a:off x="468316" y="1233487"/>
            <a:ext cx="11276184" cy="4680000"/>
          </a:xfrm>
        </p:spPr>
        <p:txBody>
          <a:bodyPr/>
          <a:lstStyle>
            <a:lvl1pPr algn="just" fontAlgn="auto">
              <a:buClrTx/>
              <a:defRPr>
                <a:latin typeface="+mn-lt"/>
                <a:ea typeface="+mn-ea"/>
                <a:cs typeface="Arial" panose="020B0604020202020204" pitchFamily="34" charset="0"/>
              </a:defRPr>
            </a:lvl1pPr>
            <a:lvl2pPr algn="just" fontAlgn="auto">
              <a:buClrTx/>
              <a:defRPr>
                <a:latin typeface="+mn-lt"/>
                <a:ea typeface="+mn-ea"/>
                <a:cs typeface="Arial" panose="020B0604020202020204" pitchFamily="34" charset="0"/>
              </a:defRPr>
            </a:lvl2pPr>
            <a:lvl3pPr algn="just" fontAlgn="auto">
              <a:buClrTx/>
              <a:defRPr>
                <a:latin typeface="+mn-lt"/>
                <a:ea typeface="+mn-ea"/>
                <a:cs typeface="Arial" panose="020B0604020202020204" pitchFamily="34" charset="0"/>
              </a:defRPr>
            </a:lvl3pPr>
            <a:lvl4pPr algn="just" fontAlgn="auto">
              <a:buClrTx/>
              <a:defRPr>
                <a:latin typeface="+mn-lt"/>
                <a:ea typeface="+mn-ea"/>
                <a:cs typeface="Arial" panose="020B0604020202020204" pitchFamily="34" charset="0"/>
              </a:defRPr>
            </a:lvl4pPr>
            <a:lvl5pPr algn="just" fontAlgn="auto">
              <a:buClrTx/>
              <a:defRPr>
                <a:latin typeface="+mn-lt"/>
                <a:ea typeface="+mn-ea"/>
                <a:cs typeface="Arial" panose="020B0604020202020204" pitchFamily="34" charset="0"/>
              </a:defRPr>
            </a:lvl5pPr>
          </a:lstStyle>
          <a:p>
            <a:pPr lvl="0"/>
            <a:r>
              <a:rPr lang="zh-CN" altLang="en-US" dirty="0"/>
              <a:t>此版式用于每一节的小结</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extLst>
      <p:ext uri="{BB962C8B-B14F-4D97-AF65-F5344CB8AC3E}">
        <p14:creationId xmlns:p14="http://schemas.microsoft.com/office/powerpoint/2010/main" val="405242044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2#本章总结">
    <p:spTree>
      <p:nvGrpSpPr>
        <p:cNvPr id="1" name=""/>
        <p:cNvGrpSpPr/>
        <p:nvPr/>
      </p:nvGrpSpPr>
      <p:grpSpPr>
        <a:xfrm>
          <a:off x="0" y="0"/>
          <a:ext cx="0" cy="0"/>
          <a:chOff x="0" y="0"/>
          <a:chExt cx="0" cy="0"/>
        </a:xfrm>
      </p:grpSpPr>
      <p:sp>
        <p:nvSpPr>
          <p:cNvPr id="3" name="TextBox 10">
            <a:extLst>
              <a:ext uri="{FF2B5EF4-FFF2-40B4-BE49-F238E27FC236}">
                <a16:creationId xmlns:a16="http://schemas.microsoft.com/office/drawing/2014/main" xmlns="" id="{18ED692C-39CB-4AC0-81F6-D21CDD086EE4}"/>
              </a:ext>
            </a:extLst>
          </p:cNvPr>
          <p:cNvSpPr txBox="1"/>
          <p:nvPr userDrawn="1"/>
        </p:nvSpPr>
        <p:spPr bwMode="auto">
          <a:xfrm>
            <a:off x="1594877" y="408780"/>
            <a:ext cx="2015437" cy="639559"/>
          </a:xfrm>
          <a:prstGeom prst="rect">
            <a:avLst/>
          </a:prstGeom>
          <a:noFill/>
          <a:ln w="9525">
            <a:noFill/>
            <a:miter lim="800000"/>
            <a:headEnd/>
            <a:tailEnd/>
          </a:ln>
        </p:spPr>
        <p:txBody>
          <a:bodyPr wrap="square" lIns="99941" tIns="49967" rIns="99941" bIns="49967" rtlCol="0">
            <a:spAutoFit/>
          </a:bodyPr>
          <a:lstStyle/>
          <a:p>
            <a:pPr defTabSz="1001223" eaLnBrk="0" fontAlgn="auto" hangingPunct="0"/>
            <a:r>
              <a:rPr lang="zh-CN" altLang="en-US" sz="3499" b="1" dirty="0">
                <a:solidFill>
                  <a:schemeClr val="tx1"/>
                </a:solidFill>
                <a:latin typeface="+mn-lt"/>
                <a:ea typeface="+mn-ea"/>
                <a:cs typeface="Arial" pitchFamily="34" charset="0"/>
              </a:rPr>
              <a:t>本章总结</a:t>
            </a:r>
          </a:p>
        </p:txBody>
      </p:sp>
      <p:sp>
        <p:nvSpPr>
          <p:cNvPr id="4" name="Freeform 9"/>
          <p:cNvSpPr>
            <a:spLocks/>
          </p:cNvSpPr>
          <p:nvPr userDrawn="1"/>
        </p:nvSpPr>
        <p:spPr bwMode="auto">
          <a:xfrm>
            <a:off x="3112" y="296368"/>
            <a:ext cx="1375826" cy="864380"/>
          </a:xfrm>
          <a:custGeom>
            <a:avLst/>
            <a:gdLst>
              <a:gd name="T0" fmla="*/ 756 w 867"/>
              <a:gd name="T1" fmla="*/ 493 h 493"/>
              <a:gd name="T2" fmla="*/ 0 w 867"/>
              <a:gd name="T3" fmla="*/ 493 h 493"/>
              <a:gd name="T4" fmla="*/ 0 w 867"/>
              <a:gd name="T5" fmla="*/ 0 h 493"/>
              <a:gd name="T6" fmla="*/ 756 w 867"/>
              <a:gd name="T7" fmla="*/ 0 h 493"/>
              <a:gd name="T8" fmla="*/ 867 w 867"/>
              <a:gd name="T9" fmla="*/ 248 h 493"/>
              <a:gd name="T10" fmla="*/ 756 w 867"/>
              <a:gd name="T11" fmla="*/ 493 h 493"/>
            </a:gdLst>
            <a:ahLst/>
            <a:cxnLst>
              <a:cxn ang="0">
                <a:pos x="T0" y="T1"/>
              </a:cxn>
              <a:cxn ang="0">
                <a:pos x="T2" y="T3"/>
              </a:cxn>
              <a:cxn ang="0">
                <a:pos x="T4" y="T5"/>
              </a:cxn>
              <a:cxn ang="0">
                <a:pos x="T6" y="T7"/>
              </a:cxn>
              <a:cxn ang="0">
                <a:pos x="T8" y="T9"/>
              </a:cxn>
              <a:cxn ang="0">
                <a:pos x="T10" y="T11"/>
              </a:cxn>
            </a:cxnLst>
            <a:rect l="0" t="0" r="r" b="b"/>
            <a:pathLst>
              <a:path w="867" h="493">
                <a:moveTo>
                  <a:pt x="756" y="493"/>
                </a:moveTo>
                <a:lnTo>
                  <a:pt x="0" y="493"/>
                </a:lnTo>
                <a:lnTo>
                  <a:pt x="0" y="0"/>
                </a:lnTo>
                <a:lnTo>
                  <a:pt x="756" y="0"/>
                </a:lnTo>
                <a:lnTo>
                  <a:pt x="867" y="248"/>
                </a:lnTo>
                <a:lnTo>
                  <a:pt x="756" y="493"/>
                </a:lnTo>
                <a:close/>
              </a:path>
            </a:pathLst>
          </a:custGeom>
          <a:solidFill>
            <a:srgbClr val="00B0F0"/>
          </a:solidFill>
          <a:ln w="9525" cap="flat" cmpd="sng" algn="ctr">
            <a:noFill/>
            <a:prstDash val="solid"/>
            <a:round/>
            <a:headEnd type="none" w="med" len="med"/>
            <a:tailEnd type="none" w="med" len="med"/>
          </a:ln>
          <a:effectLst/>
        </p:spPr>
        <p:txBody>
          <a:bodyPr rot="0" spcFirstLastPara="0" vertOverflow="overflow" horzOverflow="overflow" vert="horz" wrap="square" lIns="91404" tIns="45702" rIns="91404" bIns="45702" numCol="1" spcCol="0" rtlCol="0" fromWordArt="0" anchor="t" anchorCtr="0" forceAA="0" compatLnSpc="1">
            <a:prstTxWarp prst="textNoShape">
              <a:avLst/>
            </a:prstTxWarp>
            <a:noAutofit/>
          </a:bodyPr>
          <a:lstStyle/>
          <a:p>
            <a:endParaRPr lang="zh-CN" altLang="en-US" sz="1799">
              <a:latin typeface="+mn-lt"/>
              <a:ea typeface="+mn-ea"/>
            </a:endParaRPr>
          </a:p>
        </p:txBody>
      </p:sp>
      <p:sp>
        <p:nvSpPr>
          <p:cNvPr id="5" name="Freeform 11"/>
          <p:cNvSpPr>
            <a:spLocks/>
          </p:cNvSpPr>
          <p:nvPr userDrawn="1"/>
        </p:nvSpPr>
        <p:spPr bwMode="auto">
          <a:xfrm>
            <a:off x="1245702" y="296368"/>
            <a:ext cx="233272" cy="864380"/>
          </a:xfrm>
          <a:custGeom>
            <a:avLst/>
            <a:gdLst>
              <a:gd name="T0" fmla="*/ 33 w 147"/>
              <a:gd name="T1" fmla="*/ 0 h 493"/>
              <a:gd name="T2" fmla="*/ 0 w 147"/>
              <a:gd name="T3" fmla="*/ 0 h 493"/>
              <a:gd name="T4" fmla="*/ 114 w 147"/>
              <a:gd name="T5" fmla="*/ 248 h 493"/>
              <a:gd name="T6" fmla="*/ 0 w 147"/>
              <a:gd name="T7" fmla="*/ 493 h 493"/>
              <a:gd name="T8" fmla="*/ 33 w 147"/>
              <a:gd name="T9" fmla="*/ 493 h 493"/>
              <a:gd name="T10" fmla="*/ 147 w 147"/>
              <a:gd name="T11" fmla="*/ 248 h 493"/>
              <a:gd name="T12" fmla="*/ 33 w 147"/>
              <a:gd name="T13" fmla="*/ 0 h 493"/>
            </a:gdLst>
            <a:ahLst/>
            <a:cxnLst>
              <a:cxn ang="0">
                <a:pos x="T0" y="T1"/>
              </a:cxn>
              <a:cxn ang="0">
                <a:pos x="T2" y="T3"/>
              </a:cxn>
              <a:cxn ang="0">
                <a:pos x="T4" y="T5"/>
              </a:cxn>
              <a:cxn ang="0">
                <a:pos x="T6" y="T7"/>
              </a:cxn>
              <a:cxn ang="0">
                <a:pos x="T8" y="T9"/>
              </a:cxn>
              <a:cxn ang="0">
                <a:pos x="T10" y="T11"/>
              </a:cxn>
              <a:cxn ang="0">
                <a:pos x="T12" y="T13"/>
              </a:cxn>
            </a:cxnLst>
            <a:rect l="0" t="0" r="r" b="b"/>
            <a:pathLst>
              <a:path w="147" h="493">
                <a:moveTo>
                  <a:pt x="33" y="0"/>
                </a:moveTo>
                <a:lnTo>
                  <a:pt x="0" y="0"/>
                </a:lnTo>
                <a:lnTo>
                  <a:pt x="114" y="248"/>
                </a:lnTo>
                <a:lnTo>
                  <a:pt x="0" y="493"/>
                </a:lnTo>
                <a:lnTo>
                  <a:pt x="33" y="493"/>
                </a:lnTo>
                <a:lnTo>
                  <a:pt x="147" y="248"/>
                </a:lnTo>
                <a:lnTo>
                  <a:pt x="33" y="0"/>
                </a:lnTo>
                <a:close/>
              </a:path>
            </a:pathLst>
          </a:custGeom>
          <a:solidFill>
            <a:srgbClr val="0B9CE5"/>
          </a:solidFill>
          <a:ln w="9525" cap="flat" cmpd="sng" algn="ctr">
            <a:noFill/>
            <a:prstDash val="solid"/>
            <a:round/>
            <a:headEnd type="none" w="med" len="med"/>
            <a:tailEnd type="none" w="med" len="med"/>
          </a:ln>
          <a:effectLst/>
        </p:spPr>
        <p:txBody>
          <a:bodyPr rot="0" spcFirstLastPara="0" vertOverflow="overflow" horzOverflow="overflow" vert="horz" wrap="square" lIns="91404" tIns="45702" rIns="91404" bIns="45702" numCol="1" spcCol="0" rtlCol="0" fromWordArt="0" anchor="t" anchorCtr="0" forceAA="0" compatLnSpc="1">
            <a:prstTxWarp prst="textNoShape">
              <a:avLst/>
            </a:prstTxWarp>
            <a:noAutofit/>
          </a:bodyPr>
          <a:lstStyle/>
          <a:p>
            <a:endParaRPr lang="zh-CN" altLang="en-US" sz="1799">
              <a:latin typeface="+mn-lt"/>
              <a:ea typeface="+mn-ea"/>
            </a:endParaRPr>
          </a:p>
        </p:txBody>
      </p:sp>
      <p:grpSp>
        <p:nvGrpSpPr>
          <p:cNvPr id="6" name="组合 5"/>
          <p:cNvGrpSpPr/>
          <p:nvPr userDrawn="1"/>
        </p:nvGrpSpPr>
        <p:grpSpPr>
          <a:xfrm>
            <a:off x="515179" y="490849"/>
            <a:ext cx="470510" cy="475421"/>
            <a:chOff x="5540375" y="2868613"/>
            <a:chExt cx="1106488" cy="1117600"/>
          </a:xfrm>
          <a:solidFill>
            <a:schemeClr val="bg1"/>
          </a:solidFill>
        </p:grpSpPr>
        <p:sp>
          <p:nvSpPr>
            <p:cNvPr id="7" name="Freeform 6"/>
            <p:cNvSpPr>
              <a:spLocks/>
            </p:cNvSpPr>
            <p:nvPr/>
          </p:nvSpPr>
          <p:spPr bwMode="auto">
            <a:xfrm>
              <a:off x="5970588" y="3251201"/>
              <a:ext cx="676275" cy="517525"/>
            </a:xfrm>
            <a:custGeom>
              <a:avLst/>
              <a:gdLst>
                <a:gd name="T0" fmla="*/ 40 w 180"/>
                <a:gd name="T1" fmla="*/ 42 h 138"/>
                <a:gd name="T2" fmla="*/ 27 w 180"/>
                <a:gd name="T3" fmla="*/ 42 h 138"/>
                <a:gd name="T4" fmla="*/ 3 w 180"/>
                <a:gd name="T5" fmla="*/ 66 h 138"/>
                <a:gd name="T6" fmla="*/ 3 w 180"/>
                <a:gd name="T7" fmla="*/ 79 h 138"/>
                <a:gd name="T8" fmla="*/ 59 w 180"/>
                <a:gd name="T9" fmla="*/ 135 h 138"/>
                <a:gd name="T10" fmla="*/ 72 w 180"/>
                <a:gd name="T11" fmla="*/ 135 h 138"/>
                <a:gd name="T12" fmla="*/ 176 w 180"/>
                <a:gd name="T13" fmla="*/ 31 h 138"/>
                <a:gd name="T14" fmla="*/ 176 w 180"/>
                <a:gd name="T15" fmla="*/ 18 h 138"/>
                <a:gd name="T16" fmla="*/ 162 w 180"/>
                <a:gd name="T17" fmla="*/ 4 h 138"/>
                <a:gd name="T18" fmla="*/ 149 w 180"/>
                <a:gd name="T19" fmla="*/ 3 h 138"/>
                <a:gd name="T20" fmla="*/ 74 w 180"/>
                <a:gd name="T21" fmla="*/ 66 h 138"/>
                <a:gd name="T22" fmla="*/ 60 w 180"/>
                <a:gd name="T23" fmla="*/ 65 h 138"/>
                <a:gd name="T24" fmla="*/ 40 w 180"/>
                <a:gd name="T25" fmla="*/ 42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0" h="138">
                  <a:moveTo>
                    <a:pt x="40" y="42"/>
                  </a:moveTo>
                  <a:cubicBezTo>
                    <a:pt x="36" y="39"/>
                    <a:pt x="30" y="38"/>
                    <a:pt x="27" y="42"/>
                  </a:cubicBezTo>
                  <a:cubicBezTo>
                    <a:pt x="3" y="66"/>
                    <a:pt x="3" y="66"/>
                    <a:pt x="3" y="66"/>
                  </a:cubicBezTo>
                  <a:cubicBezTo>
                    <a:pt x="0" y="69"/>
                    <a:pt x="0" y="75"/>
                    <a:pt x="3" y="79"/>
                  </a:cubicBezTo>
                  <a:cubicBezTo>
                    <a:pt x="59" y="135"/>
                    <a:pt x="59" y="135"/>
                    <a:pt x="59" y="135"/>
                  </a:cubicBezTo>
                  <a:cubicBezTo>
                    <a:pt x="63" y="138"/>
                    <a:pt x="69" y="138"/>
                    <a:pt x="72" y="135"/>
                  </a:cubicBezTo>
                  <a:cubicBezTo>
                    <a:pt x="176" y="31"/>
                    <a:pt x="176" y="31"/>
                    <a:pt x="176" y="31"/>
                  </a:cubicBezTo>
                  <a:cubicBezTo>
                    <a:pt x="179" y="27"/>
                    <a:pt x="180" y="21"/>
                    <a:pt x="176" y="18"/>
                  </a:cubicBezTo>
                  <a:cubicBezTo>
                    <a:pt x="162" y="4"/>
                    <a:pt x="162" y="4"/>
                    <a:pt x="162" y="4"/>
                  </a:cubicBezTo>
                  <a:cubicBezTo>
                    <a:pt x="159" y="0"/>
                    <a:pt x="153" y="0"/>
                    <a:pt x="149" y="3"/>
                  </a:cubicBezTo>
                  <a:cubicBezTo>
                    <a:pt x="74" y="66"/>
                    <a:pt x="74" y="66"/>
                    <a:pt x="74" y="66"/>
                  </a:cubicBezTo>
                  <a:cubicBezTo>
                    <a:pt x="70" y="69"/>
                    <a:pt x="64" y="68"/>
                    <a:pt x="60" y="65"/>
                  </a:cubicBezTo>
                  <a:lnTo>
                    <a:pt x="40" y="4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sp>
          <p:nvSpPr>
            <p:cNvPr id="8" name="Freeform 7"/>
            <p:cNvSpPr>
              <a:spLocks/>
            </p:cNvSpPr>
            <p:nvPr/>
          </p:nvSpPr>
          <p:spPr bwMode="auto">
            <a:xfrm>
              <a:off x="5540375" y="2868613"/>
              <a:ext cx="941388" cy="1117600"/>
            </a:xfrm>
            <a:custGeom>
              <a:avLst/>
              <a:gdLst>
                <a:gd name="T0" fmla="*/ 233 w 251"/>
                <a:gd name="T1" fmla="*/ 279 h 298"/>
                <a:gd name="T2" fmla="*/ 19 w 251"/>
                <a:gd name="T3" fmla="*/ 279 h 298"/>
                <a:gd name="T4" fmla="*/ 19 w 251"/>
                <a:gd name="T5" fmla="*/ 38 h 298"/>
                <a:gd name="T6" fmla="*/ 44 w 251"/>
                <a:gd name="T7" fmla="*/ 38 h 298"/>
                <a:gd name="T8" fmla="*/ 44 w 251"/>
                <a:gd name="T9" fmla="*/ 47 h 298"/>
                <a:gd name="T10" fmla="*/ 54 w 251"/>
                <a:gd name="T11" fmla="*/ 57 h 298"/>
                <a:gd name="T12" fmla="*/ 56 w 251"/>
                <a:gd name="T13" fmla="*/ 57 h 298"/>
                <a:gd name="T14" fmla="*/ 65 w 251"/>
                <a:gd name="T15" fmla="*/ 47 h 298"/>
                <a:gd name="T16" fmla="*/ 65 w 251"/>
                <a:gd name="T17" fmla="*/ 38 h 298"/>
                <a:gd name="T18" fmla="*/ 92 w 251"/>
                <a:gd name="T19" fmla="*/ 38 h 298"/>
                <a:gd name="T20" fmla="*/ 92 w 251"/>
                <a:gd name="T21" fmla="*/ 47 h 298"/>
                <a:gd name="T22" fmla="*/ 102 w 251"/>
                <a:gd name="T23" fmla="*/ 57 h 298"/>
                <a:gd name="T24" fmla="*/ 104 w 251"/>
                <a:gd name="T25" fmla="*/ 57 h 298"/>
                <a:gd name="T26" fmla="*/ 113 w 251"/>
                <a:gd name="T27" fmla="*/ 47 h 298"/>
                <a:gd name="T28" fmla="*/ 113 w 251"/>
                <a:gd name="T29" fmla="*/ 38 h 298"/>
                <a:gd name="T30" fmla="*/ 140 w 251"/>
                <a:gd name="T31" fmla="*/ 38 h 298"/>
                <a:gd name="T32" fmla="*/ 140 w 251"/>
                <a:gd name="T33" fmla="*/ 47 h 298"/>
                <a:gd name="T34" fmla="*/ 150 w 251"/>
                <a:gd name="T35" fmla="*/ 57 h 298"/>
                <a:gd name="T36" fmla="*/ 152 w 251"/>
                <a:gd name="T37" fmla="*/ 57 h 298"/>
                <a:gd name="T38" fmla="*/ 161 w 251"/>
                <a:gd name="T39" fmla="*/ 47 h 298"/>
                <a:gd name="T40" fmla="*/ 161 w 251"/>
                <a:gd name="T41" fmla="*/ 38 h 298"/>
                <a:gd name="T42" fmla="*/ 189 w 251"/>
                <a:gd name="T43" fmla="*/ 38 h 298"/>
                <a:gd name="T44" fmla="*/ 189 w 251"/>
                <a:gd name="T45" fmla="*/ 47 h 298"/>
                <a:gd name="T46" fmla="*/ 198 w 251"/>
                <a:gd name="T47" fmla="*/ 57 h 298"/>
                <a:gd name="T48" fmla="*/ 200 w 251"/>
                <a:gd name="T49" fmla="*/ 57 h 298"/>
                <a:gd name="T50" fmla="*/ 210 w 251"/>
                <a:gd name="T51" fmla="*/ 47 h 298"/>
                <a:gd name="T52" fmla="*/ 210 w 251"/>
                <a:gd name="T53" fmla="*/ 38 h 298"/>
                <a:gd name="T54" fmla="*/ 215 w 251"/>
                <a:gd name="T55" fmla="*/ 38 h 298"/>
                <a:gd name="T56" fmla="*/ 233 w 251"/>
                <a:gd name="T57" fmla="*/ 55 h 298"/>
                <a:gd name="T58" fmla="*/ 233 w 251"/>
                <a:gd name="T59" fmla="*/ 114 h 298"/>
                <a:gd name="T60" fmla="*/ 251 w 251"/>
                <a:gd name="T61" fmla="*/ 98 h 298"/>
                <a:gd name="T62" fmla="*/ 251 w 251"/>
                <a:gd name="T63" fmla="*/ 47 h 298"/>
                <a:gd name="T64" fmla="*/ 223 w 251"/>
                <a:gd name="T65" fmla="*/ 19 h 298"/>
                <a:gd name="T66" fmla="*/ 210 w 251"/>
                <a:gd name="T67" fmla="*/ 19 h 298"/>
                <a:gd name="T68" fmla="*/ 210 w 251"/>
                <a:gd name="T69" fmla="*/ 10 h 298"/>
                <a:gd name="T70" fmla="*/ 200 w 251"/>
                <a:gd name="T71" fmla="*/ 0 h 298"/>
                <a:gd name="T72" fmla="*/ 198 w 251"/>
                <a:gd name="T73" fmla="*/ 0 h 298"/>
                <a:gd name="T74" fmla="*/ 189 w 251"/>
                <a:gd name="T75" fmla="*/ 10 h 298"/>
                <a:gd name="T76" fmla="*/ 189 w 251"/>
                <a:gd name="T77" fmla="*/ 19 h 298"/>
                <a:gd name="T78" fmla="*/ 161 w 251"/>
                <a:gd name="T79" fmla="*/ 19 h 298"/>
                <a:gd name="T80" fmla="*/ 161 w 251"/>
                <a:gd name="T81" fmla="*/ 10 h 298"/>
                <a:gd name="T82" fmla="*/ 152 w 251"/>
                <a:gd name="T83" fmla="*/ 0 h 298"/>
                <a:gd name="T84" fmla="*/ 150 w 251"/>
                <a:gd name="T85" fmla="*/ 0 h 298"/>
                <a:gd name="T86" fmla="*/ 140 w 251"/>
                <a:gd name="T87" fmla="*/ 10 h 298"/>
                <a:gd name="T88" fmla="*/ 140 w 251"/>
                <a:gd name="T89" fmla="*/ 19 h 298"/>
                <a:gd name="T90" fmla="*/ 113 w 251"/>
                <a:gd name="T91" fmla="*/ 19 h 298"/>
                <a:gd name="T92" fmla="*/ 113 w 251"/>
                <a:gd name="T93" fmla="*/ 10 h 298"/>
                <a:gd name="T94" fmla="*/ 104 w 251"/>
                <a:gd name="T95" fmla="*/ 0 h 298"/>
                <a:gd name="T96" fmla="*/ 102 w 251"/>
                <a:gd name="T97" fmla="*/ 0 h 298"/>
                <a:gd name="T98" fmla="*/ 92 w 251"/>
                <a:gd name="T99" fmla="*/ 10 h 298"/>
                <a:gd name="T100" fmla="*/ 92 w 251"/>
                <a:gd name="T101" fmla="*/ 19 h 298"/>
                <a:gd name="T102" fmla="*/ 65 w 251"/>
                <a:gd name="T103" fmla="*/ 19 h 298"/>
                <a:gd name="T104" fmla="*/ 65 w 251"/>
                <a:gd name="T105" fmla="*/ 10 h 298"/>
                <a:gd name="T106" fmla="*/ 56 w 251"/>
                <a:gd name="T107" fmla="*/ 0 h 298"/>
                <a:gd name="T108" fmla="*/ 54 w 251"/>
                <a:gd name="T109" fmla="*/ 0 h 298"/>
                <a:gd name="T110" fmla="*/ 44 w 251"/>
                <a:gd name="T111" fmla="*/ 10 h 298"/>
                <a:gd name="T112" fmla="*/ 44 w 251"/>
                <a:gd name="T113" fmla="*/ 19 h 298"/>
                <a:gd name="T114" fmla="*/ 0 w 251"/>
                <a:gd name="T115" fmla="*/ 19 h 298"/>
                <a:gd name="T116" fmla="*/ 0 w 251"/>
                <a:gd name="T117" fmla="*/ 298 h 298"/>
                <a:gd name="T118" fmla="*/ 251 w 251"/>
                <a:gd name="T119" fmla="*/ 298 h 298"/>
                <a:gd name="T120" fmla="*/ 251 w 251"/>
                <a:gd name="T121" fmla="*/ 199 h 298"/>
                <a:gd name="T122" fmla="*/ 233 w 251"/>
                <a:gd name="T123" fmla="*/ 218 h 298"/>
                <a:gd name="T124" fmla="*/ 233 w 251"/>
                <a:gd name="T125" fmla="*/ 27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51" h="298">
                  <a:moveTo>
                    <a:pt x="233" y="279"/>
                  </a:moveTo>
                  <a:cubicBezTo>
                    <a:pt x="19" y="279"/>
                    <a:pt x="19" y="279"/>
                    <a:pt x="19" y="279"/>
                  </a:cubicBezTo>
                  <a:cubicBezTo>
                    <a:pt x="19" y="38"/>
                    <a:pt x="19" y="38"/>
                    <a:pt x="19" y="38"/>
                  </a:cubicBezTo>
                  <a:cubicBezTo>
                    <a:pt x="44" y="38"/>
                    <a:pt x="44" y="38"/>
                    <a:pt x="44" y="38"/>
                  </a:cubicBezTo>
                  <a:cubicBezTo>
                    <a:pt x="44" y="47"/>
                    <a:pt x="44" y="47"/>
                    <a:pt x="44" y="47"/>
                  </a:cubicBezTo>
                  <a:cubicBezTo>
                    <a:pt x="44" y="52"/>
                    <a:pt x="48" y="57"/>
                    <a:pt x="54" y="57"/>
                  </a:cubicBezTo>
                  <a:cubicBezTo>
                    <a:pt x="56" y="57"/>
                    <a:pt x="56" y="57"/>
                    <a:pt x="56" y="57"/>
                  </a:cubicBezTo>
                  <a:cubicBezTo>
                    <a:pt x="61" y="57"/>
                    <a:pt x="65" y="52"/>
                    <a:pt x="65" y="47"/>
                  </a:cubicBezTo>
                  <a:cubicBezTo>
                    <a:pt x="65" y="38"/>
                    <a:pt x="65" y="38"/>
                    <a:pt x="65" y="38"/>
                  </a:cubicBezTo>
                  <a:cubicBezTo>
                    <a:pt x="92" y="38"/>
                    <a:pt x="92" y="38"/>
                    <a:pt x="92" y="38"/>
                  </a:cubicBezTo>
                  <a:cubicBezTo>
                    <a:pt x="92" y="47"/>
                    <a:pt x="92" y="47"/>
                    <a:pt x="92" y="47"/>
                  </a:cubicBezTo>
                  <a:cubicBezTo>
                    <a:pt x="92" y="52"/>
                    <a:pt x="97" y="57"/>
                    <a:pt x="102" y="57"/>
                  </a:cubicBezTo>
                  <a:cubicBezTo>
                    <a:pt x="104" y="57"/>
                    <a:pt x="104" y="57"/>
                    <a:pt x="104" y="57"/>
                  </a:cubicBezTo>
                  <a:cubicBezTo>
                    <a:pt x="109" y="57"/>
                    <a:pt x="113" y="52"/>
                    <a:pt x="113" y="47"/>
                  </a:cubicBezTo>
                  <a:cubicBezTo>
                    <a:pt x="113" y="38"/>
                    <a:pt x="113" y="38"/>
                    <a:pt x="113" y="38"/>
                  </a:cubicBezTo>
                  <a:cubicBezTo>
                    <a:pt x="140" y="38"/>
                    <a:pt x="140" y="38"/>
                    <a:pt x="140" y="38"/>
                  </a:cubicBezTo>
                  <a:cubicBezTo>
                    <a:pt x="140" y="47"/>
                    <a:pt x="140" y="47"/>
                    <a:pt x="140" y="47"/>
                  </a:cubicBezTo>
                  <a:cubicBezTo>
                    <a:pt x="140" y="52"/>
                    <a:pt x="145" y="57"/>
                    <a:pt x="150" y="57"/>
                  </a:cubicBezTo>
                  <a:cubicBezTo>
                    <a:pt x="152" y="57"/>
                    <a:pt x="152" y="57"/>
                    <a:pt x="152" y="57"/>
                  </a:cubicBezTo>
                  <a:cubicBezTo>
                    <a:pt x="157" y="57"/>
                    <a:pt x="161" y="52"/>
                    <a:pt x="161" y="47"/>
                  </a:cubicBezTo>
                  <a:cubicBezTo>
                    <a:pt x="161" y="38"/>
                    <a:pt x="161" y="38"/>
                    <a:pt x="161" y="38"/>
                  </a:cubicBezTo>
                  <a:cubicBezTo>
                    <a:pt x="189" y="38"/>
                    <a:pt x="189" y="38"/>
                    <a:pt x="189" y="38"/>
                  </a:cubicBezTo>
                  <a:cubicBezTo>
                    <a:pt x="189" y="47"/>
                    <a:pt x="189" y="47"/>
                    <a:pt x="189" y="47"/>
                  </a:cubicBezTo>
                  <a:cubicBezTo>
                    <a:pt x="189" y="52"/>
                    <a:pt x="193" y="57"/>
                    <a:pt x="198" y="57"/>
                  </a:cubicBezTo>
                  <a:cubicBezTo>
                    <a:pt x="200" y="57"/>
                    <a:pt x="200" y="57"/>
                    <a:pt x="200" y="57"/>
                  </a:cubicBezTo>
                  <a:cubicBezTo>
                    <a:pt x="205" y="57"/>
                    <a:pt x="210" y="52"/>
                    <a:pt x="210" y="47"/>
                  </a:cubicBezTo>
                  <a:cubicBezTo>
                    <a:pt x="210" y="38"/>
                    <a:pt x="210" y="38"/>
                    <a:pt x="210" y="38"/>
                  </a:cubicBezTo>
                  <a:cubicBezTo>
                    <a:pt x="215" y="38"/>
                    <a:pt x="215" y="38"/>
                    <a:pt x="215" y="38"/>
                  </a:cubicBezTo>
                  <a:cubicBezTo>
                    <a:pt x="233" y="55"/>
                    <a:pt x="233" y="55"/>
                    <a:pt x="233" y="55"/>
                  </a:cubicBezTo>
                  <a:cubicBezTo>
                    <a:pt x="233" y="114"/>
                    <a:pt x="233" y="114"/>
                    <a:pt x="233" y="114"/>
                  </a:cubicBezTo>
                  <a:cubicBezTo>
                    <a:pt x="251" y="98"/>
                    <a:pt x="251" y="98"/>
                    <a:pt x="251" y="98"/>
                  </a:cubicBezTo>
                  <a:cubicBezTo>
                    <a:pt x="251" y="47"/>
                    <a:pt x="251" y="47"/>
                    <a:pt x="251" y="47"/>
                  </a:cubicBezTo>
                  <a:cubicBezTo>
                    <a:pt x="223" y="19"/>
                    <a:pt x="223" y="19"/>
                    <a:pt x="223" y="19"/>
                  </a:cubicBezTo>
                  <a:cubicBezTo>
                    <a:pt x="210" y="19"/>
                    <a:pt x="210" y="19"/>
                    <a:pt x="210" y="19"/>
                  </a:cubicBezTo>
                  <a:cubicBezTo>
                    <a:pt x="210" y="10"/>
                    <a:pt x="210" y="10"/>
                    <a:pt x="210" y="10"/>
                  </a:cubicBezTo>
                  <a:cubicBezTo>
                    <a:pt x="210" y="4"/>
                    <a:pt x="205" y="0"/>
                    <a:pt x="200" y="0"/>
                  </a:cubicBezTo>
                  <a:cubicBezTo>
                    <a:pt x="198" y="0"/>
                    <a:pt x="198" y="0"/>
                    <a:pt x="198" y="0"/>
                  </a:cubicBezTo>
                  <a:cubicBezTo>
                    <a:pt x="193" y="0"/>
                    <a:pt x="189" y="4"/>
                    <a:pt x="189" y="10"/>
                  </a:cubicBezTo>
                  <a:cubicBezTo>
                    <a:pt x="189" y="19"/>
                    <a:pt x="189" y="19"/>
                    <a:pt x="189" y="19"/>
                  </a:cubicBezTo>
                  <a:cubicBezTo>
                    <a:pt x="161" y="19"/>
                    <a:pt x="161" y="19"/>
                    <a:pt x="161" y="19"/>
                  </a:cubicBezTo>
                  <a:cubicBezTo>
                    <a:pt x="161" y="10"/>
                    <a:pt x="161" y="10"/>
                    <a:pt x="161" y="10"/>
                  </a:cubicBezTo>
                  <a:cubicBezTo>
                    <a:pt x="161" y="4"/>
                    <a:pt x="157" y="0"/>
                    <a:pt x="152" y="0"/>
                  </a:cubicBezTo>
                  <a:cubicBezTo>
                    <a:pt x="150" y="0"/>
                    <a:pt x="150" y="0"/>
                    <a:pt x="150" y="0"/>
                  </a:cubicBezTo>
                  <a:cubicBezTo>
                    <a:pt x="145" y="0"/>
                    <a:pt x="140" y="4"/>
                    <a:pt x="140" y="10"/>
                  </a:cubicBezTo>
                  <a:cubicBezTo>
                    <a:pt x="140" y="19"/>
                    <a:pt x="140" y="19"/>
                    <a:pt x="140" y="19"/>
                  </a:cubicBezTo>
                  <a:cubicBezTo>
                    <a:pt x="113" y="19"/>
                    <a:pt x="113" y="19"/>
                    <a:pt x="113" y="19"/>
                  </a:cubicBezTo>
                  <a:cubicBezTo>
                    <a:pt x="113" y="10"/>
                    <a:pt x="113" y="10"/>
                    <a:pt x="113" y="10"/>
                  </a:cubicBezTo>
                  <a:cubicBezTo>
                    <a:pt x="113" y="4"/>
                    <a:pt x="109" y="0"/>
                    <a:pt x="104" y="0"/>
                  </a:cubicBezTo>
                  <a:cubicBezTo>
                    <a:pt x="102" y="0"/>
                    <a:pt x="102" y="0"/>
                    <a:pt x="102" y="0"/>
                  </a:cubicBezTo>
                  <a:cubicBezTo>
                    <a:pt x="97" y="0"/>
                    <a:pt x="92" y="4"/>
                    <a:pt x="92" y="10"/>
                  </a:cubicBezTo>
                  <a:cubicBezTo>
                    <a:pt x="92" y="19"/>
                    <a:pt x="92" y="19"/>
                    <a:pt x="92" y="19"/>
                  </a:cubicBezTo>
                  <a:cubicBezTo>
                    <a:pt x="65" y="19"/>
                    <a:pt x="65" y="19"/>
                    <a:pt x="65" y="19"/>
                  </a:cubicBezTo>
                  <a:cubicBezTo>
                    <a:pt x="65" y="10"/>
                    <a:pt x="65" y="10"/>
                    <a:pt x="65" y="10"/>
                  </a:cubicBezTo>
                  <a:cubicBezTo>
                    <a:pt x="65" y="4"/>
                    <a:pt x="61" y="0"/>
                    <a:pt x="56" y="0"/>
                  </a:cubicBezTo>
                  <a:cubicBezTo>
                    <a:pt x="54" y="0"/>
                    <a:pt x="54" y="0"/>
                    <a:pt x="54" y="0"/>
                  </a:cubicBezTo>
                  <a:cubicBezTo>
                    <a:pt x="48" y="0"/>
                    <a:pt x="44" y="4"/>
                    <a:pt x="44" y="10"/>
                  </a:cubicBezTo>
                  <a:cubicBezTo>
                    <a:pt x="44" y="19"/>
                    <a:pt x="44" y="19"/>
                    <a:pt x="44" y="19"/>
                  </a:cubicBezTo>
                  <a:cubicBezTo>
                    <a:pt x="0" y="19"/>
                    <a:pt x="0" y="19"/>
                    <a:pt x="0" y="19"/>
                  </a:cubicBezTo>
                  <a:cubicBezTo>
                    <a:pt x="0" y="298"/>
                    <a:pt x="0" y="298"/>
                    <a:pt x="0" y="298"/>
                  </a:cubicBezTo>
                  <a:cubicBezTo>
                    <a:pt x="251" y="298"/>
                    <a:pt x="251" y="298"/>
                    <a:pt x="251" y="298"/>
                  </a:cubicBezTo>
                  <a:cubicBezTo>
                    <a:pt x="251" y="199"/>
                    <a:pt x="251" y="199"/>
                    <a:pt x="251" y="199"/>
                  </a:cubicBezTo>
                  <a:cubicBezTo>
                    <a:pt x="233" y="218"/>
                    <a:pt x="233" y="218"/>
                    <a:pt x="233" y="218"/>
                  </a:cubicBezTo>
                  <a:lnTo>
                    <a:pt x="233" y="27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grpSp>
      <p:sp>
        <p:nvSpPr>
          <p:cNvPr id="10" name="内容占位符 6"/>
          <p:cNvSpPr>
            <a:spLocks noGrp="1"/>
          </p:cNvSpPr>
          <p:nvPr>
            <p:ph sz="quarter" idx="10"/>
          </p:nvPr>
        </p:nvSpPr>
        <p:spPr>
          <a:xfrm>
            <a:off x="468316" y="1233487"/>
            <a:ext cx="11276184" cy="4680000"/>
          </a:xfrm>
        </p:spPr>
        <p:txBody>
          <a:bodyPr/>
          <a:lstStyle>
            <a:lvl1pPr algn="just" fontAlgn="auto">
              <a:buClrTx/>
              <a:defRPr>
                <a:latin typeface="+mn-lt"/>
                <a:ea typeface="+mn-ea"/>
                <a:cs typeface="Arial" panose="020B0604020202020204" pitchFamily="34" charset="0"/>
              </a:defRPr>
            </a:lvl1pPr>
            <a:lvl2pPr algn="just" fontAlgn="auto">
              <a:buClrTx/>
              <a:defRPr>
                <a:latin typeface="+mn-lt"/>
                <a:ea typeface="+mn-ea"/>
                <a:cs typeface="Arial" panose="020B0604020202020204" pitchFamily="34" charset="0"/>
              </a:defRPr>
            </a:lvl2pPr>
            <a:lvl3pPr algn="just" fontAlgn="auto">
              <a:buClrTx/>
              <a:defRPr>
                <a:latin typeface="+mn-lt"/>
                <a:ea typeface="+mn-ea"/>
                <a:cs typeface="Arial" panose="020B0604020202020204" pitchFamily="34" charset="0"/>
              </a:defRPr>
            </a:lvl3pPr>
            <a:lvl4pPr algn="just" fontAlgn="auto">
              <a:buClrTx/>
              <a:defRPr>
                <a:latin typeface="+mn-lt"/>
                <a:ea typeface="+mn-ea"/>
                <a:cs typeface="Arial" panose="020B0604020202020204" pitchFamily="34" charset="0"/>
              </a:defRPr>
            </a:lvl4pPr>
            <a:lvl5pPr algn="just" fontAlgn="auto">
              <a:buClrTx/>
              <a:defRPr>
                <a:latin typeface="+mn-lt"/>
                <a:ea typeface="+mn-ea"/>
                <a:cs typeface="Arial" panose="020B0604020202020204" pitchFamily="34" charset="0"/>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extLst>
      <p:ext uri="{BB962C8B-B14F-4D97-AF65-F5344CB8AC3E}">
        <p14:creationId xmlns:p14="http://schemas.microsoft.com/office/powerpoint/2010/main" val="410235690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3#更多信息(可选)">
    <p:spTree>
      <p:nvGrpSpPr>
        <p:cNvPr id="1" name=""/>
        <p:cNvGrpSpPr/>
        <p:nvPr/>
      </p:nvGrpSpPr>
      <p:grpSpPr>
        <a:xfrm>
          <a:off x="0" y="0"/>
          <a:ext cx="0" cy="0"/>
          <a:chOff x="0" y="0"/>
          <a:chExt cx="0" cy="0"/>
        </a:xfrm>
      </p:grpSpPr>
      <p:sp>
        <p:nvSpPr>
          <p:cNvPr id="3" name="文本占位符 6"/>
          <p:cNvSpPr>
            <a:spLocks noGrp="1"/>
          </p:cNvSpPr>
          <p:nvPr>
            <p:ph type="body" sz="quarter" idx="10" hasCustomPrompt="1"/>
          </p:nvPr>
        </p:nvSpPr>
        <p:spPr>
          <a:xfrm>
            <a:off x="468316" y="1233487"/>
            <a:ext cx="11276184" cy="4680000"/>
          </a:xfrm>
        </p:spPr>
        <p:txBody>
          <a:bodyPr/>
          <a:lstStyle>
            <a:lvl1pPr algn="just" fontAlgn="auto">
              <a:buClrTx/>
              <a:defRPr>
                <a:latin typeface="+mn-lt"/>
                <a:ea typeface="+mn-ea"/>
                <a:cs typeface="Arial" panose="020B0604020202020204" pitchFamily="34" charset="0"/>
              </a:defRPr>
            </a:lvl1pPr>
            <a:lvl5pPr>
              <a:buNone/>
              <a:defRPr/>
            </a:lvl5pPr>
          </a:lstStyle>
          <a:p>
            <a:r>
              <a:rPr lang="zh-CN" altLang="en-US" dirty="0"/>
              <a:t>此版式用于提供给学员更多学习信息。</a:t>
            </a:r>
          </a:p>
        </p:txBody>
      </p:sp>
      <p:sp>
        <p:nvSpPr>
          <p:cNvPr id="4" name="TextBox 10">
            <a:extLst>
              <a:ext uri="{FF2B5EF4-FFF2-40B4-BE49-F238E27FC236}">
                <a16:creationId xmlns:a16="http://schemas.microsoft.com/office/drawing/2014/main" xmlns="" id="{18ED692C-39CB-4AC0-81F6-D21CDD086EE4}"/>
              </a:ext>
            </a:extLst>
          </p:cNvPr>
          <p:cNvSpPr txBox="1"/>
          <p:nvPr userDrawn="1"/>
        </p:nvSpPr>
        <p:spPr bwMode="auto">
          <a:xfrm>
            <a:off x="1594877" y="408780"/>
            <a:ext cx="5038592" cy="639559"/>
          </a:xfrm>
          <a:prstGeom prst="rect">
            <a:avLst/>
          </a:prstGeom>
          <a:noFill/>
          <a:ln w="9525">
            <a:noFill/>
            <a:miter lim="800000"/>
            <a:headEnd/>
            <a:tailEnd/>
          </a:ln>
        </p:spPr>
        <p:txBody>
          <a:bodyPr wrap="square" lIns="99941" tIns="49967" rIns="99941" bIns="49967" rtlCol="0">
            <a:spAutoFit/>
          </a:bodyPr>
          <a:lstStyle/>
          <a:p>
            <a:pPr defTabSz="1001223" eaLnBrk="0" fontAlgn="auto" hangingPunct="0"/>
            <a:r>
              <a:rPr lang="zh-CN" altLang="en-US" sz="3499" b="1" dirty="0">
                <a:solidFill>
                  <a:schemeClr val="tx1"/>
                </a:solidFill>
                <a:latin typeface="+mn-lt"/>
                <a:ea typeface="+mn-ea"/>
                <a:cs typeface="Arial" pitchFamily="34" charset="0"/>
              </a:rPr>
              <a:t>更多信息</a:t>
            </a:r>
          </a:p>
        </p:txBody>
      </p:sp>
      <p:sp>
        <p:nvSpPr>
          <p:cNvPr id="5" name="Freeform 9"/>
          <p:cNvSpPr>
            <a:spLocks/>
          </p:cNvSpPr>
          <p:nvPr userDrawn="1"/>
        </p:nvSpPr>
        <p:spPr bwMode="auto">
          <a:xfrm>
            <a:off x="3112" y="296368"/>
            <a:ext cx="1375826" cy="864380"/>
          </a:xfrm>
          <a:custGeom>
            <a:avLst/>
            <a:gdLst>
              <a:gd name="T0" fmla="*/ 756 w 867"/>
              <a:gd name="T1" fmla="*/ 493 h 493"/>
              <a:gd name="T2" fmla="*/ 0 w 867"/>
              <a:gd name="T3" fmla="*/ 493 h 493"/>
              <a:gd name="T4" fmla="*/ 0 w 867"/>
              <a:gd name="T5" fmla="*/ 0 h 493"/>
              <a:gd name="T6" fmla="*/ 756 w 867"/>
              <a:gd name="T7" fmla="*/ 0 h 493"/>
              <a:gd name="T8" fmla="*/ 867 w 867"/>
              <a:gd name="T9" fmla="*/ 248 h 493"/>
              <a:gd name="T10" fmla="*/ 756 w 867"/>
              <a:gd name="T11" fmla="*/ 493 h 493"/>
            </a:gdLst>
            <a:ahLst/>
            <a:cxnLst>
              <a:cxn ang="0">
                <a:pos x="T0" y="T1"/>
              </a:cxn>
              <a:cxn ang="0">
                <a:pos x="T2" y="T3"/>
              </a:cxn>
              <a:cxn ang="0">
                <a:pos x="T4" y="T5"/>
              </a:cxn>
              <a:cxn ang="0">
                <a:pos x="T6" y="T7"/>
              </a:cxn>
              <a:cxn ang="0">
                <a:pos x="T8" y="T9"/>
              </a:cxn>
              <a:cxn ang="0">
                <a:pos x="T10" y="T11"/>
              </a:cxn>
            </a:cxnLst>
            <a:rect l="0" t="0" r="r" b="b"/>
            <a:pathLst>
              <a:path w="867" h="493">
                <a:moveTo>
                  <a:pt x="756" y="493"/>
                </a:moveTo>
                <a:lnTo>
                  <a:pt x="0" y="493"/>
                </a:lnTo>
                <a:lnTo>
                  <a:pt x="0" y="0"/>
                </a:lnTo>
                <a:lnTo>
                  <a:pt x="756" y="0"/>
                </a:lnTo>
                <a:lnTo>
                  <a:pt x="867" y="248"/>
                </a:lnTo>
                <a:lnTo>
                  <a:pt x="756" y="493"/>
                </a:lnTo>
                <a:close/>
              </a:path>
            </a:pathLst>
          </a:custGeom>
          <a:solidFill>
            <a:srgbClr val="00B0F0"/>
          </a:solidFill>
          <a:ln w="9525" cap="flat" cmpd="sng" algn="ctr">
            <a:noFill/>
            <a:prstDash val="solid"/>
            <a:round/>
            <a:headEnd type="none" w="med" len="med"/>
            <a:tailEnd type="none" w="med" len="med"/>
          </a:ln>
          <a:effectLst/>
        </p:spPr>
        <p:txBody>
          <a:bodyPr rot="0" spcFirstLastPara="0" vertOverflow="overflow" horzOverflow="overflow" vert="horz" wrap="square" lIns="91404" tIns="45702" rIns="91404" bIns="45702" numCol="1" spcCol="0" rtlCol="0" fromWordArt="0" anchor="t" anchorCtr="0" forceAA="0" compatLnSpc="1">
            <a:prstTxWarp prst="textNoShape">
              <a:avLst/>
            </a:prstTxWarp>
            <a:noAutofit/>
          </a:bodyPr>
          <a:lstStyle/>
          <a:p>
            <a:endParaRPr lang="zh-CN" altLang="en-US" sz="1799">
              <a:latin typeface="+mn-lt"/>
              <a:ea typeface="+mn-ea"/>
            </a:endParaRPr>
          </a:p>
        </p:txBody>
      </p:sp>
      <p:sp>
        <p:nvSpPr>
          <p:cNvPr id="6" name="Freeform 11"/>
          <p:cNvSpPr>
            <a:spLocks/>
          </p:cNvSpPr>
          <p:nvPr userDrawn="1"/>
        </p:nvSpPr>
        <p:spPr bwMode="auto">
          <a:xfrm>
            <a:off x="1245702" y="296368"/>
            <a:ext cx="233272" cy="864380"/>
          </a:xfrm>
          <a:custGeom>
            <a:avLst/>
            <a:gdLst>
              <a:gd name="T0" fmla="*/ 33 w 147"/>
              <a:gd name="T1" fmla="*/ 0 h 493"/>
              <a:gd name="T2" fmla="*/ 0 w 147"/>
              <a:gd name="T3" fmla="*/ 0 h 493"/>
              <a:gd name="T4" fmla="*/ 114 w 147"/>
              <a:gd name="T5" fmla="*/ 248 h 493"/>
              <a:gd name="T6" fmla="*/ 0 w 147"/>
              <a:gd name="T7" fmla="*/ 493 h 493"/>
              <a:gd name="T8" fmla="*/ 33 w 147"/>
              <a:gd name="T9" fmla="*/ 493 h 493"/>
              <a:gd name="T10" fmla="*/ 147 w 147"/>
              <a:gd name="T11" fmla="*/ 248 h 493"/>
              <a:gd name="T12" fmla="*/ 33 w 147"/>
              <a:gd name="T13" fmla="*/ 0 h 493"/>
            </a:gdLst>
            <a:ahLst/>
            <a:cxnLst>
              <a:cxn ang="0">
                <a:pos x="T0" y="T1"/>
              </a:cxn>
              <a:cxn ang="0">
                <a:pos x="T2" y="T3"/>
              </a:cxn>
              <a:cxn ang="0">
                <a:pos x="T4" y="T5"/>
              </a:cxn>
              <a:cxn ang="0">
                <a:pos x="T6" y="T7"/>
              </a:cxn>
              <a:cxn ang="0">
                <a:pos x="T8" y="T9"/>
              </a:cxn>
              <a:cxn ang="0">
                <a:pos x="T10" y="T11"/>
              </a:cxn>
              <a:cxn ang="0">
                <a:pos x="T12" y="T13"/>
              </a:cxn>
            </a:cxnLst>
            <a:rect l="0" t="0" r="r" b="b"/>
            <a:pathLst>
              <a:path w="147" h="493">
                <a:moveTo>
                  <a:pt x="33" y="0"/>
                </a:moveTo>
                <a:lnTo>
                  <a:pt x="0" y="0"/>
                </a:lnTo>
                <a:lnTo>
                  <a:pt x="114" y="248"/>
                </a:lnTo>
                <a:lnTo>
                  <a:pt x="0" y="493"/>
                </a:lnTo>
                <a:lnTo>
                  <a:pt x="33" y="493"/>
                </a:lnTo>
                <a:lnTo>
                  <a:pt x="147" y="248"/>
                </a:lnTo>
                <a:lnTo>
                  <a:pt x="33" y="0"/>
                </a:lnTo>
                <a:close/>
              </a:path>
            </a:pathLst>
          </a:custGeom>
          <a:solidFill>
            <a:srgbClr val="0B9CE5"/>
          </a:solidFill>
          <a:ln w="9525" cap="flat" cmpd="sng" algn="ctr">
            <a:noFill/>
            <a:prstDash val="solid"/>
            <a:round/>
            <a:headEnd type="none" w="med" len="med"/>
            <a:tailEnd type="none" w="med" len="med"/>
          </a:ln>
          <a:effectLst/>
        </p:spPr>
        <p:txBody>
          <a:bodyPr rot="0" spcFirstLastPara="0" vertOverflow="overflow" horzOverflow="overflow" vert="horz" wrap="square" lIns="91404" tIns="45702" rIns="91404" bIns="45702" numCol="1" spcCol="0" rtlCol="0" fromWordArt="0" anchor="t" anchorCtr="0" forceAA="0" compatLnSpc="1">
            <a:prstTxWarp prst="textNoShape">
              <a:avLst/>
            </a:prstTxWarp>
            <a:noAutofit/>
          </a:bodyPr>
          <a:lstStyle/>
          <a:p>
            <a:endParaRPr lang="zh-CN" altLang="en-US" sz="1799">
              <a:latin typeface="+mn-lt"/>
              <a:ea typeface="+mn-ea"/>
            </a:endParaRPr>
          </a:p>
        </p:txBody>
      </p:sp>
      <p:grpSp>
        <p:nvGrpSpPr>
          <p:cNvPr id="7" name="组合 6"/>
          <p:cNvGrpSpPr/>
          <p:nvPr userDrawn="1"/>
        </p:nvGrpSpPr>
        <p:grpSpPr>
          <a:xfrm>
            <a:off x="479189" y="480269"/>
            <a:ext cx="496387" cy="496581"/>
            <a:chOff x="4485904" y="3429000"/>
            <a:chExt cx="2003425" cy="2003425"/>
          </a:xfrm>
          <a:solidFill>
            <a:schemeClr val="bg1"/>
          </a:solidFill>
        </p:grpSpPr>
        <p:sp>
          <p:nvSpPr>
            <p:cNvPr id="8" name="Freeform 6"/>
            <p:cNvSpPr>
              <a:spLocks noEditPoints="1"/>
            </p:cNvSpPr>
            <p:nvPr/>
          </p:nvSpPr>
          <p:spPr bwMode="auto">
            <a:xfrm>
              <a:off x="4485904" y="3429000"/>
              <a:ext cx="2003425" cy="2003425"/>
            </a:xfrm>
            <a:custGeom>
              <a:avLst/>
              <a:gdLst>
                <a:gd name="T0" fmla="*/ 669 w 1338"/>
                <a:gd name="T1" fmla="*/ 0 h 1338"/>
                <a:gd name="T2" fmla="*/ 1338 w 1338"/>
                <a:gd name="T3" fmla="*/ 669 h 1338"/>
                <a:gd name="T4" fmla="*/ 669 w 1338"/>
                <a:gd name="T5" fmla="*/ 1338 h 1338"/>
                <a:gd name="T6" fmla="*/ 0 w 1338"/>
                <a:gd name="T7" fmla="*/ 669 h 1338"/>
                <a:gd name="T8" fmla="*/ 669 w 1338"/>
                <a:gd name="T9" fmla="*/ 0 h 1338"/>
                <a:gd name="T10" fmla="*/ 669 w 1338"/>
                <a:gd name="T11" fmla="*/ 92 h 1338"/>
                <a:gd name="T12" fmla="*/ 1246 w 1338"/>
                <a:gd name="T13" fmla="*/ 669 h 1338"/>
                <a:gd name="T14" fmla="*/ 669 w 1338"/>
                <a:gd name="T15" fmla="*/ 1246 h 1338"/>
                <a:gd name="T16" fmla="*/ 92 w 1338"/>
                <a:gd name="T17" fmla="*/ 669 h 1338"/>
                <a:gd name="T18" fmla="*/ 669 w 1338"/>
                <a:gd name="T19" fmla="*/ 92 h 13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338" h="1338">
                  <a:moveTo>
                    <a:pt x="669" y="0"/>
                  </a:moveTo>
                  <a:cubicBezTo>
                    <a:pt x="1039" y="0"/>
                    <a:pt x="1338" y="299"/>
                    <a:pt x="1338" y="669"/>
                  </a:cubicBezTo>
                  <a:cubicBezTo>
                    <a:pt x="1338" y="1039"/>
                    <a:pt x="1039" y="1338"/>
                    <a:pt x="669" y="1338"/>
                  </a:cubicBezTo>
                  <a:cubicBezTo>
                    <a:pt x="299" y="1338"/>
                    <a:pt x="0" y="1039"/>
                    <a:pt x="0" y="669"/>
                  </a:cubicBezTo>
                  <a:cubicBezTo>
                    <a:pt x="0" y="299"/>
                    <a:pt x="299" y="0"/>
                    <a:pt x="669" y="0"/>
                  </a:cubicBezTo>
                  <a:close/>
                  <a:moveTo>
                    <a:pt x="669" y="92"/>
                  </a:moveTo>
                  <a:cubicBezTo>
                    <a:pt x="988" y="92"/>
                    <a:pt x="1246" y="350"/>
                    <a:pt x="1246" y="669"/>
                  </a:cubicBezTo>
                  <a:cubicBezTo>
                    <a:pt x="1246" y="988"/>
                    <a:pt x="988" y="1246"/>
                    <a:pt x="669" y="1246"/>
                  </a:cubicBezTo>
                  <a:cubicBezTo>
                    <a:pt x="350" y="1246"/>
                    <a:pt x="92" y="988"/>
                    <a:pt x="92" y="669"/>
                  </a:cubicBezTo>
                  <a:cubicBezTo>
                    <a:pt x="92" y="350"/>
                    <a:pt x="350" y="92"/>
                    <a:pt x="669" y="9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sp>
          <p:nvSpPr>
            <p:cNvPr id="9" name="Freeform 7"/>
            <p:cNvSpPr>
              <a:spLocks/>
            </p:cNvSpPr>
            <p:nvPr/>
          </p:nvSpPr>
          <p:spPr bwMode="auto">
            <a:xfrm>
              <a:off x="4978029" y="4324350"/>
              <a:ext cx="212725" cy="212725"/>
            </a:xfrm>
            <a:custGeom>
              <a:avLst/>
              <a:gdLst>
                <a:gd name="T0" fmla="*/ 0 w 142"/>
                <a:gd name="T1" fmla="*/ 72 h 142"/>
                <a:gd name="T2" fmla="*/ 0 w 142"/>
                <a:gd name="T3" fmla="*/ 70 h 142"/>
                <a:gd name="T4" fmla="*/ 71 w 142"/>
                <a:gd name="T5" fmla="*/ 0 h 142"/>
                <a:gd name="T6" fmla="*/ 71 w 142"/>
                <a:gd name="T7" fmla="*/ 0 h 142"/>
                <a:gd name="T8" fmla="*/ 142 w 142"/>
                <a:gd name="T9" fmla="*/ 70 h 142"/>
                <a:gd name="T10" fmla="*/ 142 w 142"/>
                <a:gd name="T11" fmla="*/ 72 h 142"/>
                <a:gd name="T12" fmla="*/ 71 w 142"/>
                <a:gd name="T13" fmla="*/ 142 h 142"/>
                <a:gd name="T14" fmla="*/ 71 w 142"/>
                <a:gd name="T15" fmla="*/ 142 h 142"/>
                <a:gd name="T16" fmla="*/ 0 w 142"/>
                <a:gd name="T17" fmla="*/ 72 h 1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42" h="142">
                  <a:moveTo>
                    <a:pt x="0" y="72"/>
                  </a:moveTo>
                  <a:cubicBezTo>
                    <a:pt x="0" y="70"/>
                    <a:pt x="0" y="70"/>
                    <a:pt x="0" y="70"/>
                  </a:cubicBezTo>
                  <a:cubicBezTo>
                    <a:pt x="0" y="32"/>
                    <a:pt x="32" y="0"/>
                    <a:pt x="71" y="0"/>
                  </a:cubicBezTo>
                  <a:cubicBezTo>
                    <a:pt x="71" y="0"/>
                    <a:pt x="71" y="0"/>
                    <a:pt x="71" y="0"/>
                  </a:cubicBezTo>
                  <a:cubicBezTo>
                    <a:pt x="110" y="0"/>
                    <a:pt x="142" y="32"/>
                    <a:pt x="142" y="70"/>
                  </a:cubicBezTo>
                  <a:cubicBezTo>
                    <a:pt x="142" y="72"/>
                    <a:pt x="142" y="72"/>
                    <a:pt x="142" y="72"/>
                  </a:cubicBezTo>
                  <a:cubicBezTo>
                    <a:pt x="142" y="110"/>
                    <a:pt x="110" y="142"/>
                    <a:pt x="71" y="142"/>
                  </a:cubicBezTo>
                  <a:cubicBezTo>
                    <a:pt x="71" y="142"/>
                    <a:pt x="71" y="142"/>
                    <a:pt x="71" y="142"/>
                  </a:cubicBezTo>
                  <a:cubicBezTo>
                    <a:pt x="32" y="142"/>
                    <a:pt x="0" y="110"/>
                    <a:pt x="0" y="7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sp>
          <p:nvSpPr>
            <p:cNvPr id="10" name="Freeform 8"/>
            <p:cNvSpPr>
              <a:spLocks/>
            </p:cNvSpPr>
            <p:nvPr/>
          </p:nvSpPr>
          <p:spPr bwMode="auto">
            <a:xfrm>
              <a:off x="5395542" y="4324350"/>
              <a:ext cx="211138" cy="212725"/>
            </a:xfrm>
            <a:custGeom>
              <a:avLst/>
              <a:gdLst>
                <a:gd name="T0" fmla="*/ 0 w 141"/>
                <a:gd name="T1" fmla="*/ 72 h 142"/>
                <a:gd name="T2" fmla="*/ 0 w 141"/>
                <a:gd name="T3" fmla="*/ 70 h 142"/>
                <a:gd name="T4" fmla="*/ 70 w 141"/>
                <a:gd name="T5" fmla="*/ 0 h 142"/>
                <a:gd name="T6" fmla="*/ 70 w 141"/>
                <a:gd name="T7" fmla="*/ 0 h 142"/>
                <a:gd name="T8" fmla="*/ 141 w 141"/>
                <a:gd name="T9" fmla="*/ 70 h 142"/>
                <a:gd name="T10" fmla="*/ 141 w 141"/>
                <a:gd name="T11" fmla="*/ 72 h 142"/>
                <a:gd name="T12" fmla="*/ 70 w 141"/>
                <a:gd name="T13" fmla="*/ 142 h 142"/>
                <a:gd name="T14" fmla="*/ 70 w 141"/>
                <a:gd name="T15" fmla="*/ 142 h 142"/>
                <a:gd name="T16" fmla="*/ 0 w 141"/>
                <a:gd name="T17" fmla="*/ 72 h 1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41" h="142">
                  <a:moveTo>
                    <a:pt x="0" y="72"/>
                  </a:moveTo>
                  <a:cubicBezTo>
                    <a:pt x="0" y="70"/>
                    <a:pt x="0" y="70"/>
                    <a:pt x="0" y="70"/>
                  </a:cubicBezTo>
                  <a:cubicBezTo>
                    <a:pt x="0" y="32"/>
                    <a:pt x="31" y="0"/>
                    <a:pt x="70" y="0"/>
                  </a:cubicBezTo>
                  <a:cubicBezTo>
                    <a:pt x="70" y="0"/>
                    <a:pt x="70" y="0"/>
                    <a:pt x="70" y="0"/>
                  </a:cubicBezTo>
                  <a:cubicBezTo>
                    <a:pt x="109" y="0"/>
                    <a:pt x="141" y="32"/>
                    <a:pt x="141" y="70"/>
                  </a:cubicBezTo>
                  <a:cubicBezTo>
                    <a:pt x="141" y="72"/>
                    <a:pt x="141" y="72"/>
                    <a:pt x="141" y="72"/>
                  </a:cubicBezTo>
                  <a:cubicBezTo>
                    <a:pt x="141" y="110"/>
                    <a:pt x="109" y="142"/>
                    <a:pt x="70" y="142"/>
                  </a:cubicBezTo>
                  <a:cubicBezTo>
                    <a:pt x="70" y="142"/>
                    <a:pt x="70" y="142"/>
                    <a:pt x="70" y="142"/>
                  </a:cubicBezTo>
                  <a:cubicBezTo>
                    <a:pt x="31" y="142"/>
                    <a:pt x="0" y="110"/>
                    <a:pt x="0" y="7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sp>
          <p:nvSpPr>
            <p:cNvPr id="11" name="Freeform 9"/>
            <p:cNvSpPr>
              <a:spLocks/>
            </p:cNvSpPr>
            <p:nvPr/>
          </p:nvSpPr>
          <p:spPr bwMode="auto">
            <a:xfrm>
              <a:off x="5809879" y="4324350"/>
              <a:ext cx="211138" cy="212725"/>
            </a:xfrm>
            <a:custGeom>
              <a:avLst/>
              <a:gdLst>
                <a:gd name="T0" fmla="*/ 0 w 141"/>
                <a:gd name="T1" fmla="*/ 72 h 142"/>
                <a:gd name="T2" fmla="*/ 0 w 141"/>
                <a:gd name="T3" fmla="*/ 70 h 142"/>
                <a:gd name="T4" fmla="*/ 70 w 141"/>
                <a:gd name="T5" fmla="*/ 0 h 142"/>
                <a:gd name="T6" fmla="*/ 70 w 141"/>
                <a:gd name="T7" fmla="*/ 0 h 142"/>
                <a:gd name="T8" fmla="*/ 141 w 141"/>
                <a:gd name="T9" fmla="*/ 70 h 142"/>
                <a:gd name="T10" fmla="*/ 141 w 141"/>
                <a:gd name="T11" fmla="*/ 72 h 142"/>
                <a:gd name="T12" fmla="*/ 70 w 141"/>
                <a:gd name="T13" fmla="*/ 142 h 142"/>
                <a:gd name="T14" fmla="*/ 70 w 141"/>
                <a:gd name="T15" fmla="*/ 142 h 142"/>
                <a:gd name="T16" fmla="*/ 0 w 141"/>
                <a:gd name="T17" fmla="*/ 72 h 1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41" h="142">
                  <a:moveTo>
                    <a:pt x="0" y="72"/>
                  </a:moveTo>
                  <a:cubicBezTo>
                    <a:pt x="0" y="70"/>
                    <a:pt x="0" y="70"/>
                    <a:pt x="0" y="70"/>
                  </a:cubicBezTo>
                  <a:cubicBezTo>
                    <a:pt x="0" y="32"/>
                    <a:pt x="32" y="0"/>
                    <a:pt x="70" y="0"/>
                  </a:cubicBezTo>
                  <a:cubicBezTo>
                    <a:pt x="70" y="0"/>
                    <a:pt x="70" y="0"/>
                    <a:pt x="70" y="0"/>
                  </a:cubicBezTo>
                  <a:cubicBezTo>
                    <a:pt x="109" y="0"/>
                    <a:pt x="141" y="32"/>
                    <a:pt x="141" y="70"/>
                  </a:cubicBezTo>
                  <a:cubicBezTo>
                    <a:pt x="141" y="72"/>
                    <a:pt x="141" y="72"/>
                    <a:pt x="141" y="72"/>
                  </a:cubicBezTo>
                  <a:cubicBezTo>
                    <a:pt x="141" y="110"/>
                    <a:pt x="109" y="142"/>
                    <a:pt x="70" y="142"/>
                  </a:cubicBezTo>
                  <a:cubicBezTo>
                    <a:pt x="70" y="142"/>
                    <a:pt x="70" y="142"/>
                    <a:pt x="70" y="142"/>
                  </a:cubicBezTo>
                  <a:cubicBezTo>
                    <a:pt x="32" y="142"/>
                    <a:pt x="0" y="110"/>
                    <a:pt x="0" y="7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grpSp>
    </p:spTree>
    <p:extLst>
      <p:ext uri="{BB962C8B-B14F-4D97-AF65-F5344CB8AC3E}">
        <p14:creationId xmlns:p14="http://schemas.microsoft.com/office/powerpoint/2010/main" val="252638519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4#学习推荐(可选)">
    <p:spTree>
      <p:nvGrpSpPr>
        <p:cNvPr id="1" name=""/>
        <p:cNvGrpSpPr/>
        <p:nvPr/>
      </p:nvGrpSpPr>
      <p:grpSpPr>
        <a:xfrm>
          <a:off x="0" y="0"/>
          <a:ext cx="0" cy="0"/>
          <a:chOff x="0" y="0"/>
          <a:chExt cx="0" cy="0"/>
        </a:xfrm>
      </p:grpSpPr>
      <p:sp>
        <p:nvSpPr>
          <p:cNvPr id="3" name="文本占位符 6"/>
          <p:cNvSpPr>
            <a:spLocks noGrp="1"/>
          </p:cNvSpPr>
          <p:nvPr>
            <p:ph type="body" sz="quarter" idx="10"/>
          </p:nvPr>
        </p:nvSpPr>
        <p:spPr>
          <a:xfrm>
            <a:off x="468316" y="1233487"/>
            <a:ext cx="11276184" cy="4680000"/>
          </a:xfrm>
        </p:spPr>
        <p:txBody>
          <a:bodyPr/>
          <a:lstStyle>
            <a:lvl1pPr algn="just" fontAlgn="auto">
              <a:buClrTx/>
              <a:defRPr>
                <a:latin typeface="+mn-lt"/>
                <a:ea typeface="+mn-ea"/>
                <a:cs typeface="Arial" panose="020B0604020202020204" pitchFamily="34" charset="0"/>
              </a:defRPr>
            </a:lvl1pPr>
          </a:lstStyle>
          <a:p>
            <a:endParaRPr lang="zh-CN" altLang="en-US" dirty="0"/>
          </a:p>
        </p:txBody>
      </p:sp>
      <p:sp>
        <p:nvSpPr>
          <p:cNvPr id="4" name="TextBox 10">
            <a:extLst>
              <a:ext uri="{FF2B5EF4-FFF2-40B4-BE49-F238E27FC236}">
                <a16:creationId xmlns:a16="http://schemas.microsoft.com/office/drawing/2014/main" xmlns="" id="{18ED692C-39CB-4AC0-81F6-D21CDD086EE4}"/>
              </a:ext>
            </a:extLst>
          </p:cNvPr>
          <p:cNvSpPr txBox="1"/>
          <p:nvPr userDrawn="1"/>
        </p:nvSpPr>
        <p:spPr bwMode="auto">
          <a:xfrm>
            <a:off x="1594877" y="408780"/>
            <a:ext cx="5038592" cy="639559"/>
          </a:xfrm>
          <a:prstGeom prst="rect">
            <a:avLst/>
          </a:prstGeom>
          <a:noFill/>
          <a:ln w="9525">
            <a:noFill/>
            <a:miter lim="800000"/>
            <a:headEnd/>
            <a:tailEnd/>
          </a:ln>
        </p:spPr>
        <p:txBody>
          <a:bodyPr wrap="square" lIns="99941" tIns="49967" rIns="99941" bIns="49967" rtlCol="0">
            <a:spAutoFit/>
          </a:bodyPr>
          <a:lstStyle/>
          <a:p>
            <a:pPr defTabSz="1001223" eaLnBrk="0" fontAlgn="auto" hangingPunct="0"/>
            <a:r>
              <a:rPr lang="zh-CN" altLang="en-US" sz="3499" b="1" dirty="0">
                <a:solidFill>
                  <a:schemeClr val="tx1"/>
                </a:solidFill>
                <a:latin typeface="+mn-lt"/>
                <a:ea typeface="+mn-ea"/>
                <a:cs typeface="Arial" pitchFamily="34" charset="0"/>
              </a:rPr>
              <a:t>学习推荐</a:t>
            </a:r>
          </a:p>
        </p:txBody>
      </p:sp>
      <p:sp>
        <p:nvSpPr>
          <p:cNvPr id="5" name="Freeform 9"/>
          <p:cNvSpPr>
            <a:spLocks/>
          </p:cNvSpPr>
          <p:nvPr userDrawn="1"/>
        </p:nvSpPr>
        <p:spPr bwMode="auto">
          <a:xfrm>
            <a:off x="3112" y="296368"/>
            <a:ext cx="1375826" cy="864380"/>
          </a:xfrm>
          <a:custGeom>
            <a:avLst/>
            <a:gdLst>
              <a:gd name="T0" fmla="*/ 756 w 867"/>
              <a:gd name="T1" fmla="*/ 493 h 493"/>
              <a:gd name="T2" fmla="*/ 0 w 867"/>
              <a:gd name="T3" fmla="*/ 493 h 493"/>
              <a:gd name="T4" fmla="*/ 0 w 867"/>
              <a:gd name="T5" fmla="*/ 0 h 493"/>
              <a:gd name="T6" fmla="*/ 756 w 867"/>
              <a:gd name="T7" fmla="*/ 0 h 493"/>
              <a:gd name="T8" fmla="*/ 867 w 867"/>
              <a:gd name="T9" fmla="*/ 248 h 493"/>
              <a:gd name="T10" fmla="*/ 756 w 867"/>
              <a:gd name="T11" fmla="*/ 493 h 493"/>
            </a:gdLst>
            <a:ahLst/>
            <a:cxnLst>
              <a:cxn ang="0">
                <a:pos x="T0" y="T1"/>
              </a:cxn>
              <a:cxn ang="0">
                <a:pos x="T2" y="T3"/>
              </a:cxn>
              <a:cxn ang="0">
                <a:pos x="T4" y="T5"/>
              </a:cxn>
              <a:cxn ang="0">
                <a:pos x="T6" y="T7"/>
              </a:cxn>
              <a:cxn ang="0">
                <a:pos x="T8" y="T9"/>
              </a:cxn>
              <a:cxn ang="0">
                <a:pos x="T10" y="T11"/>
              </a:cxn>
            </a:cxnLst>
            <a:rect l="0" t="0" r="r" b="b"/>
            <a:pathLst>
              <a:path w="867" h="493">
                <a:moveTo>
                  <a:pt x="756" y="493"/>
                </a:moveTo>
                <a:lnTo>
                  <a:pt x="0" y="493"/>
                </a:lnTo>
                <a:lnTo>
                  <a:pt x="0" y="0"/>
                </a:lnTo>
                <a:lnTo>
                  <a:pt x="756" y="0"/>
                </a:lnTo>
                <a:lnTo>
                  <a:pt x="867" y="248"/>
                </a:lnTo>
                <a:lnTo>
                  <a:pt x="756" y="493"/>
                </a:lnTo>
                <a:close/>
              </a:path>
            </a:pathLst>
          </a:custGeom>
          <a:solidFill>
            <a:srgbClr val="00B0F0"/>
          </a:solidFill>
          <a:ln w="9525" cap="flat" cmpd="sng" algn="ctr">
            <a:noFill/>
            <a:prstDash val="solid"/>
            <a:round/>
            <a:headEnd type="none" w="med" len="med"/>
            <a:tailEnd type="none" w="med" len="med"/>
          </a:ln>
          <a:effectLst/>
        </p:spPr>
        <p:txBody>
          <a:bodyPr rot="0" spcFirstLastPara="0" vertOverflow="overflow" horzOverflow="overflow" vert="horz" wrap="square" lIns="91404" tIns="45702" rIns="91404" bIns="45702" numCol="1" spcCol="0" rtlCol="0" fromWordArt="0" anchor="t" anchorCtr="0" forceAA="0" compatLnSpc="1">
            <a:prstTxWarp prst="textNoShape">
              <a:avLst/>
            </a:prstTxWarp>
            <a:noAutofit/>
          </a:bodyPr>
          <a:lstStyle/>
          <a:p>
            <a:endParaRPr lang="zh-CN" altLang="en-US" sz="1799">
              <a:latin typeface="+mn-lt"/>
              <a:ea typeface="+mn-ea"/>
            </a:endParaRPr>
          </a:p>
        </p:txBody>
      </p:sp>
      <p:sp>
        <p:nvSpPr>
          <p:cNvPr id="6" name="Freeform 11"/>
          <p:cNvSpPr>
            <a:spLocks/>
          </p:cNvSpPr>
          <p:nvPr userDrawn="1"/>
        </p:nvSpPr>
        <p:spPr bwMode="auto">
          <a:xfrm>
            <a:off x="1245702" y="296368"/>
            <a:ext cx="233272" cy="864380"/>
          </a:xfrm>
          <a:custGeom>
            <a:avLst/>
            <a:gdLst>
              <a:gd name="T0" fmla="*/ 33 w 147"/>
              <a:gd name="T1" fmla="*/ 0 h 493"/>
              <a:gd name="T2" fmla="*/ 0 w 147"/>
              <a:gd name="T3" fmla="*/ 0 h 493"/>
              <a:gd name="T4" fmla="*/ 114 w 147"/>
              <a:gd name="T5" fmla="*/ 248 h 493"/>
              <a:gd name="T6" fmla="*/ 0 w 147"/>
              <a:gd name="T7" fmla="*/ 493 h 493"/>
              <a:gd name="T8" fmla="*/ 33 w 147"/>
              <a:gd name="T9" fmla="*/ 493 h 493"/>
              <a:gd name="T10" fmla="*/ 147 w 147"/>
              <a:gd name="T11" fmla="*/ 248 h 493"/>
              <a:gd name="T12" fmla="*/ 33 w 147"/>
              <a:gd name="T13" fmla="*/ 0 h 493"/>
            </a:gdLst>
            <a:ahLst/>
            <a:cxnLst>
              <a:cxn ang="0">
                <a:pos x="T0" y="T1"/>
              </a:cxn>
              <a:cxn ang="0">
                <a:pos x="T2" y="T3"/>
              </a:cxn>
              <a:cxn ang="0">
                <a:pos x="T4" y="T5"/>
              </a:cxn>
              <a:cxn ang="0">
                <a:pos x="T6" y="T7"/>
              </a:cxn>
              <a:cxn ang="0">
                <a:pos x="T8" y="T9"/>
              </a:cxn>
              <a:cxn ang="0">
                <a:pos x="T10" y="T11"/>
              </a:cxn>
              <a:cxn ang="0">
                <a:pos x="T12" y="T13"/>
              </a:cxn>
            </a:cxnLst>
            <a:rect l="0" t="0" r="r" b="b"/>
            <a:pathLst>
              <a:path w="147" h="493">
                <a:moveTo>
                  <a:pt x="33" y="0"/>
                </a:moveTo>
                <a:lnTo>
                  <a:pt x="0" y="0"/>
                </a:lnTo>
                <a:lnTo>
                  <a:pt x="114" y="248"/>
                </a:lnTo>
                <a:lnTo>
                  <a:pt x="0" y="493"/>
                </a:lnTo>
                <a:lnTo>
                  <a:pt x="33" y="493"/>
                </a:lnTo>
                <a:lnTo>
                  <a:pt x="147" y="248"/>
                </a:lnTo>
                <a:lnTo>
                  <a:pt x="33" y="0"/>
                </a:lnTo>
                <a:close/>
              </a:path>
            </a:pathLst>
          </a:custGeom>
          <a:solidFill>
            <a:srgbClr val="0B9CE5"/>
          </a:solidFill>
          <a:ln w="9525" cap="flat" cmpd="sng" algn="ctr">
            <a:noFill/>
            <a:prstDash val="solid"/>
            <a:round/>
            <a:headEnd type="none" w="med" len="med"/>
            <a:tailEnd type="none" w="med" len="med"/>
          </a:ln>
          <a:effectLst/>
        </p:spPr>
        <p:txBody>
          <a:bodyPr rot="0" spcFirstLastPara="0" vertOverflow="overflow" horzOverflow="overflow" vert="horz" wrap="square" lIns="91404" tIns="45702" rIns="91404" bIns="45702" numCol="1" spcCol="0" rtlCol="0" fromWordArt="0" anchor="t" anchorCtr="0" forceAA="0" compatLnSpc="1">
            <a:prstTxWarp prst="textNoShape">
              <a:avLst/>
            </a:prstTxWarp>
            <a:noAutofit/>
          </a:bodyPr>
          <a:lstStyle/>
          <a:p>
            <a:endParaRPr lang="zh-CN" altLang="en-US" sz="1799">
              <a:latin typeface="+mn-lt"/>
              <a:ea typeface="+mn-ea"/>
            </a:endParaRPr>
          </a:p>
        </p:txBody>
      </p:sp>
      <p:grpSp>
        <p:nvGrpSpPr>
          <p:cNvPr id="7" name="组合 6"/>
          <p:cNvGrpSpPr/>
          <p:nvPr userDrawn="1"/>
        </p:nvGrpSpPr>
        <p:grpSpPr>
          <a:xfrm>
            <a:off x="515179" y="456929"/>
            <a:ext cx="461783" cy="485190"/>
            <a:chOff x="-779463" y="1835151"/>
            <a:chExt cx="1136650" cy="1193799"/>
          </a:xfrm>
          <a:solidFill>
            <a:schemeClr val="bg1"/>
          </a:solidFill>
        </p:grpSpPr>
        <p:sp>
          <p:nvSpPr>
            <p:cNvPr id="8" name="Freeform 6"/>
            <p:cNvSpPr>
              <a:spLocks/>
            </p:cNvSpPr>
            <p:nvPr/>
          </p:nvSpPr>
          <p:spPr bwMode="auto">
            <a:xfrm>
              <a:off x="-727075" y="2262188"/>
              <a:ext cx="1031875" cy="625475"/>
            </a:xfrm>
            <a:custGeom>
              <a:avLst/>
              <a:gdLst>
                <a:gd name="T0" fmla="*/ 946 w 968"/>
                <a:gd name="T1" fmla="*/ 587 h 587"/>
                <a:gd name="T2" fmla="*/ 22 w 968"/>
                <a:gd name="T3" fmla="*/ 587 h 587"/>
                <a:gd name="T4" fmla="*/ 0 w 968"/>
                <a:gd name="T5" fmla="*/ 565 h 587"/>
                <a:gd name="T6" fmla="*/ 0 w 968"/>
                <a:gd name="T7" fmla="*/ 63 h 587"/>
                <a:gd name="T8" fmla="*/ 62 w 968"/>
                <a:gd name="T9" fmla="*/ 0 h 587"/>
                <a:gd name="T10" fmla="*/ 104 w 968"/>
                <a:gd name="T11" fmla="*/ 0 h 587"/>
                <a:gd name="T12" fmla="*/ 126 w 968"/>
                <a:gd name="T13" fmla="*/ 22 h 587"/>
                <a:gd name="T14" fmla="*/ 104 w 968"/>
                <a:gd name="T15" fmla="*/ 43 h 587"/>
                <a:gd name="T16" fmla="*/ 62 w 968"/>
                <a:gd name="T17" fmla="*/ 43 h 587"/>
                <a:gd name="T18" fmla="*/ 43 w 968"/>
                <a:gd name="T19" fmla="*/ 63 h 587"/>
                <a:gd name="T20" fmla="*/ 43 w 968"/>
                <a:gd name="T21" fmla="*/ 544 h 587"/>
                <a:gd name="T22" fmla="*/ 925 w 968"/>
                <a:gd name="T23" fmla="*/ 544 h 587"/>
                <a:gd name="T24" fmla="*/ 925 w 968"/>
                <a:gd name="T25" fmla="*/ 63 h 587"/>
                <a:gd name="T26" fmla="*/ 906 w 968"/>
                <a:gd name="T27" fmla="*/ 43 h 587"/>
                <a:gd name="T28" fmla="*/ 859 w 968"/>
                <a:gd name="T29" fmla="*/ 43 h 587"/>
                <a:gd name="T30" fmla="*/ 837 w 968"/>
                <a:gd name="T31" fmla="*/ 22 h 587"/>
                <a:gd name="T32" fmla="*/ 859 w 968"/>
                <a:gd name="T33" fmla="*/ 0 h 587"/>
                <a:gd name="T34" fmla="*/ 906 w 968"/>
                <a:gd name="T35" fmla="*/ 0 h 587"/>
                <a:gd name="T36" fmla="*/ 968 w 968"/>
                <a:gd name="T37" fmla="*/ 63 h 587"/>
                <a:gd name="T38" fmla="*/ 968 w 968"/>
                <a:gd name="T39" fmla="*/ 565 h 587"/>
                <a:gd name="T40" fmla="*/ 946 w 968"/>
                <a:gd name="T41" fmla="*/ 587 h 5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968" h="587">
                  <a:moveTo>
                    <a:pt x="946" y="587"/>
                  </a:moveTo>
                  <a:cubicBezTo>
                    <a:pt x="22" y="587"/>
                    <a:pt x="22" y="587"/>
                    <a:pt x="22" y="587"/>
                  </a:cubicBezTo>
                  <a:cubicBezTo>
                    <a:pt x="10" y="587"/>
                    <a:pt x="0" y="577"/>
                    <a:pt x="0" y="565"/>
                  </a:cubicBezTo>
                  <a:cubicBezTo>
                    <a:pt x="0" y="63"/>
                    <a:pt x="0" y="63"/>
                    <a:pt x="0" y="63"/>
                  </a:cubicBezTo>
                  <a:cubicBezTo>
                    <a:pt x="0" y="28"/>
                    <a:pt x="28" y="0"/>
                    <a:pt x="62" y="0"/>
                  </a:cubicBezTo>
                  <a:cubicBezTo>
                    <a:pt x="104" y="0"/>
                    <a:pt x="104" y="0"/>
                    <a:pt x="104" y="0"/>
                  </a:cubicBezTo>
                  <a:cubicBezTo>
                    <a:pt x="116" y="0"/>
                    <a:pt x="126" y="10"/>
                    <a:pt x="126" y="22"/>
                  </a:cubicBezTo>
                  <a:cubicBezTo>
                    <a:pt x="126" y="34"/>
                    <a:pt x="116" y="43"/>
                    <a:pt x="104" y="43"/>
                  </a:cubicBezTo>
                  <a:cubicBezTo>
                    <a:pt x="62" y="43"/>
                    <a:pt x="62" y="43"/>
                    <a:pt x="62" y="43"/>
                  </a:cubicBezTo>
                  <a:cubicBezTo>
                    <a:pt x="52" y="43"/>
                    <a:pt x="43" y="52"/>
                    <a:pt x="43" y="63"/>
                  </a:cubicBezTo>
                  <a:cubicBezTo>
                    <a:pt x="43" y="544"/>
                    <a:pt x="43" y="544"/>
                    <a:pt x="43" y="544"/>
                  </a:cubicBezTo>
                  <a:cubicBezTo>
                    <a:pt x="925" y="544"/>
                    <a:pt x="925" y="544"/>
                    <a:pt x="925" y="544"/>
                  </a:cubicBezTo>
                  <a:cubicBezTo>
                    <a:pt x="925" y="63"/>
                    <a:pt x="925" y="63"/>
                    <a:pt x="925" y="63"/>
                  </a:cubicBezTo>
                  <a:cubicBezTo>
                    <a:pt x="925" y="52"/>
                    <a:pt x="916" y="43"/>
                    <a:pt x="906" y="43"/>
                  </a:cubicBezTo>
                  <a:cubicBezTo>
                    <a:pt x="859" y="43"/>
                    <a:pt x="859" y="43"/>
                    <a:pt x="859" y="43"/>
                  </a:cubicBezTo>
                  <a:cubicBezTo>
                    <a:pt x="847" y="43"/>
                    <a:pt x="837" y="34"/>
                    <a:pt x="837" y="22"/>
                  </a:cubicBezTo>
                  <a:cubicBezTo>
                    <a:pt x="837" y="10"/>
                    <a:pt x="847" y="0"/>
                    <a:pt x="859" y="0"/>
                  </a:cubicBezTo>
                  <a:cubicBezTo>
                    <a:pt x="906" y="0"/>
                    <a:pt x="906" y="0"/>
                    <a:pt x="906" y="0"/>
                  </a:cubicBezTo>
                  <a:cubicBezTo>
                    <a:pt x="940" y="0"/>
                    <a:pt x="968" y="28"/>
                    <a:pt x="968" y="63"/>
                  </a:cubicBezTo>
                  <a:cubicBezTo>
                    <a:pt x="968" y="565"/>
                    <a:pt x="968" y="565"/>
                    <a:pt x="968" y="565"/>
                  </a:cubicBezTo>
                  <a:cubicBezTo>
                    <a:pt x="968" y="577"/>
                    <a:pt x="958" y="587"/>
                    <a:pt x="946" y="58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sp>
          <p:nvSpPr>
            <p:cNvPr id="9" name="Freeform 7"/>
            <p:cNvSpPr>
              <a:spLocks noEditPoints="1"/>
            </p:cNvSpPr>
            <p:nvPr/>
          </p:nvSpPr>
          <p:spPr bwMode="auto">
            <a:xfrm>
              <a:off x="-779463" y="2841625"/>
              <a:ext cx="1136650" cy="187325"/>
            </a:xfrm>
            <a:custGeom>
              <a:avLst/>
              <a:gdLst>
                <a:gd name="T0" fmla="*/ 1024 w 1066"/>
                <a:gd name="T1" fmla="*/ 176 h 176"/>
                <a:gd name="T2" fmla="*/ 42 w 1066"/>
                <a:gd name="T3" fmla="*/ 176 h 176"/>
                <a:gd name="T4" fmla="*/ 0 w 1066"/>
                <a:gd name="T5" fmla="*/ 134 h 176"/>
                <a:gd name="T6" fmla="*/ 0 w 1066"/>
                <a:gd name="T7" fmla="*/ 42 h 176"/>
                <a:gd name="T8" fmla="*/ 42 w 1066"/>
                <a:gd name="T9" fmla="*/ 0 h 176"/>
                <a:gd name="T10" fmla="*/ 1024 w 1066"/>
                <a:gd name="T11" fmla="*/ 0 h 176"/>
                <a:gd name="T12" fmla="*/ 1066 w 1066"/>
                <a:gd name="T13" fmla="*/ 42 h 176"/>
                <a:gd name="T14" fmla="*/ 1066 w 1066"/>
                <a:gd name="T15" fmla="*/ 134 h 176"/>
                <a:gd name="T16" fmla="*/ 1024 w 1066"/>
                <a:gd name="T17" fmla="*/ 176 h 176"/>
                <a:gd name="T18" fmla="*/ 1023 w 1066"/>
                <a:gd name="T19" fmla="*/ 42 h 176"/>
                <a:gd name="T20" fmla="*/ 42 w 1066"/>
                <a:gd name="T21" fmla="*/ 43 h 176"/>
                <a:gd name="T22" fmla="*/ 43 w 1066"/>
                <a:gd name="T23" fmla="*/ 134 h 176"/>
                <a:gd name="T24" fmla="*/ 1023 w 1066"/>
                <a:gd name="T25" fmla="*/ 133 h 176"/>
                <a:gd name="T26" fmla="*/ 1023 w 1066"/>
                <a:gd name="T27" fmla="*/ 42 h 1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066" h="176">
                  <a:moveTo>
                    <a:pt x="1024" y="176"/>
                  </a:moveTo>
                  <a:cubicBezTo>
                    <a:pt x="42" y="176"/>
                    <a:pt x="42" y="176"/>
                    <a:pt x="42" y="176"/>
                  </a:cubicBezTo>
                  <a:cubicBezTo>
                    <a:pt x="19" y="176"/>
                    <a:pt x="0" y="157"/>
                    <a:pt x="0" y="134"/>
                  </a:cubicBezTo>
                  <a:cubicBezTo>
                    <a:pt x="0" y="42"/>
                    <a:pt x="0" y="42"/>
                    <a:pt x="0" y="42"/>
                  </a:cubicBezTo>
                  <a:cubicBezTo>
                    <a:pt x="0" y="18"/>
                    <a:pt x="19" y="0"/>
                    <a:pt x="42" y="0"/>
                  </a:cubicBezTo>
                  <a:cubicBezTo>
                    <a:pt x="1024" y="0"/>
                    <a:pt x="1024" y="0"/>
                    <a:pt x="1024" y="0"/>
                  </a:cubicBezTo>
                  <a:cubicBezTo>
                    <a:pt x="1047" y="0"/>
                    <a:pt x="1066" y="18"/>
                    <a:pt x="1066" y="42"/>
                  </a:cubicBezTo>
                  <a:cubicBezTo>
                    <a:pt x="1066" y="134"/>
                    <a:pt x="1066" y="134"/>
                    <a:pt x="1066" y="134"/>
                  </a:cubicBezTo>
                  <a:cubicBezTo>
                    <a:pt x="1066" y="157"/>
                    <a:pt x="1047" y="176"/>
                    <a:pt x="1024" y="176"/>
                  </a:cubicBezTo>
                  <a:close/>
                  <a:moveTo>
                    <a:pt x="1023" y="42"/>
                  </a:moveTo>
                  <a:cubicBezTo>
                    <a:pt x="42" y="43"/>
                    <a:pt x="42" y="43"/>
                    <a:pt x="42" y="43"/>
                  </a:cubicBezTo>
                  <a:cubicBezTo>
                    <a:pt x="43" y="134"/>
                    <a:pt x="43" y="134"/>
                    <a:pt x="43" y="134"/>
                  </a:cubicBezTo>
                  <a:cubicBezTo>
                    <a:pt x="1023" y="133"/>
                    <a:pt x="1023" y="133"/>
                    <a:pt x="1023" y="133"/>
                  </a:cubicBezTo>
                  <a:lnTo>
                    <a:pt x="1023" y="4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sp>
          <p:nvSpPr>
            <p:cNvPr id="10" name="Freeform 8"/>
            <p:cNvSpPr>
              <a:spLocks/>
            </p:cNvSpPr>
            <p:nvPr/>
          </p:nvSpPr>
          <p:spPr bwMode="auto">
            <a:xfrm>
              <a:off x="-303213" y="2911475"/>
              <a:ext cx="184150" cy="46037"/>
            </a:xfrm>
            <a:custGeom>
              <a:avLst/>
              <a:gdLst>
                <a:gd name="T0" fmla="*/ 151 w 172"/>
                <a:gd name="T1" fmla="*/ 43 h 43"/>
                <a:gd name="T2" fmla="*/ 21 w 172"/>
                <a:gd name="T3" fmla="*/ 43 h 43"/>
                <a:gd name="T4" fmla="*/ 0 w 172"/>
                <a:gd name="T5" fmla="*/ 22 h 43"/>
                <a:gd name="T6" fmla="*/ 21 w 172"/>
                <a:gd name="T7" fmla="*/ 0 h 43"/>
                <a:gd name="T8" fmla="*/ 151 w 172"/>
                <a:gd name="T9" fmla="*/ 0 h 43"/>
                <a:gd name="T10" fmla="*/ 172 w 172"/>
                <a:gd name="T11" fmla="*/ 22 h 43"/>
                <a:gd name="T12" fmla="*/ 151 w 172"/>
                <a:gd name="T13" fmla="*/ 43 h 43"/>
              </a:gdLst>
              <a:ahLst/>
              <a:cxnLst>
                <a:cxn ang="0">
                  <a:pos x="T0" y="T1"/>
                </a:cxn>
                <a:cxn ang="0">
                  <a:pos x="T2" y="T3"/>
                </a:cxn>
                <a:cxn ang="0">
                  <a:pos x="T4" y="T5"/>
                </a:cxn>
                <a:cxn ang="0">
                  <a:pos x="T6" y="T7"/>
                </a:cxn>
                <a:cxn ang="0">
                  <a:pos x="T8" y="T9"/>
                </a:cxn>
                <a:cxn ang="0">
                  <a:pos x="T10" y="T11"/>
                </a:cxn>
                <a:cxn ang="0">
                  <a:pos x="T12" y="T13"/>
                </a:cxn>
              </a:cxnLst>
              <a:rect l="0" t="0" r="r" b="b"/>
              <a:pathLst>
                <a:path w="172" h="43">
                  <a:moveTo>
                    <a:pt x="151" y="43"/>
                  </a:moveTo>
                  <a:cubicBezTo>
                    <a:pt x="21" y="43"/>
                    <a:pt x="21" y="43"/>
                    <a:pt x="21" y="43"/>
                  </a:cubicBezTo>
                  <a:cubicBezTo>
                    <a:pt x="10" y="43"/>
                    <a:pt x="0" y="34"/>
                    <a:pt x="0" y="22"/>
                  </a:cubicBezTo>
                  <a:cubicBezTo>
                    <a:pt x="0" y="10"/>
                    <a:pt x="10" y="0"/>
                    <a:pt x="21" y="0"/>
                  </a:cubicBezTo>
                  <a:cubicBezTo>
                    <a:pt x="151" y="0"/>
                    <a:pt x="151" y="0"/>
                    <a:pt x="151" y="0"/>
                  </a:cubicBezTo>
                  <a:cubicBezTo>
                    <a:pt x="162" y="0"/>
                    <a:pt x="172" y="10"/>
                    <a:pt x="172" y="22"/>
                  </a:cubicBezTo>
                  <a:cubicBezTo>
                    <a:pt x="172" y="34"/>
                    <a:pt x="162" y="43"/>
                    <a:pt x="151" y="4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sp>
          <p:nvSpPr>
            <p:cNvPr id="11" name="Freeform 9"/>
            <p:cNvSpPr>
              <a:spLocks noEditPoints="1"/>
            </p:cNvSpPr>
            <p:nvPr/>
          </p:nvSpPr>
          <p:spPr bwMode="auto">
            <a:xfrm>
              <a:off x="-568325" y="1835151"/>
              <a:ext cx="712788" cy="852487"/>
            </a:xfrm>
            <a:custGeom>
              <a:avLst/>
              <a:gdLst>
                <a:gd name="T0" fmla="*/ 335 w 668"/>
                <a:gd name="T1" fmla="*/ 800 h 800"/>
                <a:gd name="T2" fmla="*/ 316 w 668"/>
                <a:gd name="T3" fmla="*/ 789 h 800"/>
                <a:gd name="T4" fmla="*/ 246 w 668"/>
                <a:gd name="T5" fmla="*/ 662 h 800"/>
                <a:gd name="T6" fmla="*/ 57 w 668"/>
                <a:gd name="T7" fmla="*/ 508 h 800"/>
                <a:gd name="T8" fmla="*/ 49 w 668"/>
                <a:gd name="T9" fmla="*/ 492 h 800"/>
                <a:gd name="T10" fmla="*/ 84 w 668"/>
                <a:gd name="T11" fmla="*/ 168 h 800"/>
                <a:gd name="T12" fmla="*/ 202 w 668"/>
                <a:gd name="T13" fmla="*/ 73 h 800"/>
                <a:gd name="T14" fmla="*/ 621 w 668"/>
                <a:gd name="T15" fmla="*/ 226 h 800"/>
                <a:gd name="T16" fmla="*/ 621 w 668"/>
                <a:gd name="T17" fmla="*/ 226 h 800"/>
                <a:gd name="T18" fmla="*/ 594 w 668"/>
                <a:gd name="T19" fmla="*/ 538 h 800"/>
                <a:gd name="T20" fmla="*/ 468 w 668"/>
                <a:gd name="T21" fmla="*/ 645 h 800"/>
                <a:gd name="T22" fmla="*/ 412 w 668"/>
                <a:gd name="T23" fmla="*/ 665 h 800"/>
                <a:gd name="T24" fmla="*/ 355 w 668"/>
                <a:gd name="T25" fmla="*/ 787 h 800"/>
                <a:gd name="T26" fmla="*/ 336 w 668"/>
                <a:gd name="T27" fmla="*/ 800 h 800"/>
                <a:gd name="T28" fmla="*/ 335 w 668"/>
                <a:gd name="T29" fmla="*/ 800 h 800"/>
                <a:gd name="T30" fmla="*/ 334 w 668"/>
                <a:gd name="T31" fmla="*/ 87 h 800"/>
                <a:gd name="T32" fmla="*/ 220 w 668"/>
                <a:gd name="T33" fmla="*/ 112 h 800"/>
                <a:gd name="T34" fmla="*/ 119 w 668"/>
                <a:gd name="T35" fmla="*/ 194 h 800"/>
                <a:gd name="T36" fmla="*/ 88 w 668"/>
                <a:gd name="T37" fmla="*/ 474 h 800"/>
                <a:gd name="T38" fmla="*/ 95 w 668"/>
                <a:gd name="T39" fmla="*/ 487 h 800"/>
                <a:gd name="T40" fmla="*/ 266 w 668"/>
                <a:gd name="T41" fmla="*/ 622 h 800"/>
                <a:gd name="T42" fmla="*/ 280 w 668"/>
                <a:gd name="T43" fmla="*/ 633 h 800"/>
                <a:gd name="T44" fmla="*/ 333 w 668"/>
                <a:gd name="T45" fmla="*/ 731 h 800"/>
                <a:gd name="T46" fmla="*/ 377 w 668"/>
                <a:gd name="T47" fmla="*/ 637 h 800"/>
                <a:gd name="T48" fmla="*/ 392 w 668"/>
                <a:gd name="T49" fmla="*/ 625 h 800"/>
                <a:gd name="T50" fmla="*/ 450 w 668"/>
                <a:gd name="T51" fmla="*/ 606 h 800"/>
                <a:gd name="T52" fmla="*/ 559 w 668"/>
                <a:gd name="T53" fmla="*/ 514 h 800"/>
                <a:gd name="T54" fmla="*/ 582 w 668"/>
                <a:gd name="T55" fmla="*/ 244 h 800"/>
                <a:gd name="T56" fmla="*/ 582 w 668"/>
                <a:gd name="T57" fmla="*/ 244 h 800"/>
                <a:gd name="T58" fmla="*/ 334 w 668"/>
                <a:gd name="T59" fmla="*/ 87 h 8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668" h="800">
                  <a:moveTo>
                    <a:pt x="335" y="800"/>
                  </a:moveTo>
                  <a:cubicBezTo>
                    <a:pt x="327" y="800"/>
                    <a:pt x="320" y="796"/>
                    <a:pt x="316" y="789"/>
                  </a:cubicBezTo>
                  <a:cubicBezTo>
                    <a:pt x="246" y="662"/>
                    <a:pt x="246" y="662"/>
                    <a:pt x="246" y="662"/>
                  </a:cubicBezTo>
                  <a:cubicBezTo>
                    <a:pt x="165" y="638"/>
                    <a:pt x="97" y="582"/>
                    <a:pt x="57" y="508"/>
                  </a:cubicBezTo>
                  <a:cubicBezTo>
                    <a:pt x="54" y="502"/>
                    <a:pt x="52" y="497"/>
                    <a:pt x="49" y="492"/>
                  </a:cubicBezTo>
                  <a:cubicBezTo>
                    <a:pt x="0" y="385"/>
                    <a:pt x="13" y="261"/>
                    <a:pt x="84" y="168"/>
                  </a:cubicBezTo>
                  <a:cubicBezTo>
                    <a:pt x="115" y="127"/>
                    <a:pt x="155" y="95"/>
                    <a:pt x="202" y="73"/>
                  </a:cubicBezTo>
                  <a:cubicBezTo>
                    <a:pt x="360" y="0"/>
                    <a:pt x="548" y="69"/>
                    <a:pt x="621" y="226"/>
                  </a:cubicBezTo>
                  <a:cubicBezTo>
                    <a:pt x="621" y="226"/>
                    <a:pt x="621" y="226"/>
                    <a:pt x="621" y="226"/>
                  </a:cubicBezTo>
                  <a:cubicBezTo>
                    <a:pt x="668" y="327"/>
                    <a:pt x="658" y="447"/>
                    <a:pt x="594" y="538"/>
                  </a:cubicBezTo>
                  <a:cubicBezTo>
                    <a:pt x="563" y="584"/>
                    <a:pt x="519" y="621"/>
                    <a:pt x="468" y="645"/>
                  </a:cubicBezTo>
                  <a:cubicBezTo>
                    <a:pt x="450" y="653"/>
                    <a:pt x="431" y="660"/>
                    <a:pt x="412" y="665"/>
                  </a:cubicBezTo>
                  <a:cubicBezTo>
                    <a:pt x="355" y="787"/>
                    <a:pt x="355" y="787"/>
                    <a:pt x="355" y="787"/>
                  </a:cubicBezTo>
                  <a:cubicBezTo>
                    <a:pt x="351" y="795"/>
                    <a:pt x="344" y="800"/>
                    <a:pt x="336" y="800"/>
                  </a:cubicBezTo>
                  <a:cubicBezTo>
                    <a:pt x="335" y="800"/>
                    <a:pt x="335" y="800"/>
                    <a:pt x="335" y="800"/>
                  </a:cubicBezTo>
                  <a:close/>
                  <a:moveTo>
                    <a:pt x="334" y="87"/>
                  </a:moveTo>
                  <a:cubicBezTo>
                    <a:pt x="296" y="87"/>
                    <a:pt x="257" y="95"/>
                    <a:pt x="220" y="112"/>
                  </a:cubicBezTo>
                  <a:cubicBezTo>
                    <a:pt x="180" y="131"/>
                    <a:pt x="145" y="159"/>
                    <a:pt x="119" y="194"/>
                  </a:cubicBezTo>
                  <a:cubicBezTo>
                    <a:pt x="57" y="275"/>
                    <a:pt x="45" y="382"/>
                    <a:pt x="88" y="474"/>
                  </a:cubicBezTo>
                  <a:cubicBezTo>
                    <a:pt x="90" y="478"/>
                    <a:pt x="92" y="483"/>
                    <a:pt x="95" y="487"/>
                  </a:cubicBezTo>
                  <a:cubicBezTo>
                    <a:pt x="130" y="554"/>
                    <a:pt x="193" y="603"/>
                    <a:pt x="266" y="622"/>
                  </a:cubicBezTo>
                  <a:cubicBezTo>
                    <a:pt x="272" y="624"/>
                    <a:pt x="277" y="628"/>
                    <a:pt x="280" y="633"/>
                  </a:cubicBezTo>
                  <a:cubicBezTo>
                    <a:pt x="333" y="731"/>
                    <a:pt x="333" y="731"/>
                    <a:pt x="333" y="731"/>
                  </a:cubicBezTo>
                  <a:cubicBezTo>
                    <a:pt x="377" y="637"/>
                    <a:pt x="377" y="637"/>
                    <a:pt x="377" y="637"/>
                  </a:cubicBezTo>
                  <a:cubicBezTo>
                    <a:pt x="380" y="631"/>
                    <a:pt x="386" y="626"/>
                    <a:pt x="392" y="625"/>
                  </a:cubicBezTo>
                  <a:cubicBezTo>
                    <a:pt x="413" y="621"/>
                    <a:pt x="432" y="614"/>
                    <a:pt x="450" y="606"/>
                  </a:cubicBezTo>
                  <a:cubicBezTo>
                    <a:pt x="494" y="585"/>
                    <a:pt x="532" y="554"/>
                    <a:pt x="559" y="514"/>
                  </a:cubicBezTo>
                  <a:cubicBezTo>
                    <a:pt x="613" y="435"/>
                    <a:pt x="622" y="331"/>
                    <a:pt x="582" y="244"/>
                  </a:cubicBezTo>
                  <a:cubicBezTo>
                    <a:pt x="582" y="244"/>
                    <a:pt x="582" y="244"/>
                    <a:pt x="582" y="244"/>
                  </a:cubicBezTo>
                  <a:cubicBezTo>
                    <a:pt x="536" y="145"/>
                    <a:pt x="437" y="87"/>
                    <a:pt x="334" y="8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sp>
          <p:nvSpPr>
            <p:cNvPr id="12" name="Freeform 10"/>
            <p:cNvSpPr>
              <a:spLocks noEditPoints="1"/>
            </p:cNvSpPr>
            <p:nvPr/>
          </p:nvSpPr>
          <p:spPr bwMode="auto">
            <a:xfrm>
              <a:off x="-354013" y="2181225"/>
              <a:ext cx="280988" cy="187325"/>
            </a:xfrm>
            <a:custGeom>
              <a:avLst/>
              <a:gdLst>
                <a:gd name="T0" fmla="*/ 140 w 263"/>
                <a:gd name="T1" fmla="*/ 177 h 177"/>
                <a:gd name="T2" fmla="*/ 130 w 263"/>
                <a:gd name="T3" fmla="*/ 177 h 177"/>
                <a:gd name="T4" fmla="*/ 2 w 263"/>
                <a:gd name="T5" fmla="*/ 115 h 177"/>
                <a:gd name="T6" fmla="*/ 3 w 263"/>
                <a:gd name="T7" fmla="*/ 21 h 177"/>
                <a:gd name="T8" fmla="*/ 25 w 263"/>
                <a:gd name="T9" fmla="*/ 0 h 177"/>
                <a:gd name="T10" fmla="*/ 46 w 263"/>
                <a:gd name="T11" fmla="*/ 21 h 177"/>
                <a:gd name="T12" fmla="*/ 45 w 263"/>
                <a:gd name="T13" fmla="*/ 113 h 177"/>
                <a:gd name="T14" fmla="*/ 131 w 263"/>
                <a:gd name="T15" fmla="*/ 134 h 177"/>
                <a:gd name="T16" fmla="*/ 218 w 263"/>
                <a:gd name="T17" fmla="*/ 119 h 177"/>
                <a:gd name="T18" fmla="*/ 220 w 263"/>
                <a:gd name="T19" fmla="*/ 27 h 177"/>
                <a:gd name="T20" fmla="*/ 242 w 263"/>
                <a:gd name="T21" fmla="*/ 6 h 177"/>
                <a:gd name="T22" fmla="*/ 263 w 263"/>
                <a:gd name="T23" fmla="*/ 28 h 177"/>
                <a:gd name="T24" fmla="*/ 261 w 263"/>
                <a:gd name="T25" fmla="*/ 122 h 177"/>
                <a:gd name="T26" fmla="*/ 214 w 263"/>
                <a:gd name="T27" fmla="*/ 168 h 177"/>
                <a:gd name="T28" fmla="*/ 140 w 263"/>
                <a:gd name="T29" fmla="*/ 177 h 177"/>
                <a:gd name="T30" fmla="*/ 45 w 263"/>
                <a:gd name="T31" fmla="*/ 116 h 177"/>
                <a:gd name="T32" fmla="*/ 45 w 263"/>
                <a:gd name="T33" fmla="*/ 116 h 177"/>
                <a:gd name="T34" fmla="*/ 45 w 263"/>
                <a:gd name="T35" fmla="*/ 116 h 1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63" h="177">
                  <a:moveTo>
                    <a:pt x="140" y="177"/>
                  </a:moveTo>
                  <a:cubicBezTo>
                    <a:pt x="137" y="177"/>
                    <a:pt x="133" y="177"/>
                    <a:pt x="130" y="177"/>
                  </a:cubicBezTo>
                  <a:cubicBezTo>
                    <a:pt x="65" y="175"/>
                    <a:pt x="0" y="155"/>
                    <a:pt x="2" y="115"/>
                  </a:cubicBezTo>
                  <a:cubicBezTo>
                    <a:pt x="3" y="21"/>
                    <a:pt x="3" y="21"/>
                    <a:pt x="3" y="21"/>
                  </a:cubicBezTo>
                  <a:cubicBezTo>
                    <a:pt x="3" y="9"/>
                    <a:pt x="14" y="0"/>
                    <a:pt x="25" y="0"/>
                  </a:cubicBezTo>
                  <a:cubicBezTo>
                    <a:pt x="37" y="0"/>
                    <a:pt x="47" y="10"/>
                    <a:pt x="46" y="21"/>
                  </a:cubicBezTo>
                  <a:cubicBezTo>
                    <a:pt x="45" y="113"/>
                    <a:pt x="45" y="113"/>
                    <a:pt x="45" y="113"/>
                  </a:cubicBezTo>
                  <a:cubicBezTo>
                    <a:pt x="51" y="120"/>
                    <a:pt x="82" y="133"/>
                    <a:pt x="131" y="134"/>
                  </a:cubicBezTo>
                  <a:cubicBezTo>
                    <a:pt x="180" y="136"/>
                    <a:pt x="211" y="125"/>
                    <a:pt x="218" y="119"/>
                  </a:cubicBezTo>
                  <a:cubicBezTo>
                    <a:pt x="220" y="27"/>
                    <a:pt x="220" y="27"/>
                    <a:pt x="220" y="27"/>
                  </a:cubicBezTo>
                  <a:cubicBezTo>
                    <a:pt x="220" y="15"/>
                    <a:pt x="231" y="5"/>
                    <a:pt x="242" y="6"/>
                  </a:cubicBezTo>
                  <a:cubicBezTo>
                    <a:pt x="254" y="6"/>
                    <a:pt x="263" y="16"/>
                    <a:pt x="263" y="28"/>
                  </a:cubicBezTo>
                  <a:cubicBezTo>
                    <a:pt x="261" y="122"/>
                    <a:pt x="261" y="122"/>
                    <a:pt x="261" y="122"/>
                  </a:cubicBezTo>
                  <a:cubicBezTo>
                    <a:pt x="261" y="136"/>
                    <a:pt x="252" y="156"/>
                    <a:pt x="214" y="168"/>
                  </a:cubicBezTo>
                  <a:cubicBezTo>
                    <a:pt x="193" y="174"/>
                    <a:pt x="167" y="177"/>
                    <a:pt x="140" y="177"/>
                  </a:cubicBezTo>
                  <a:close/>
                  <a:moveTo>
                    <a:pt x="45" y="116"/>
                  </a:moveTo>
                  <a:cubicBezTo>
                    <a:pt x="45" y="116"/>
                    <a:pt x="45" y="116"/>
                    <a:pt x="45" y="116"/>
                  </a:cubicBezTo>
                  <a:cubicBezTo>
                    <a:pt x="45" y="116"/>
                    <a:pt x="45" y="116"/>
                    <a:pt x="45" y="11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sp>
          <p:nvSpPr>
            <p:cNvPr id="13" name="Freeform 11"/>
            <p:cNvSpPr>
              <a:spLocks noEditPoints="1"/>
            </p:cNvSpPr>
            <p:nvPr/>
          </p:nvSpPr>
          <p:spPr bwMode="auto">
            <a:xfrm>
              <a:off x="-420688" y="2066925"/>
              <a:ext cx="419100" cy="209550"/>
            </a:xfrm>
            <a:custGeom>
              <a:avLst/>
              <a:gdLst>
                <a:gd name="T0" fmla="*/ 195 w 394"/>
                <a:gd name="T1" fmla="*/ 197 h 197"/>
                <a:gd name="T2" fmla="*/ 186 w 394"/>
                <a:gd name="T3" fmla="*/ 195 h 197"/>
                <a:gd name="T4" fmla="*/ 13 w 394"/>
                <a:gd name="T5" fmla="*/ 117 h 197"/>
                <a:gd name="T6" fmla="*/ 0 w 394"/>
                <a:gd name="T7" fmla="*/ 97 h 197"/>
                <a:gd name="T8" fmla="*/ 14 w 394"/>
                <a:gd name="T9" fmla="*/ 77 h 197"/>
                <a:gd name="T10" fmla="*/ 191 w 394"/>
                <a:gd name="T11" fmla="*/ 2 h 197"/>
                <a:gd name="T12" fmla="*/ 209 w 394"/>
                <a:gd name="T13" fmla="*/ 3 h 197"/>
                <a:gd name="T14" fmla="*/ 382 w 394"/>
                <a:gd name="T15" fmla="*/ 88 h 197"/>
                <a:gd name="T16" fmla="*/ 394 w 394"/>
                <a:gd name="T17" fmla="*/ 108 h 197"/>
                <a:gd name="T18" fmla="*/ 380 w 394"/>
                <a:gd name="T19" fmla="*/ 128 h 197"/>
                <a:gd name="T20" fmla="*/ 203 w 394"/>
                <a:gd name="T21" fmla="*/ 195 h 197"/>
                <a:gd name="T22" fmla="*/ 195 w 394"/>
                <a:gd name="T23" fmla="*/ 197 h 197"/>
                <a:gd name="T24" fmla="*/ 76 w 394"/>
                <a:gd name="T25" fmla="*/ 98 h 197"/>
                <a:gd name="T26" fmla="*/ 196 w 394"/>
                <a:gd name="T27" fmla="*/ 152 h 197"/>
                <a:gd name="T28" fmla="*/ 318 w 394"/>
                <a:gd name="T29" fmla="*/ 105 h 197"/>
                <a:gd name="T30" fmla="*/ 199 w 394"/>
                <a:gd name="T31" fmla="*/ 46 h 197"/>
                <a:gd name="T32" fmla="*/ 76 w 394"/>
                <a:gd name="T33" fmla="*/ 98 h 1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94" h="197">
                  <a:moveTo>
                    <a:pt x="195" y="197"/>
                  </a:moveTo>
                  <a:cubicBezTo>
                    <a:pt x="192" y="197"/>
                    <a:pt x="189" y="196"/>
                    <a:pt x="186" y="195"/>
                  </a:cubicBezTo>
                  <a:cubicBezTo>
                    <a:pt x="13" y="117"/>
                    <a:pt x="13" y="117"/>
                    <a:pt x="13" y="117"/>
                  </a:cubicBezTo>
                  <a:cubicBezTo>
                    <a:pt x="5" y="113"/>
                    <a:pt x="0" y="105"/>
                    <a:pt x="0" y="97"/>
                  </a:cubicBezTo>
                  <a:cubicBezTo>
                    <a:pt x="1" y="88"/>
                    <a:pt x="6" y="80"/>
                    <a:pt x="14" y="77"/>
                  </a:cubicBezTo>
                  <a:cubicBezTo>
                    <a:pt x="191" y="2"/>
                    <a:pt x="191" y="2"/>
                    <a:pt x="191" y="2"/>
                  </a:cubicBezTo>
                  <a:cubicBezTo>
                    <a:pt x="197" y="0"/>
                    <a:pt x="203" y="0"/>
                    <a:pt x="209" y="3"/>
                  </a:cubicBezTo>
                  <a:cubicBezTo>
                    <a:pt x="382" y="88"/>
                    <a:pt x="382" y="88"/>
                    <a:pt x="382" y="88"/>
                  </a:cubicBezTo>
                  <a:cubicBezTo>
                    <a:pt x="389" y="92"/>
                    <a:pt x="394" y="100"/>
                    <a:pt x="394" y="108"/>
                  </a:cubicBezTo>
                  <a:cubicBezTo>
                    <a:pt x="393" y="117"/>
                    <a:pt x="388" y="124"/>
                    <a:pt x="380" y="128"/>
                  </a:cubicBezTo>
                  <a:cubicBezTo>
                    <a:pt x="203" y="195"/>
                    <a:pt x="203" y="195"/>
                    <a:pt x="203" y="195"/>
                  </a:cubicBezTo>
                  <a:cubicBezTo>
                    <a:pt x="200" y="196"/>
                    <a:pt x="197" y="197"/>
                    <a:pt x="195" y="197"/>
                  </a:cubicBezTo>
                  <a:close/>
                  <a:moveTo>
                    <a:pt x="76" y="98"/>
                  </a:moveTo>
                  <a:cubicBezTo>
                    <a:pt x="196" y="152"/>
                    <a:pt x="196" y="152"/>
                    <a:pt x="196" y="152"/>
                  </a:cubicBezTo>
                  <a:cubicBezTo>
                    <a:pt x="318" y="105"/>
                    <a:pt x="318" y="105"/>
                    <a:pt x="318" y="105"/>
                  </a:cubicBezTo>
                  <a:cubicBezTo>
                    <a:pt x="199" y="46"/>
                    <a:pt x="199" y="46"/>
                    <a:pt x="199" y="46"/>
                  </a:cubicBezTo>
                  <a:lnTo>
                    <a:pt x="76" y="9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grpSp>
    </p:spTree>
    <p:extLst>
      <p:ext uri="{BB962C8B-B14F-4D97-AF65-F5344CB8AC3E}">
        <p14:creationId xmlns:p14="http://schemas.microsoft.com/office/powerpoint/2010/main" val="201019123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5#谢谢">
    <p:spTree>
      <p:nvGrpSpPr>
        <p:cNvPr id="1" name=""/>
        <p:cNvGrpSpPr/>
        <p:nvPr/>
      </p:nvGrpSpPr>
      <p:grpSpPr>
        <a:xfrm>
          <a:off x="0" y="0"/>
          <a:ext cx="0" cy="0"/>
          <a:chOff x="0" y="0"/>
          <a:chExt cx="0" cy="0"/>
        </a:xfrm>
      </p:grpSpPr>
      <p:pic>
        <p:nvPicPr>
          <p:cNvPr id="9" name="Picture 2" descr="D:\201207257配图\培训\shutterstock_242224906.jpg"/>
          <p:cNvPicPr>
            <a:picLocks noChangeAspect="1" noChangeArrowheads="1"/>
          </p:cNvPicPr>
          <p:nvPr userDrawn="1"/>
        </p:nvPicPr>
        <p:blipFill rotWithShape="1">
          <a:blip r:embed="rId2" cstate="email">
            <a:extLst>
              <a:ext uri="{28A0092B-C50C-407E-A947-70E740481C1C}">
                <a14:useLocalDpi xmlns:a14="http://schemas.microsoft.com/office/drawing/2010/main"/>
              </a:ext>
            </a:extLst>
          </a:blip>
          <a:srcRect t="17896" b="10658"/>
          <a:stretch/>
        </p:blipFill>
        <p:spPr bwMode="auto">
          <a:xfrm>
            <a:off x="1549" y="0"/>
            <a:ext cx="12188902" cy="6858000"/>
          </a:xfrm>
          <a:prstGeom prst="rect">
            <a:avLst/>
          </a:prstGeom>
          <a:noFill/>
          <a:extLst>
            <a:ext uri="{909E8E84-426E-40DD-AFC4-6F175D3DCCD1}">
              <a14:hiddenFill xmlns:a14="http://schemas.microsoft.com/office/drawing/2010/main">
                <a:solidFill>
                  <a:srgbClr val="FFFFFF"/>
                </a:solidFill>
              </a14:hiddenFill>
            </a:ext>
          </a:extLst>
        </p:spPr>
      </p:pic>
      <p:sp>
        <p:nvSpPr>
          <p:cNvPr id="10" name="矩形 9"/>
          <p:cNvSpPr/>
          <p:nvPr userDrawn="1"/>
        </p:nvSpPr>
        <p:spPr bwMode="auto">
          <a:xfrm>
            <a:off x="2380" y="0"/>
            <a:ext cx="12187239" cy="6858000"/>
          </a:xfrm>
          <a:prstGeom prst="rect">
            <a:avLst/>
          </a:prstGeom>
          <a:solidFill>
            <a:srgbClr val="003C78">
              <a:alpha val="40000"/>
            </a:srgbClr>
          </a:solidFill>
          <a:ln w="9525" cap="flat" cmpd="sng" algn="ctr">
            <a:noFill/>
            <a:prstDash val="solid"/>
            <a:round/>
            <a:headEnd type="none" w="med" len="med"/>
            <a:tailEnd type="none" w="med" len="med"/>
          </a:ln>
          <a:effectLst/>
        </p:spPr>
        <p:txBody>
          <a:bodyPr vert="horz" wrap="square" lIns="91404" tIns="45702" rIns="91404" bIns="45702" numCol="1" rtlCol="0" anchor="t" anchorCtr="0" compatLnSpc="1">
            <a:prstTxWarp prst="textNoShape">
              <a:avLst/>
            </a:prstTxWarp>
          </a:bodyPr>
          <a:lstStyle/>
          <a:p>
            <a:pPr marL="0" marR="0" indent="0" algn="l" defTabSz="914034"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baseline="0">
              <a:ln>
                <a:noFill/>
              </a:ln>
              <a:solidFill>
                <a:schemeClr val="tx1"/>
              </a:solidFill>
              <a:effectLst/>
              <a:latin typeface="+mn-lt"/>
              <a:ea typeface="+mn-ea"/>
            </a:endParaRPr>
          </a:p>
        </p:txBody>
      </p:sp>
      <p:grpSp>
        <p:nvGrpSpPr>
          <p:cNvPr id="16" name="组合 15"/>
          <p:cNvGrpSpPr/>
          <p:nvPr userDrawn="1"/>
        </p:nvGrpSpPr>
        <p:grpSpPr>
          <a:xfrm>
            <a:off x="4148952" y="2637135"/>
            <a:ext cx="3894096" cy="1598831"/>
            <a:chOff x="4302972" y="2345035"/>
            <a:chExt cx="3895617" cy="1598831"/>
          </a:xfrm>
        </p:grpSpPr>
        <p:sp>
          <p:nvSpPr>
            <p:cNvPr id="14" name="矩形 13"/>
            <p:cNvSpPr/>
            <p:nvPr userDrawn="1"/>
          </p:nvSpPr>
          <p:spPr>
            <a:xfrm>
              <a:off x="5357748" y="2345035"/>
              <a:ext cx="1786065" cy="923330"/>
            </a:xfrm>
            <a:prstGeom prst="rect">
              <a:avLst/>
            </a:prstGeom>
            <a:noFill/>
          </p:spPr>
          <p:txBody>
            <a:bodyPr wrap="none" lIns="91440" tIns="45720" rIns="91440" bIns="45720">
              <a:spAutoFit/>
            </a:bodyPr>
            <a:lstStyle/>
            <a:p>
              <a:pPr algn="ctr"/>
              <a:r>
                <a:rPr lang="zh-CN" altLang="en-US" sz="5398" b="0" cap="none" spc="0" dirty="0">
                  <a:ln w="0"/>
                  <a:solidFill>
                    <a:schemeClr val="bg1"/>
                  </a:solidFill>
                  <a:effectLst>
                    <a:outerShdw blurRad="38100" dist="19050" dir="2700000" algn="tl" rotWithShape="0">
                      <a:schemeClr val="dk1">
                        <a:alpha val="40000"/>
                      </a:schemeClr>
                    </a:outerShdw>
                  </a:effectLst>
                </a:rPr>
                <a:t>谢 谢</a:t>
              </a:r>
              <a:endParaRPr lang="en-US" altLang="zh-CN" sz="5398" b="0" cap="none" spc="0" dirty="0">
                <a:ln w="0"/>
                <a:solidFill>
                  <a:schemeClr val="bg1"/>
                </a:solidFill>
                <a:effectLst>
                  <a:outerShdw blurRad="38100" dist="19050" dir="2700000" algn="tl" rotWithShape="0">
                    <a:schemeClr val="dk1">
                      <a:alpha val="40000"/>
                    </a:schemeClr>
                  </a:outerShdw>
                </a:effectLst>
              </a:endParaRPr>
            </a:p>
          </p:txBody>
        </p:sp>
        <p:sp>
          <p:nvSpPr>
            <p:cNvPr id="15" name="矩形 14"/>
            <p:cNvSpPr/>
            <p:nvPr userDrawn="1"/>
          </p:nvSpPr>
          <p:spPr>
            <a:xfrm>
              <a:off x="4302972" y="3297535"/>
              <a:ext cx="3895617" cy="646331"/>
            </a:xfrm>
            <a:prstGeom prst="rect">
              <a:avLst/>
            </a:prstGeom>
            <a:noFill/>
          </p:spPr>
          <p:txBody>
            <a:bodyPr wrap="none" lIns="91440" tIns="45720" rIns="91440" bIns="45720">
              <a:spAutoFit/>
            </a:bodyPr>
            <a:lstStyle/>
            <a:p>
              <a:pPr algn="ctr"/>
              <a:r>
                <a:rPr lang="en-US" altLang="zh-CN" sz="3599" b="0" cap="none" spc="0" dirty="0">
                  <a:ln w="0"/>
                  <a:solidFill>
                    <a:schemeClr val="bg1"/>
                  </a:solidFill>
                  <a:effectLst>
                    <a:outerShdw blurRad="38100" dist="19050" dir="2700000" algn="tl" rotWithShape="0">
                      <a:schemeClr val="dk1">
                        <a:alpha val="40000"/>
                      </a:schemeClr>
                    </a:outerShdw>
                  </a:effectLst>
                </a:rPr>
                <a:t>www.huawei.com</a:t>
              </a:r>
              <a:endParaRPr lang="zh-CN" altLang="en-US" sz="3599" b="0" cap="none" spc="0" dirty="0">
                <a:ln w="0"/>
                <a:solidFill>
                  <a:schemeClr val="bg1"/>
                </a:solidFill>
                <a:effectLst>
                  <a:outerShdw blurRad="38100" dist="19050" dir="2700000" algn="tl" rotWithShape="0">
                    <a:schemeClr val="dk1">
                      <a:alpha val="40000"/>
                    </a:schemeClr>
                  </a:outerShdw>
                </a:effectLst>
              </a:endParaRPr>
            </a:p>
          </p:txBody>
        </p:sp>
      </p:grpSp>
    </p:spTree>
    <p:extLst>
      <p:ext uri="{BB962C8B-B14F-4D97-AF65-F5344CB8AC3E}">
        <p14:creationId xmlns:p14="http://schemas.microsoft.com/office/powerpoint/2010/main" val="4103688268"/>
      </p:ext>
    </p:extLst>
  </p:cSld>
  <p:clrMapOvr>
    <a:masterClrMapping/>
  </p:clrMapOvr>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1.png"/><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tangle 6"/>
          <p:cNvSpPr>
            <a:spLocks noGrp="1" noChangeArrowheads="1"/>
          </p:cNvSpPr>
          <p:nvPr>
            <p:ph type="title"/>
          </p:nvPr>
        </p:nvSpPr>
        <p:spPr bwMode="auto">
          <a:xfrm>
            <a:off x="869611" y="260649"/>
            <a:ext cx="10323183" cy="868363"/>
          </a:xfrm>
          <a:prstGeom prst="rect">
            <a:avLst/>
          </a:prstGeom>
          <a:noFill/>
          <a:ln w="9525">
            <a:noFill/>
            <a:miter lim="800000"/>
            <a:headEnd/>
            <a:tailEnd/>
          </a:ln>
        </p:spPr>
        <p:txBody>
          <a:bodyPr vert="horz" wrap="square" lIns="80128" tIns="40064" rIns="80128" bIns="40064" numCol="1" anchor="ctr" anchorCtr="0" compatLnSpc="1">
            <a:prstTxWarp prst="textNoShape">
              <a:avLst/>
            </a:prstTxWarp>
          </a:bodyPr>
          <a:lstStyle/>
          <a:p>
            <a:pPr lvl="0"/>
            <a:r>
              <a:rPr lang="zh-CN" altLang="en-US" dirty="0"/>
              <a:t>单击此处编辑母版标题样式</a:t>
            </a:r>
          </a:p>
        </p:txBody>
      </p:sp>
      <p:sp>
        <p:nvSpPr>
          <p:cNvPr id="8" name="Rectangle 57"/>
          <p:cNvSpPr>
            <a:spLocks noGrp="1" noChangeArrowheads="1"/>
          </p:cNvSpPr>
          <p:nvPr>
            <p:ph type="body" idx="1"/>
          </p:nvPr>
        </p:nvSpPr>
        <p:spPr bwMode="auto">
          <a:xfrm>
            <a:off x="466221" y="1248074"/>
            <a:ext cx="11279865" cy="4195763"/>
          </a:xfrm>
          <a:prstGeom prst="rect">
            <a:avLst/>
          </a:prstGeom>
          <a:noFill/>
          <a:ln w="9525">
            <a:noFill/>
            <a:miter lim="800000"/>
            <a:headEnd/>
            <a:tailEnd/>
          </a:ln>
        </p:spPr>
        <p:txBody>
          <a:bodyPr vert="horz" wrap="square" lIns="80141" tIns="40071" rIns="80141" bIns="40071" numCol="1" anchor="t" anchorCtr="0" compatLnSpc="1">
            <a:prstTxWarp prst="textNoShape">
              <a:avLst/>
            </a:prstTxWarp>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9" name="Rectangle 69">
            <a:extLst>
              <a:ext uri="{FF2B5EF4-FFF2-40B4-BE49-F238E27FC236}">
                <a16:creationId xmlns:a16="http://schemas.microsoft.com/office/drawing/2014/main" xmlns="" id="{6ED2DBAA-9261-44D2-836C-78E5FB250BAC}"/>
              </a:ext>
            </a:extLst>
          </p:cNvPr>
          <p:cNvSpPr>
            <a:spLocks noChangeArrowheads="1"/>
          </p:cNvSpPr>
          <p:nvPr userDrawn="1"/>
        </p:nvSpPr>
        <p:spPr bwMode="auto">
          <a:xfrm>
            <a:off x="155280" y="6500581"/>
            <a:ext cx="658440" cy="265552"/>
          </a:xfrm>
          <a:prstGeom prst="rect">
            <a:avLst/>
          </a:prstGeom>
          <a:noFill/>
          <a:ln w="9525" algn="ctr">
            <a:noFill/>
            <a:miter lim="800000"/>
            <a:headEnd/>
            <a:tailEnd/>
          </a:ln>
          <a:effectLst/>
        </p:spPr>
        <p:txBody>
          <a:bodyPr wrap="none" lIns="80070" tIns="40036" rIns="80070" bIns="40036">
            <a:spAutoFit/>
          </a:bodyPr>
          <a:lstStyle/>
          <a:p>
            <a:pPr defTabSz="801347" eaLnBrk="0" fontAlgn="base" hangingPunct="0">
              <a:defRPr/>
            </a:pPr>
            <a:r>
              <a:rPr lang="zh-CN" altLang="en-US" sz="1200" baseline="0" dirty="0">
                <a:latin typeface="+mn-lt"/>
                <a:ea typeface="+mn-ea"/>
                <a:cs typeface="Arial" pitchFamily="34" charset="0"/>
              </a:rPr>
              <a:t>第</a:t>
            </a:r>
            <a:fld id="{2F2CF7F5-F178-4429-B6CA-28062DF31937}" type="slidenum">
              <a:rPr lang="en-US" altLang="zh-CN" sz="1200" smtClean="0">
                <a:latin typeface="+mn-lt"/>
                <a:ea typeface="+mn-ea"/>
                <a:cs typeface="Arial" pitchFamily="34" charset="0"/>
              </a:rPr>
              <a:pPr defTabSz="801347" eaLnBrk="0" fontAlgn="base" hangingPunct="0">
                <a:defRPr/>
              </a:pPr>
              <a:t>‹#›</a:t>
            </a:fld>
            <a:r>
              <a:rPr lang="zh-CN" altLang="en-US" sz="1200" dirty="0">
                <a:latin typeface="+mn-lt"/>
                <a:ea typeface="+mn-ea"/>
                <a:cs typeface="Arial" pitchFamily="34" charset="0"/>
              </a:rPr>
              <a:t>页</a:t>
            </a:r>
            <a:endParaRPr lang="en-US" altLang="zh-CN" sz="1200" dirty="0">
              <a:latin typeface="+mn-lt"/>
              <a:ea typeface="+mn-ea"/>
              <a:cs typeface="Arial" pitchFamily="34" charset="0"/>
            </a:endParaRPr>
          </a:p>
        </p:txBody>
      </p:sp>
      <p:sp>
        <p:nvSpPr>
          <p:cNvPr id="10" name="Rectangle 54">
            <a:extLst>
              <a:ext uri="{FF2B5EF4-FFF2-40B4-BE49-F238E27FC236}">
                <a16:creationId xmlns:a16="http://schemas.microsoft.com/office/drawing/2014/main" xmlns="" id="{2078FA11-5569-4994-AEB7-1AF5CAC763B0}"/>
              </a:ext>
            </a:extLst>
          </p:cNvPr>
          <p:cNvSpPr>
            <a:spLocks noChangeArrowheads="1"/>
          </p:cNvSpPr>
          <p:nvPr userDrawn="1"/>
        </p:nvSpPr>
        <p:spPr bwMode="auto">
          <a:xfrm>
            <a:off x="947058" y="6500581"/>
            <a:ext cx="2572620" cy="265520"/>
          </a:xfrm>
          <a:prstGeom prst="rect">
            <a:avLst/>
          </a:prstGeom>
          <a:noFill/>
          <a:ln w="9525" algn="ctr">
            <a:noFill/>
            <a:miter lim="800000"/>
            <a:headEnd/>
            <a:tailEnd/>
          </a:ln>
          <a:effectLst/>
        </p:spPr>
        <p:txBody>
          <a:bodyPr wrap="none" lIns="80070" tIns="40036" rIns="80070" bIns="40036">
            <a:spAutoFit/>
          </a:bodyPr>
          <a:lstStyle/>
          <a:p>
            <a:pPr defTabSz="801347" eaLnBrk="0" fontAlgn="base" hangingPunct="0">
              <a:defRPr/>
            </a:pPr>
            <a:r>
              <a:rPr lang="zh-CN" altLang="en-US" sz="1200" baseline="0" dirty="0">
                <a:latin typeface="+mn-lt"/>
                <a:ea typeface="+mn-ea"/>
                <a:cs typeface="Arial" panose="020B0604020202020204" pitchFamily="34" charset="0"/>
              </a:rPr>
              <a:t>版权所有</a:t>
            </a:r>
            <a:r>
              <a:rPr lang="en-US" altLang="zh-CN" sz="1200" baseline="0">
                <a:latin typeface="+mn-lt"/>
                <a:ea typeface="+mn-ea"/>
                <a:cs typeface="Arial" panose="020B0604020202020204" pitchFamily="34" charset="0"/>
              </a:rPr>
              <a:t>© </a:t>
            </a:r>
            <a:r>
              <a:rPr lang="en-US" altLang="zh-CN" sz="1200" baseline="0" smtClean="0">
                <a:latin typeface="+mn-lt"/>
                <a:ea typeface="+mn-ea"/>
                <a:cs typeface="Arial" panose="020B0604020202020204" pitchFamily="34" charset="0"/>
              </a:rPr>
              <a:t>2020 </a:t>
            </a:r>
            <a:r>
              <a:rPr lang="zh-CN" altLang="en-US" sz="1200" baseline="0" dirty="0">
                <a:latin typeface="+mn-lt"/>
                <a:ea typeface="+mn-ea"/>
                <a:cs typeface="Arial" panose="020B0604020202020204" pitchFamily="34" charset="0"/>
              </a:rPr>
              <a:t>华为技术有限公司</a:t>
            </a:r>
          </a:p>
        </p:txBody>
      </p:sp>
      <p:pic>
        <p:nvPicPr>
          <p:cNvPr id="11" name="图片 10"/>
          <p:cNvPicPr>
            <a:picLocks noChangeAspect="1"/>
          </p:cNvPicPr>
          <p:nvPr userDrawn="1"/>
        </p:nvPicPr>
        <p:blipFill>
          <a:blip r:embed="rId17" cstate="print">
            <a:extLst>
              <a:ext uri="{28A0092B-C50C-407E-A947-70E740481C1C}">
                <a14:useLocalDpi xmlns:a14="http://schemas.microsoft.com/office/drawing/2010/main" val="0"/>
              </a:ext>
            </a:extLst>
          </a:blip>
          <a:stretch>
            <a:fillRect/>
          </a:stretch>
        </p:blipFill>
        <p:spPr>
          <a:xfrm>
            <a:off x="10670660" y="6504032"/>
            <a:ext cx="1248712" cy="273343"/>
          </a:xfrm>
          <a:prstGeom prst="rect">
            <a:avLst/>
          </a:prstGeom>
        </p:spPr>
      </p:pic>
      <p:sp>
        <p:nvSpPr>
          <p:cNvPr id="24" name="矩形 23">
            <a:extLst>
              <a:ext uri="{FF2B5EF4-FFF2-40B4-BE49-F238E27FC236}">
                <a16:creationId xmlns="" xmlns:a16="http://schemas.microsoft.com/office/drawing/2014/main" id="{32AEB80E-D574-4C1A-9EB9-3369A2BB96C5}"/>
              </a:ext>
            </a:extLst>
          </p:cNvPr>
          <p:cNvSpPr/>
          <p:nvPr userDrawn="1"/>
        </p:nvSpPr>
        <p:spPr>
          <a:xfrm>
            <a:off x="12246898" y="3916624"/>
            <a:ext cx="919908" cy="288726"/>
          </a:xfrm>
          <a:prstGeom prst="rect">
            <a:avLst/>
          </a:prstGeom>
          <a:solidFill>
            <a:srgbClr val="00B0F0"/>
          </a:solidFill>
        </p:spPr>
        <p:txBody>
          <a:bodyPr wrap="none" rtlCol="0" anchor="ctr">
            <a:noAutofit/>
          </a:bodyPr>
          <a:lstStyle/>
          <a:p>
            <a:pPr marL="342763" indent="-342763" algn="ctr" fontAlgn="auto">
              <a:buFont typeface="+mj-lt"/>
              <a:buAutoNum type="arabicPeriod"/>
            </a:pPr>
            <a:endParaRPr lang="zh-CN" altLang="en-US" sz="900">
              <a:latin typeface="+mn-lt"/>
              <a:ea typeface="+mn-ea"/>
              <a:cs typeface="Courier New" panose="02070309020205020404" pitchFamily="49" charset="0"/>
            </a:endParaRPr>
          </a:p>
        </p:txBody>
      </p:sp>
      <p:sp>
        <p:nvSpPr>
          <p:cNvPr id="25" name="矩形 24">
            <a:extLst>
              <a:ext uri="{FF2B5EF4-FFF2-40B4-BE49-F238E27FC236}">
                <a16:creationId xmlns="" xmlns:a16="http://schemas.microsoft.com/office/drawing/2014/main" id="{E94F5345-F49B-42D0-B35C-CA4FB19A3DA6}"/>
              </a:ext>
            </a:extLst>
          </p:cNvPr>
          <p:cNvSpPr/>
          <p:nvPr userDrawn="1"/>
        </p:nvSpPr>
        <p:spPr>
          <a:xfrm>
            <a:off x="12246898" y="4205452"/>
            <a:ext cx="919908" cy="288000"/>
          </a:xfrm>
          <a:prstGeom prst="rect">
            <a:avLst/>
          </a:prstGeom>
          <a:solidFill>
            <a:srgbClr val="99DFF9"/>
          </a:solidFill>
        </p:spPr>
        <p:txBody>
          <a:bodyPr wrap="none" rtlCol="0" anchor="ctr">
            <a:noAutofit/>
          </a:bodyPr>
          <a:lstStyle/>
          <a:p>
            <a:pPr marL="342763" indent="-342763" algn="ctr" fontAlgn="auto">
              <a:buFont typeface="+mj-lt"/>
              <a:buAutoNum type="arabicPeriod"/>
            </a:pPr>
            <a:endParaRPr lang="zh-CN" altLang="en-US" sz="900">
              <a:latin typeface="+mn-lt"/>
              <a:ea typeface="+mn-ea"/>
              <a:cs typeface="Courier New" panose="02070309020205020404" pitchFamily="49" charset="0"/>
            </a:endParaRPr>
          </a:p>
        </p:txBody>
      </p:sp>
      <p:sp>
        <p:nvSpPr>
          <p:cNvPr id="26" name="矩形 25">
            <a:extLst>
              <a:ext uri="{FF2B5EF4-FFF2-40B4-BE49-F238E27FC236}">
                <a16:creationId xmlns="" xmlns:a16="http://schemas.microsoft.com/office/drawing/2014/main" id="{BA62EB75-581F-4CD2-92A6-87BDFE3BDBC3}"/>
              </a:ext>
            </a:extLst>
          </p:cNvPr>
          <p:cNvSpPr/>
          <p:nvPr userDrawn="1"/>
        </p:nvSpPr>
        <p:spPr>
          <a:xfrm>
            <a:off x="12246898" y="4493554"/>
            <a:ext cx="919908" cy="288000"/>
          </a:xfrm>
          <a:prstGeom prst="rect">
            <a:avLst/>
          </a:prstGeom>
          <a:solidFill>
            <a:srgbClr val="D9D9D9"/>
          </a:solidFill>
        </p:spPr>
        <p:txBody>
          <a:bodyPr wrap="none" rtlCol="0" anchor="ctr">
            <a:noAutofit/>
          </a:bodyPr>
          <a:lstStyle/>
          <a:p>
            <a:pPr marL="342763" indent="-342763" algn="ctr" fontAlgn="auto">
              <a:buFont typeface="+mj-lt"/>
              <a:buAutoNum type="arabicPeriod"/>
            </a:pPr>
            <a:endParaRPr lang="zh-CN" altLang="en-US" sz="900">
              <a:latin typeface="+mn-lt"/>
              <a:ea typeface="+mn-ea"/>
              <a:cs typeface="Courier New" panose="02070309020205020404" pitchFamily="49" charset="0"/>
            </a:endParaRPr>
          </a:p>
        </p:txBody>
      </p:sp>
      <p:sp>
        <p:nvSpPr>
          <p:cNvPr id="27" name="矩形 26">
            <a:extLst>
              <a:ext uri="{FF2B5EF4-FFF2-40B4-BE49-F238E27FC236}">
                <a16:creationId xmlns="" xmlns:a16="http://schemas.microsoft.com/office/drawing/2014/main" id="{947DE7E3-EC9F-4331-B252-7BCE51B7F0DA}"/>
              </a:ext>
            </a:extLst>
          </p:cNvPr>
          <p:cNvSpPr/>
          <p:nvPr userDrawn="1"/>
        </p:nvSpPr>
        <p:spPr>
          <a:xfrm>
            <a:off x="12246898" y="4781656"/>
            <a:ext cx="919908" cy="288000"/>
          </a:xfrm>
          <a:prstGeom prst="rect">
            <a:avLst/>
          </a:prstGeom>
          <a:solidFill>
            <a:schemeClr val="accent2">
              <a:lumMod val="100000"/>
            </a:schemeClr>
          </a:solidFill>
        </p:spPr>
        <p:txBody>
          <a:bodyPr wrap="none" rtlCol="0" anchor="ctr">
            <a:noAutofit/>
          </a:bodyPr>
          <a:lstStyle/>
          <a:p>
            <a:pPr marL="342763" indent="-342763" algn="ctr" fontAlgn="auto">
              <a:buFont typeface="+mj-lt"/>
              <a:buAutoNum type="arabicPeriod"/>
            </a:pPr>
            <a:endParaRPr lang="zh-CN" altLang="en-US" sz="900">
              <a:latin typeface="+mn-lt"/>
              <a:ea typeface="+mn-ea"/>
              <a:cs typeface="Courier New" panose="02070309020205020404" pitchFamily="49" charset="0"/>
            </a:endParaRPr>
          </a:p>
        </p:txBody>
      </p:sp>
      <p:sp>
        <p:nvSpPr>
          <p:cNvPr id="28" name="矩形 27">
            <a:extLst>
              <a:ext uri="{FF2B5EF4-FFF2-40B4-BE49-F238E27FC236}">
                <a16:creationId xmlns="" xmlns:a16="http://schemas.microsoft.com/office/drawing/2014/main" id="{BE210CD8-3823-4C2E-B3EA-E42C40CFB29F}"/>
              </a:ext>
            </a:extLst>
          </p:cNvPr>
          <p:cNvSpPr/>
          <p:nvPr userDrawn="1"/>
        </p:nvSpPr>
        <p:spPr>
          <a:xfrm>
            <a:off x="12246898" y="5069758"/>
            <a:ext cx="919908" cy="288000"/>
          </a:xfrm>
          <a:prstGeom prst="rect">
            <a:avLst/>
          </a:prstGeom>
          <a:solidFill>
            <a:srgbClr val="F4FBFE"/>
          </a:solidFill>
        </p:spPr>
        <p:txBody>
          <a:bodyPr wrap="none" rtlCol="0" anchor="ctr">
            <a:noAutofit/>
          </a:bodyPr>
          <a:lstStyle/>
          <a:p>
            <a:pPr marL="342763" indent="-342763" algn="ctr" fontAlgn="auto">
              <a:buFont typeface="+mj-lt"/>
              <a:buAutoNum type="arabicPeriod"/>
            </a:pPr>
            <a:endParaRPr lang="zh-CN" altLang="en-US" sz="900">
              <a:latin typeface="+mn-lt"/>
              <a:ea typeface="+mn-ea"/>
              <a:cs typeface="Courier New" panose="02070309020205020404" pitchFamily="49" charset="0"/>
            </a:endParaRPr>
          </a:p>
        </p:txBody>
      </p:sp>
      <p:sp>
        <p:nvSpPr>
          <p:cNvPr id="29" name="文本框 28">
            <a:extLst>
              <a:ext uri="{FF2B5EF4-FFF2-40B4-BE49-F238E27FC236}">
                <a16:creationId xmlns="" xmlns:a16="http://schemas.microsoft.com/office/drawing/2014/main" id="{98A3A11A-AB61-497E-B3AE-12E999A6BBBA}"/>
              </a:ext>
            </a:extLst>
          </p:cNvPr>
          <p:cNvSpPr txBox="1"/>
          <p:nvPr userDrawn="1"/>
        </p:nvSpPr>
        <p:spPr bwMode="auto">
          <a:xfrm>
            <a:off x="12162529" y="3947408"/>
            <a:ext cx="1088651" cy="227159"/>
          </a:xfrm>
          <a:prstGeom prst="rect">
            <a:avLst/>
          </a:prstGeom>
          <a:noFill/>
          <a:ln w="9525" algn="ctr">
            <a:noFill/>
            <a:miter lim="800000"/>
            <a:headEnd/>
            <a:tailEnd/>
          </a:ln>
        </p:spPr>
        <p:txBody>
          <a:bodyPr vert="horz" wrap="none" lIns="87768" tIns="43884" rIns="87768" bIns="43884" numCol="1" rtlCol="0" anchor="ctr" anchorCtr="0" compatLnSpc="1">
            <a:prstTxWarp prst="textNoShape">
              <a:avLst/>
            </a:prstTxWarp>
            <a:spAutoFit/>
          </a:bodyPr>
          <a:lstStyle/>
          <a:p>
            <a:pPr algn="ctr" fontAlgn="auto"/>
            <a:r>
              <a:rPr lang="zh-CN" altLang="en-US" sz="900" dirty="0">
                <a:solidFill>
                  <a:schemeClr val="bg1"/>
                </a:solidFill>
                <a:latin typeface="+mn-lt"/>
                <a:ea typeface="+mn-ea"/>
              </a:rPr>
              <a:t>表格表头</a:t>
            </a:r>
          </a:p>
        </p:txBody>
      </p:sp>
      <p:sp>
        <p:nvSpPr>
          <p:cNvPr id="30" name="文本框 29">
            <a:extLst>
              <a:ext uri="{FF2B5EF4-FFF2-40B4-BE49-F238E27FC236}">
                <a16:creationId xmlns="" xmlns:a16="http://schemas.microsoft.com/office/drawing/2014/main" id="{CF824ACE-31EE-452D-A81D-32E189AFE158}"/>
              </a:ext>
            </a:extLst>
          </p:cNvPr>
          <p:cNvSpPr txBox="1"/>
          <p:nvPr userDrawn="1"/>
        </p:nvSpPr>
        <p:spPr bwMode="auto">
          <a:xfrm>
            <a:off x="12249538" y="4235890"/>
            <a:ext cx="914633" cy="227125"/>
          </a:xfrm>
          <a:prstGeom prst="rect">
            <a:avLst/>
          </a:prstGeom>
          <a:noFill/>
          <a:ln w="9525" algn="ctr">
            <a:noFill/>
            <a:miter lim="800000"/>
            <a:headEnd/>
            <a:tailEnd/>
          </a:ln>
        </p:spPr>
        <p:txBody>
          <a:bodyPr vert="horz" wrap="none" lIns="87768" tIns="43884" rIns="87768" bIns="43884" numCol="1" rtlCol="0" anchor="ctr" anchorCtr="0" compatLnSpc="1">
            <a:prstTxWarp prst="textNoShape">
              <a:avLst/>
            </a:prstTxWarp>
            <a:spAutoFit/>
          </a:bodyPr>
          <a:lstStyle/>
          <a:p>
            <a:pPr algn="ctr" fontAlgn="auto"/>
            <a:r>
              <a:rPr lang="zh-CN" altLang="en-US" sz="900" dirty="0" smtClean="0">
                <a:latin typeface="+mn-lt"/>
                <a:ea typeface="+mn-ea"/>
              </a:rPr>
              <a:t>表格</a:t>
            </a:r>
            <a:r>
              <a:rPr lang="en-US" altLang="zh-CN" sz="900" dirty="0" smtClean="0">
                <a:latin typeface="+mn-lt"/>
                <a:ea typeface="+mn-ea"/>
              </a:rPr>
              <a:t>/</a:t>
            </a:r>
            <a:r>
              <a:rPr lang="zh-CN" altLang="en-US" sz="900" dirty="0" smtClean="0">
                <a:latin typeface="+mn-lt"/>
                <a:ea typeface="+mn-ea"/>
              </a:rPr>
              <a:t>文字边框</a:t>
            </a:r>
            <a:endParaRPr lang="zh-CN" altLang="en-US" sz="900" dirty="0">
              <a:latin typeface="+mn-lt"/>
              <a:ea typeface="+mn-ea"/>
            </a:endParaRPr>
          </a:p>
        </p:txBody>
      </p:sp>
      <p:sp>
        <p:nvSpPr>
          <p:cNvPr id="31" name="文本框 30">
            <a:extLst>
              <a:ext uri="{FF2B5EF4-FFF2-40B4-BE49-F238E27FC236}">
                <a16:creationId xmlns="" xmlns:a16="http://schemas.microsoft.com/office/drawing/2014/main" id="{7399143C-FDAD-45F1-BC44-030BD92ABA98}"/>
              </a:ext>
            </a:extLst>
          </p:cNvPr>
          <p:cNvSpPr txBox="1"/>
          <p:nvPr userDrawn="1"/>
        </p:nvSpPr>
        <p:spPr bwMode="auto">
          <a:xfrm>
            <a:off x="12162526" y="4523977"/>
            <a:ext cx="1088651" cy="227159"/>
          </a:xfrm>
          <a:prstGeom prst="rect">
            <a:avLst/>
          </a:prstGeom>
          <a:noFill/>
          <a:ln w="9525" algn="ctr">
            <a:noFill/>
            <a:miter lim="800000"/>
            <a:headEnd/>
            <a:tailEnd/>
          </a:ln>
        </p:spPr>
        <p:txBody>
          <a:bodyPr vert="horz" wrap="none" lIns="87768" tIns="43884" rIns="87768" bIns="43884" numCol="1" rtlCol="0" anchor="ctr" anchorCtr="0" compatLnSpc="1">
            <a:prstTxWarp prst="textNoShape">
              <a:avLst/>
            </a:prstTxWarp>
            <a:spAutoFit/>
          </a:bodyPr>
          <a:lstStyle/>
          <a:p>
            <a:pPr algn="ctr" fontAlgn="auto"/>
            <a:r>
              <a:rPr lang="zh-CN" altLang="en-US" sz="900" dirty="0">
                <a:latin typeface="+mn-lt"/>
                <a:ea typeface="+mn-ea"/>
              </a:rPr>
              <a:t>导航灰底</a:t>
            </a:r>
          </a:p>
        </p:txBody>
      </p:sp>
      <p:sp>
        <p:nvSpPr>
          <p:cNvPr id="32" name="文本框 31">
            <a:extLst>
              <a:ext uri="{FF2B5EF4-FFF2-40B4-BE49-F238E27FC236}">
                <a16:creationId xmlns="" xmlns:a16="http://schemas.microsoft.com/office/drawing/2014/main" id="{308D80BD-0AC4-4D30-BDF8-F241047905A7}"/>
              </a:ext>
            </a:extLst>
          </p:cNvPr>
          <p:cNvSpPr txBox="1"/>
          <p:nvPr userDrawn="1"/>
        </p:nvSpPr>
        <p:spPr bwMode="auto">
          <a:xfrm>
            <a:off x="12457445" y="4812094"/>
            <a:ext cx="498816" cy="227125"/>
          </a:xfrm>
          <a:prstGeom prst="rect">
            <a:avLst/>
          </a:prstGeom>
          <a:noFill/>
          <a:ln w="9525" algn="ctr">
            <a:noFill/>
            <a:miter lim="800000"/>
            <a:headEnd/>
            <a:tailEnd/>
          </a:ln>
        </p:spPr>
        <p:txBody>
          <a:bodyPr vert="horz" wrap="none" lIns="87768" tIns="43884" rIns="87768" bIns="43884" numCol="1" rtlCol="0" anchor="ctr" anchorCtr="0" compatLnSpc="1">
            <a:prstTxWarp prst="textNoShape">
              <a:avLst/>
            </a:prstTxWarp>
            <a:spAutoFit/>
          </a:bodyPr>
          <a:lstStyle/>
          <a:p>
            <a:pPr algn="ctr" fontAlgn="auto"/>
            <a:r>
              <a:rPr lang="zh-CN" altLang="en-US" sz="900" dirty="0" smtClean="0">
                <a:solidFill>
                  <a:schemeClr val="bg1"/>
                </a:solidFill>
                <a:latin typeface="+mn-lt"/>
                <a:ea typeface="+mn-ea"/>
              </a:rPr>
              <a:t>红</a:t>
            </a:r>
            <a:endParaRPr lang="zh-CN" altLang="en-US" sz="900" dirty="0">
              <a:solidFill>
                <a:schemeClr val="bg1"/>
              </a:solidFill>
              <a:latin typeface="+mn-lt"/>
              <a:ea typeface="+mn-ea"/>
            </a:endParaRPr>
          </a:p>
        </p:txBody>
      </p:sp>
      <p:sp>
        <p:nvSpPr>
          <p:cNvPr id="33" name="文本框 32">
            <a:extLst>
              <a:ext uri="{FF2B5EF4-FFF2-40B4-BE49-F238E27FC236}">
                <a16:creationId xmlns="" xmlns:a16="http://schemas.microsoft.com/office/drawing/2014/main" id="{B9CBC549-23CA-4012-B493-FF768D1829F1}"/>
              </a:ext>
            </a:extLst>
          </p:cNvPr>
          <p:cNvSpPr txBox="1"/>
          <p:nvPr userDrawn="1"/>
        </p:nvSpPr>
        <p:spPr bwMode="auto">
          <a:xfrm>
            <a:off x="12249538" y="5100196"/>
            <a:ext cx="914633" cy="227125"/>
          </a:xfrm>
          <a:prstGeom prst="rect">
            <a:avLst/>
          </a:prstGeom>
          <a:noFill/>
          <a:ln w="9525" algn="ctr">
            <a:noFill/>
            <a:miter lim="800000"/>
            <a:headEnd/>
            <a:tailEnd/>
          </a:ln>
        </p:spPr>
        <p:txBody>
          <a:bodyPr vert="horz" wrap="none" lIns="87768" tIns="43884" rIns="87768" bIns="43884" numCol="1" rtlCol="0" anchor="ctr" anchorCtr="0" compatLnSpc="1">
            <a:prstTxWarp prst="textNoShape">
              <a:avLst/>
            </a:prstTxWarp>
            <a:spAutoFit/>
          </a:bodyPr>
          <a:lstStyle/>
          <a:p>
            <a:pPr algn="ctr" fontAlgn="auto"/>
            <a:r>
              <a:rPr lang="zh-CN" altLang="en-US" sz="900" dirty="0" smtClean="0">
                <a:latin typeface="+mn-lt"/>
                <a:ea typeface="+mn-ea"/>
              </a:rPr>
              <a:t>表格</a:t>
            </a:r>
            <a:r>
              <a:rPr lang="en-US" altLang="zh-CN" sz="900" dirty="0" smtClean="0">
                <a:latin typeface="+mn-lt"/>
                <a:ea typeface="+mn-ea"/>
              </a:rPr>
              <a:t>/</a:t>
            </a:r>
            <a:r>
              <a:rPr lang="zh-CN" altLang="en-US" sz="900" dirty="0" smtClean="0">
                <a:latin typeface="+mn-lt"/>
                <a:ea typeface="+mn-ea"/>
              </a:rPr>
              <a:t>文字</a:t>
            </a:r>
            <a:r>
              <a:rPr lang="zh-CN" altLang="en-US" sz="900" dirty="0">
                <a:latin typeface="+mn-lt"/>
                <a:ea typeface="+mn-ea"/>
              </a:rPr>
              <a:t>底色</a:t>
            </a:r>
          </a:p>
        </p:txBody>
      </p:sp>
      <p:sp>
        <p:nvSpPr>
          <p:cNvPr id="34" name="矩形 33">
            <a:extLst>
              <a:ext uri="{FF2B5EF4-FFF2-40B4-BE49-F238E27FC236}">
                <a16:creationId xmlns="" xmlns:a16="http://schemas.microsoft.com/office/drawing/2014/main" id="{BE210CD8-3823-4C2E-B3EA-E42C40CFB29F}"/>
              </a:ext>
            </a:extLst>
          </p:cNvPr>
          <p:cNvSpPr/>
          <p:nvPr userDrawn="1"/>
        </p:nvSpPr>
        <p:spPr>
          <a:xfrm>
            <a:off x="12246898" y="5485453"/>
            <a:ext cx="461833" cy="288000"/>
          </a:xfrm>
          <a:prstGeom prst="rect">
            <a:avLst/>
          </a:prstGeom>
          <a:solidFill>
            <a:srgbClr val="FFF2CC"/>
          </a:solidFill>
        </p:spPr>
        <p:txBody>
          <a:bodyPr wrap="none" rtlCol="0" anchor="ctr">
            <a:noAutofit/>
          </a:bodyPr>
          <a:lstStyle/>
          <a:p>
            <a:pPr marL="342763" indent="-342763" algn="ctr" fontAlgn="auto">
              <a:buFont typeface="+mj-lt"/>
              <a:buAutoNum type="arabicPeriod"/>
            </a:pPr>
            <a:endParaRPr lang="zh-CN" altLang="en-US" sz="900">
              <a:latin typeface="+mn-lt"/>
              <a:ea typeface="+mn-ea"/>
              <a:cs typeface="Courier New" panose="02070309020205020404" pitchFamily="49" charset="0"/>
            </a:endParaRPr>
          </a:p>
        </p:txBody>
      </p:sp>
      <p:sp>
        <p:nvSpPr>
          <p:cNvPr id="35" name="矩形 34">
            <a:extLst>
              <a:ext uri="{FF2B5EF4-FFF2-40B4-BE49-F238E27FC236}">
                <a16:creationId xmlns="" xmlns:a16="http://schemas.microsoft.com/office/drawing/2014/main" id="{BE210CD8-3823-4C2E-B3EA-E42C40CFB29F}"/>
              </a:ext>
            </a:extLst>
          </p:cNvPr>
          <p:cNvSpPr/>
          <p:nvPr userDrawn="1"/>
        </p:nvSpPr>
        <p:spPr>
          <a:xfrm>
            <a:off x="12708730" y="5485453"/>
            <a:ext cx="458075" cy="288000"/>
          </a:xfrm>
          <a:prstGeom prst="rect">
            <a:avLst/>
          </a:prstGeom>
          <a:solidFill>
            <a:srgbClr val="FFD17D"/>
          </a:solidFill>
        </p:spPr>
        <p:txBody>
          <a:bodyPr wrap="none" rtlCol="0" anchor="ctr">
            <a:noAutofit/>
          </a:bodyPr>
          <a:lstStyle/>
          <a:p>
            <a:pPr marL="342763" indent="-342763" algn="ctr" fontAlgn="auto">
              <a:buFont typeface="+mj-lt"/>
              <a:buAutoNum type="arabicPeriod"/>
            </a:pPr>
            <a:endParaRPr lang="zh-CN" altLang="en-US" sz="900">
              <a:latin typeface="+mn-lt"/>
              <a:ea typeface="+mn-ea"/>
              <a:cs typeface="Courier New" panose="02070309020205020404" pitchFamily="49" charset="0"/>
            </a:endParaRPr>
          </a:p>
        </p:txBody>
      </p:sp>
      <p:sp>
        <p:nvSpPr>
          <p:cNvPr id="36" name="文本框 35">
            <a:extLst>
              <a:ext uri="{FF2B5EF4-FFF2-40B4-BE49-F238E27FC236}">
                <a16:creationId xmlns="" xmlns:a16="http://schemas.microsoft.com/office/drawing/2014/main" id="{B9CBC549-23CA-4012-B493-FF768D1829F1}"/>
              </a:ext>
            </a:extLst>
          </p:cNvPr>
          <p:cNvSpPr txBox="1"/>
          <p:nvPr userDrawn="1"/>
        </p:nvSpPr>
        <p:spPr bwMode="auto">
          <a:xfrm>
            <a:off x="12502813" y="5515891"/>
            <a:ext cx="408083" cy="227125"/>
          </a:xfrm>
          <a:prstGeom prst="rect">
            <a:avLst/>
          </a:prstGeom>
          <a:noFill/>
          <a:ln w="9525" algn="ctr">
            <a:noFill/>
            <a:miter lim="800000"/>
            <a:headEnd/>
            <a:tailEnd/>
          </a:ln>
        </p:spPr>
        <p:txBody>
          <a:bodyPr vert="horz" wrap="none" lIns="87768" tIns="43884" rIns="87768" bIns="43884" numCol="1" rtlCol="0" anchor="ctr" anchorCtr="0" compatLnSpc="1">
            <a:prstTxWarp prst="textNoShape">
              <a:avLst/>
            </a:prstTxWarp>
            <a:spAutoFit/>
          </a:bodyPr>
          <a:lstStyle/>
          <a:p>
            <a:pPr algn="ctr" fontAlgn="auto"/>
            <a:r>
              <a:rPr lang="zh-CN" altLang="en-US" sz="900" dirty="0" smtClean="0">
                <a:latin typeface="+mn-lt"/>
                <a:ea typeface="+mn-ea"/>
              </a:rPr>
              <a:t>备用</a:t>
            </a:r>
            <a:endParaRPr lang="zh-CN" altLang="en-US" sz="900" dirty="0">
              <a:latin typeface="+mn-lt"/>
              <a:ea typeface="+mn-ea"/>
            </a:endParaRPr>
          </a:p>
        </p:txBody>
      </p:sp>
      <p:sp>
        <p:nvSpPr>
          <p:cNvPr id="20" name="矩形 19">
            <a:extLst>
              <a:ext uri="{FF2B5EF4-FFF2-40B4-BE49-F238E27FC236}">
                <a16:creationId xmlns="" xmlns:a16="http://schemas.microsoft.com/office/drawing/2014/main" id="{947DE7E3-EC9F-4331-B252-7BCE51B7F0DA}"/>
              </a:ext>
            </a:extLst>
          </p:cNvPr>
          <p:cNvSpPr/>
          <p:nvPr userDrawn="1"/>
        </p:nvSpPr>
        <p:spPr>
          <a:xfrm>
            <a:off x="12246898" y="5773453"/>
            <a:ext cx="919908" cy="288000"/>
          </a:xfrm>
          <a:prstGeom prst="rect">
            <a:avLst/>
          </a:prstGeom>
          <a:solidFill>
            <a:schemeClr val="accent3"/>
          </a:solidFill>
        </p:spPr>
        <p:txBody>
          <a:bodyPr wrap="none" rtlCol="0" anchor="ctr">
            <a:noAutofit/>
          </a:bodyPr>
          <a:lstStyle/>
          <a:p>
            <a:pPr marL="342763" indent="-342763" algn="ctr" fontAlgn="auto">
              <a:buFont typeface="+mj-lt"/>
              <a:buAutoNum type="arabicPeriod"/>
            </a:pPr>
            <a:endParaRPr lang="zh-CN" altLang="en-US" sz="900">
              <a:latin typeface="+mn-lt"/>
              <a:ea typeface="+mn-ea"/>
              <a:cs typeface="Courier New" panose="02070309020205020404" pitchFamily="49" charset="0"/>
            </a:endParaRPr>
          </a:p>
        </p:txBody>
      </p:sp>
      <p:sp>
        <p:nvSpPr>
          <p:cNvPr id="22" name="文本框 21">
            <a:extLst>
              <a:ext uri="{FF2B5EF4-FFF2-40B4-BE49-F238E27FC236}">
                <a16:creationId xmlns="" xmlns:a16="http://schemas.microsoft.com/office/drawing/2014/main" id="{308D80BD-0AC4-4D30-BDF8-F241047905A7}"/>
              </a:ext>
            </a:extLst>
          </p:cNvPr>
          <p:cNvSpPr txBox="1"/>
          <p:nvPr userDrawn="1"/>
        </p:nvSpPr>
        <p:spPr bwMode="auto">
          <a:xfrm>
            <a:off x="12560520" y="5813738"/>
            <a:ext cx="292666" cy="227125"/>
          </a:xfrm>
          <a:prstGeom prst="rect">
            <a:avLst/>
          </a:prstGeom>
          <a:noFill/>
          <a:ln w="9525" algn="ctr">
            <a:noFill/>
            <a:miter lim="800000"/>
            <a:headEnd/>
            <a:tailEnd/>
          </a:ln>
        </p:spPr>
        <p:txBody>
          <a:bodyPr vert="horz" wrap="none" lIns="87768" tIns="43884" rIns="87768" bIns="43884" numCol="1" rtlCol="0" anchor="ctr" anchorCtr="0" compatLnSpc="1">
            <a:prstTxWarp prst="textNoShape">
              <a:avLst/>
            </a:prstTxWarp>
            <a:spAutoFit/>
          </a:bodyPr>
          <a:lstStyle/>
          <a:p>
            <a:pPr algn="ctr" fontAlgn="auto"/>
            <a:r>
              <a:rPr lang="zh-CN" altLang="en-US" sz="900" dirty="0" smtClean="0">
                <a:solidFill>
                  <a:schemeClr val="bg1"/>
                </a:solidFill>
                <a:latin typeface="+mn-lt"/>
                <a:ea typeface="+mn-ea"/>
              </a:rPr>
              <a:t>绿</a:t>
            </a:r>
            <a:endParaRPr lang="zh-CN" altLang="en-US" sz="900" dirty="0">
              <a:solidFill>
                <a:schemeClr val="bg1"/>
              </a:solidFill>
              <a:latin typeface="+mn-lt"/>
              <a:ea typeface="+mn-ea"/>
            </a:endParaRPr>
          </a:p>
        </p:txBody>
      </p:sp>
    </p:spTree>
    <p:extLst>
      <p:ext uri="{BB962C8B-B14F-4D97-AF65-F5344CB8AC3E}">
        <p14:creationId xmlns:p14="http://schemas.microsoft.com/office/powerpoint/2010/main" val="730999807"/>
      </p:ext>
    </p:extLst>
  </p:cSld>
  <p:clrMap bg1="lt1" tx1="dk1" bg2="lt2" tx2="dk2" accent1="accent1" accent2="accent2" accent3="accent3" accent4="accent4" accent5="accent5" accent6="accent6" hlink="hlink" folHlink="folHlink"/>
  <p:sldLayoutIdLst>
    <p:sldLayoutId id="2147483826" r:id="rId1"/>
    <p:sldLayoutId id="2147483827" r:id="rId2"/>
    <p:sldLayoutId id="2147483828" r:id="rId3"/>
    <p:sldLayoutId id="2147483829" r:id="rId4"/>
    <p:sldLayoutId id="2147483830" r:id="rId5"/>
    <p:sldLayoutId id="2147483831" r:id="rId6"/>
    <p:sldLayoutId id="2147483832" r:id="rId7"/>
    <p:sldLayoutId id="2147483833" r:id="rId8"/>
    <p:sldLayoutId id="2147483834" r:id="rId9"/>
    <p:sldLayoutId id="2147483835" r:id="rId10"/>
    <p:sldLayoutId id="2147483836" r:id="rId11"/>
    <p:sldLayoutId id="2147483837" r:id="rId12"/>
    <p:sldLayoutId id="2147483838" r:id="rId13"/>
    <p:sldLayoutId id="2147483839" r:id="rId14"/>
    <p:sldLayoutId id="2147483840" r:id="rId15"/>
  </p:sldLayoutIdLst>
  <p:txStyles>
    <p:titleStyle>
      <a:lvl1pPr algn="l" defTabSz="914034" rtl="0" eaLnBrk="1" latinLnBrk="0" hangingPunct="1">
        <a:lnSpc>
          <a:spcPct val="90000"/>
        </a:lnSpc>
        <a:spcBef>
          <a:spcPct val="0"/>
        </a:spcBef>
        <a:buNone/>
        <a:defRPr sz="3499" kern="1200">
          <a:solidFill>
            <a:schemeClr val="tx1"/>
          </a:solidFill>
          <a:latin typeface="+mj-lt"/>
          <a:ea typeface="+mj-ea"/>
          <a:cs typeface="+mj-cs"/>
        </a:defRPr>
      </a:lvl1pPr>
    </p:titleStyle>
    <p:bodyStyle>
      <a:lvl1pPr marL="302279" indent="-302279" algn="l" defTabSz="914034" rtl="0" eaLnBrk="1" latinLnBrk="0" hangingPunct="1">
        <a:lnSpc>
          <a:spcPct val="140000"/>
        </a:lnSpc>
        <a:spcBef>
          <a:spcPts val="792"/>
        </a:spcBef>
        <a:buFont typeface="Arial" panose="020B0604020202020204" pitchFamily="34" charset="0"/>
        <a:buChar char="•"/>
        <a:defRPr sz="2199" kern="1200">
          <a:solidFill>
            <a:schemeClr val="tx1"/>
          </a:solidFill>
          <a:latin typeface="+mn-lt"/>
          <a:ea typeface="+mn-ea"/>
          <a:cs typeface="+mn-cs"/>
        </a:defRPr>
      </a:lvl1pPr>
      <a:lvl2pPr marL="654938" indent="-251899" algn="l" defTabSz="914034" rtl="0" eaLnBrk="1" latinLnBrk="0" hangingPunct="1">
        <a:lnSpc>
          <a:spcPct val="140000"/>
        </a:lnSpc>
        <a:spcBef>
          <a:spcPts val="720"/>
        </a:spcBef>
        <a:buClrTx/>
        <a:buFont typeface="Huawei Sans" panose="020C0503030203020204" pitchFamily="34" charset="0"/>
        <a:buChar char="▫"/>
        <a:defRPr sz="1999" kern="1200">
          <a:solidFill>
            <a:schemeClr val="tx1"/>
          </a:solidFill>
          <a:latin typeface="+mn-lt"/>
          <a:ea typeface="+mn-ea"/>
          <a:cs typeface="+mn-cs"/>
        </a:defRPr>
      </a:lvl2pPr>
      <a:lvl3pPr marL="1003998" indent="-201519" algn="l" defTabSz="914034" rtl="0" eaLnBrk="1" latinLnBrk="0" hangingPunct="1">
        <a:lnSpc>
          <a:spcPct val="140000"/>
        </a:lnSpc>
        <a:spcBef>
          <a:spcPts val="648"/>
        </a:spcBef>
        <a:buClrTx/>
        <a:buFont typeface="微软雅黑" panose="020B0503020204020204" pitchFamily="34" charset="-122"/>
        <a:buChar char="▪"/>
        <a:defRPr sz="1799" kern="1200">
          <a:solidFill>
            <a:schemeClr val="tx1"/>
          </a:solidFill>
          <a:latin typeface="+mn-lt"/>
          <a:ea typeface="+mn-ea"/>
          <a:cs typeface="+mn-cs"/>
        </a:defRPr>
      </a:lvl3pPr>
      <a:lvl4pPr marL="1399840" indent="-197921" algn="l" defTabSz="914034" rtl="0" eaLnBrk="1" latinLnBrk="0" hangingPunct="1">
        <a:lnSpc>
          <a:spcPct val="140000"/>
        </a:lnSpc>
        <a:spcBef>
          <a:spcPts val="576"/>
        </a:spcBef>
        <a:buFont typeface="Huawei Sans" panose="020C0503030203020204" pitchFamily="34" charset="0"/>
        <a:buChar char="−"/>
        <a:defRPr sz="1599" kern="1200">
          <a:solidFill>
            <a:schemeClr val="tx1"/>
          </a:solidFill>
          <a:latin typeface="+mn-lt"/>
          <a:ea typeface="+mn-ea"/>
          <a:cs typeface="+mn-cs"/>
        </a:defRPr>
      </a:lvl4pPr>
      <a:lvl5pPr marL="1802879" indent="-201519" algn="l" defTabSz="914034" rtl="0" eaLnBrk="1" latinLnBrk="0" hangingPunct="1">
        <a:lnSpc>
          <a:spcPct val="140000"/>
        </a:lnSpc>
        <a:spcBef>
          <a:spcPts val="576"/>
        </a:spcBef>
        <a:buFont typeface="Huawei Sans" panose="020C0503030203020204" pitchFamily="34" charset="0"/>
        <a:buChar char="~"/>
        <a:defRPr sz="1399" kern="1200">
          <a:solidFill>
            <a:schemeClr val="tx1"/>
          </a:solidFill>
          <a:latin typeface="+mn-lt"/>
          <a:ea typeface="+mn-ea"/>
          <a:cs typeface="+mn-cs"/>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p:bodyStyle>
    <p:otherStyle>
      <a:defPPr>
        <a:defRPr lang="zh-CN"/>
      </a:defPPr>
      <a:lvl1pPr marL="0" algn="l" defTabSz="914034" rtl="0" eaLnBrk="1" latinLnBrk="0" hangingPunct="1">
        <a:defRPr sz="1799" kern="1200">
          <a:solidFill>
            <a:schemeClr val="tx1"/>
          </a:solidFill>
          <a:latin typeface="+mn-lt"/>
          <a:ea typeface="+mn-ea"/>
          <a:cs typeface="+mn-cs"/>
        </a:defRPr>
      </a:lvl1pPr>
      <a:lvl2pPr marL="457017" algn="l" defTabSz="914034" rtl="0" eaLnBrk="1" latinLnBrk="0" hangingPunct="1">
        <a:defRPr sz="1799" kern="1200">
          <a:solidFill>
            <a:schemeClr val="tx1"/>
          </a:solidFill>
          <a:latin typeface="+mn-lt"/>
          <a:ea typeface="+mn-ea"/>
          <a:cs typeface="+mn-cs"/>
        </a:defRPr>
      </a:lvl2pPr>
      <a:lvl3pPr marL="914034" algn="l" defTabSz="914034" rtl="0" eaLnBrk="1" latinLnBrk="0" hangingPunct="1">
        <a:defRPr sz="1799" kern="1200">
          <a:solidFill>
            <a:schemeClr val="tx1"/>
          </a:solidFill>
          <a:latin typeface="+mn-lt"/>
          <a:ea typeface="+mn-ea"/>
          <a:cs typeface="+mn-cs"/>
        </a:defRPr>
      </a:lvl3pPr>
      <a:lvl4pPr marL="1371051" algn="l" defTabSz="914034" rtl="0" eaLnBrk="1" latinLnBrk="0" hangingPunct="1">
        <a:defRPr sz="1799" kern="1200">
          <a:solidFill>
            <a:schemeClr val="tx1"/>
          </a:solidFill>
          <a:latin typeface="+mn-lt"/>
          <a:ea typeface="+mn-ea"/>
          <a:cs typeface="+mn-cs"/>
        </a:defRPr>
      </a:lvl4pPr>
      <a:lvl5pPr marL="1828068" algn="l" defTabSz="914034" rtl="0" eaLnBrk="1" latinLnBrk="0" hangingPunct="1">
        <a:defRPr sz="1799" kern="1200">
          <a:solidFill>
            <a:schemeClr val="tx1"/>
          </a:solidFill>
          <a:latin typeface="+mn-lt"/>
          <a:ea typeface="+mn-ea"/>
          <a:cs typeface="+mn-cs"/>
        </a:defRPr>
      </a:lvl5pPr>
      <a:lvl6pPr marL="2285086" algn="l" defTabSz="914034" rtl="0" eaLnBrk="1" latinLnBrk="0" hangingPunct="1">
        <a:defRPr sz="1799" kern="1200">
          <a:solidFill>
            <a:schemeClr val="tx1"/>
          </a:solidFill>
          <a:latin typeface="+mn-lt"/>
          <a:ea typeface="+mn-ea"/>
          <a:cs typeface="+mn-cs"/>
        </a:defRPr>
      </a:lvl6pPr>
      <a:lvl7pPr marL="2742103" algn="l" defTabSz="914034" rtl="0" eaLnBrk="1" latinLnBrk="0" hangingPunct="1">
        <a:defRPr sz="1799" kern="1200">
          <a:solidFill>
            <a:schemeClr val="tx1"/>
          </a:solidFill>
          <a:latin typeface="+mn-lt"/>
          <a:ea typeface="+mn-ea"/>
          <a:cs typeface="+mn-cs"/>
        </a:defRPr>
      </a:lvl7pPr>
      <a:lvl8pPr marL="3199120" algn="l" defTabSz="914034" rtl="0" eaLnBrk="1" latinLnBrk="0" hangingPunct="1">
        <a:defRPr sz="1799" kern="1200">
          <a:solidFill>
            <a:schemeClr val="tx1"/>
          </a:solidFill>
          <a:latin typeface="+mn-lt"/>
          <a:ea typeface="+mn-ea"/>
          <a:cs typeface="+mn-cs"/>
        </a:defRPr>
      </a:lvl8pPr>
      <a:lvl9pPr marL="3656137" algn="l" defTabSz="914034" rtl="0" eaLnBrk="1" latinLnBrk="0" hangingPunct="1">
        <a:defRPr sz="1799" kern="1200">
          <a:solidFill>
            <a:schemeClr val="tx1"/>
          </a:solidFill>
          <a:latin typeface="+mn-lt"/>
          <a:ea typeface="+mn-ea"/>
          <a:cs typeface="+mn-cs"/>
        </a:defRPr>
      </a:lvl9pPr>
    </p:otherStyle>
  </p:txStyles>
  <p:extLst mod="1">
    <p:ext uri="{27BBF7A9-308A-43DC-89C8-2F10F3537804}">
      <p15:sldGuideLst xmlns:p15="http://schemas.microsoft.com/office/powerpoint/2012/main">
        <p15:guide id="2" pos="281" userDrawn="1">
          <p15:clr>
            <a:srgbClr val="F26B43"/>
          </p15:clr>
        </p15:guide>
        <p15:guide id="4" pos="7399" userDrawn="1">
          <p15:clr>
            <a:srgbClr val="F26B43"/>
          </p15:clr>
        </p15:guide>
        <p15:guide id="5" orient="horz" pos="2341" userDrawn="1">
          <p15:clr>
            <a:srgbClr val="F26B43"/>
          </p15:clr>
        </p15:guide>
        <p15:guide id="6" orient="horz" pos="4020" userDrawn="1">
          <p15:clr>
            <a:srgbClr val="F26B43"/>
          </p15:clr>
        </p15:guide>
        <p15:guide id="7" orient="horz" pos="777" userDrawn="1">
          <p15:clr>
            <a:srgbClr val="F26B43"/>
          </p15:clr>
        </p15:guide>
        <p15:guide id="8" pos="384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7.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7.xml"/><Relationship Id="rId5" Type="http://schemas.openxmlformats.org/officeDocument/2006/relationships/image" Target="../media/image11.png"/><Relationship Id="rId4" Type="http://schemas.openxmlformats.org/officeDocument/2006/relationships/image" Target="../media/image12.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8.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8.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8.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8.xml"/></Relationships>
</file>

<file path=ppt/slides/_rels/slide2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9.xml"/><Relationship Id="rId1" Type="http://schemas.openxmlformats.org/officeDocument/2006/relationships/slideLayout" Target="../slideLayouts/slideLayout8.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2.xml"/><Relationship Id="rId1" Type="http://schemas.openxmlformats.org/officeDocument/2006/relationships/slideLayout" Target="../slideLayouts/slideLayout7.xml"/><Relationship Id="rId6" Type="http://schemas.openxmlformats.org/officeDocument/2006/relationships/image" Target="../media/image15.png"/><Relationship Id="rId5" Type="http://schemas.openxmlformats.org/officeDocument/2006/relationships/image" Target="../media/image11.png"/><Relationship Id="rId4" Type="http://schemas.openxmlformats.org/officeDocument/2006/relationships/image" Target="../media/image12.png"/></Relationships>
</file>

<file path=ppt/slides/_rels/slide3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3.xml"/><Relationship Id="rId1" Type="http://schemas.openxmlformats.org/officeDocument/2006/relationships/slideLayout" Target="../slideLayouts/slideLayout7.xml"/><Relationship Id="rId6" Type="http://schemas.openxmlformats.org/officeDocument/2006/relationships/image" Target="../media/image11.png"/><Relationship Id="rId5" Type="http://schemas.openxmlformats.org/officeDocument/2006/relationships/image" Target="../media/image12.png"/><Relationship Id="rId4" Type="http://schemas.openxmlformats.org/officeDocument/2006/relationships/image" Target="../media/image16.png"/></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8.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8.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8.xml"/></Relationships>
</file>

<file path=ppt/slides/_rels/slide3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8.xml"/><Relationship Id="rId1" Type="http://schemas.openxmlformats.org/officeDocument/2006/relationships/slideLayout" Target="../slideLayouts/slideLayout8.xml"/></Relationships>
</file>

<file path=ppt/slides/_rels/slide3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9.xml"/><Relationship Id="rId1" Type="http://schemas.openxmlformats.org/officeDocument/2006/relationships/slideLayout" Target="../slideLayouts/slideLayout8.xml"/></Relationships>
</file>

<file path=ppt/slides/_rels/slide4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0.xml"/><Relationship Id="rId1" Type="http://schemas.openxmlformats.org/officeDocument/2006/relationships/slideLayout" Target="../slideLayouts/slideLayout8.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5.xml"/></Relationships>
</file>

<file path=ppt/slides/_rels/slide4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2.xml"/><Relationship Id="rId1" Type="http://schemas.openxmlformats.org/officeDocument/2006/relationships/slideLayout" Target="../slideLayouts/slideLayout7.xml"/><Relationship Id="rId6" Type="http://schemas.openxmlformats.org/officeDocument/2006/relationships/image" Target="../media/image15.png"/><Relationship Id="rId5" Type="http://schemas.openxmlformats.org/officeDocument/2006/relationships/image" Target="../media/image11.png"/><Relationship Id="rId4" Type="http://schemas.openxmlformats.org/officeDocument/2006/relationships/image" Target="../media/image8.png"/></Relationships>
</file>

<file path=ppt/slides/_rels/slide4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43.xml"/><Relationship Id="rId1" Type="http://schemas.openxmlformats.org/officeDocument/2006/relationships/slideLayout" Target="../slideLayouts/slideLayout7.xml"/><Relationship Id="rId6" Type="http://schemas.openxmlformats.org/officeDocument/2006/relationships/image" Target="../media/image18.png"/><Relationship Id="rId5" Type="http://schemas.openxmlformats.org/officeDocument/2006/relationships/image" Target="../media/image12.png"/><Relationship Id="rId4" Type="http://schemas.openxmlformats.org/officeDocument/2006/relationships/image" Target="../media/image15.png"/></Relationships>
</file>

<file path=ppt/slides/_rels/slide4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4.xml"/><Relationship Id="rId1" Type="http://schemas.openxmlformats.org/officeDocument/2006/relationships/slideLayout" Target="../slideLayouts/slideLayout7.xml"/><Relationship Id="rId5" Type="http://schemas.openxmlformats.org/officeDocument/2006/relationships/image" Target="../media/image19.png"/><Relationship Id="rId4" Type="http://schemas.openxmlformats.org/officeDocument/2006/relationships/image" Target="../media/image9.png"/></Relationships>
</file>

<file path=ppt/slides/_rels/slide4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5.xml"/><Relationship Id="rId1" Type="http://schemas.openxmlformats.org/officeDocument/2006/relationships/slideLayout" Target="../slideLayouts/slideLayout7.xml"/><Relationship Id="rId4" Type="http://schemas.openxmlformats.org/officeDocument/2006/relationships/image" Target="../media/image19.png"/></Relationships>
</file>

<file path=ppt/slides/_rels/slide46.xml.rels><?xml version="1.0" encoding="UTF-8" standalone="yes"?>
<Relationships xmlns="http://schemas.openxmlformats.org/package/2006/relationships"><Relationship Id="rId3" Type="http://schemas.openxmlformats.org/officeDocument/2006/relationships/image" Target="../media/image20.png"/><Relationship Id="rId7" Type="http://schemas.openxmlformats.org/officeDocument/2006/relationships/image" Target="../media/image18.png"/><Relationship Id="rId2" Type="http://schemas.openxmlformats.org/officeDocument/2006/relationships/notesSlide" Target="../notesSlides/notesSlide46.xml"/><Relationship Id="rId1" Type="http://schemas.openxmlformats.org/officeDocument/2006/relationships/slideLayout" Target="../slideLayouts/slideLayout7.xml"/><Relationship Id="rId6" Type="http://schemas.openxmlformats.org/officeDocument/2006/relationships/image" Target="../media/image19.png"/><Relationship Id="rId5" Type="http://schemas.openxmlformats.org/officeDocument/2006/relationships/image" Target="../media/image9.png"/><Relationship Id="rId4" Type="http://schemas.openxmlformats.org/officeDocument/2006/relationships/image" Target="../media/image21.png"/></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0.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文本占位符 33"/>
          <p:cNvSpPr>
            <a:spLocks noGrp="1"/>
          </p:cNvSpPr>
          <p:nvPr>
            <p:ph type="body" sz="quarter" idx="17"/>
          </p:nvPr>
        </p:nvSpPr>
        <p:spPr/>
        <p:txBody>
          <a:bodyPr/>
          <a:lstStyle/>
          <a:p>
            <a:endParaRPr lang="zh-CN" altLang="en-US"/>
          </a:p>
        </p:txBody>
      </p:sp>
      <p:sp>
        <p:nvSpPr>
          <p:cNvPr id="35" name="文本占位符 34"/>
          <p:cNvSpPr>
            <a:spLocks noGrp="1"/>
          </p:cNvSpPr>
          <p:nvPr>
            <p:ph type="body" sz="quarter" idx="18"/>
          </p:nvPr>
        </p:nvSpPr>
        <p:spPr/>
        <p:txBody>
          <a:bodyPr/>
          <a:lstStyle/>
          <a:p>
            <a:endParaRPr lang="zh-CN" altLang="en-US"/>
          </a:p>
        </p:txBody>
      </p:sp>
      <p:sp>
        <p:nvSpPr>
          <p:cNvPr id="36" name="文本占位符 35"/>
          <p:cNvSpPr>
            <a:spLocks noGrp="1"/>
          </p:cNvSpPr>
          <p:nvPr>
            <p:ph type="body" sz="quarter" idx="19"/>
          </p:nvPr>
        </p:nvSpPr>
        <p:spPr/>
        <p:txBody>
          <a:bodyPr/>
          <a:lstStyle/>
          <a:p>
            <a:endParaRPr lang="zh-CN" altLang="en-US"/>
          </a:p>
        </p:txBody>
      </p:sp>
      <p:sp>
        <p:nvSpPr>
          <p:cNvPr id="37" name="文本占位符 36"/>
          <p:cNvSpPr>
            <a:spLocks noGrp="1"/>
          </p:cNvSpPr>
          <p:nvPr>
            <p:ph type="body" sz="quarter" idx="20"/>
          </p:nvPr>
        </p:nvSpPr>
        <p:spPr/>
        <p:txBody>
          <a:bodyPr/>
          <a:lstStyle/>
          <a:p>
            <a:endParaRPr lang="zh-CN" altLang="en-US"/>
          </a:p>
        </p:txBody>
      </p:sp>
      <p:sp>
        <p:nvSpPr>
          <p:cNvPr id="6" name="文本占位符 5"/>
          <p:cNvSpPr>
            <a:spLocks noGrp="1"/>
          </p:cNvSpPr>
          <p:nvPr>
            <p:ph type="body" sz="quarter" idx="13"/>
          </p:nvPr>
        </p:nvSpPr>
        <p:spPr/>
        <p:txBody>
          <a:bodyPr/>
          <a:lstStyle/>
          <a:p>
            <a:r>
              <a:rPr lang="zh-CN" altLang="en-US" smtClean="0">
                <a:sym typeface="Huawei Sans" panose="020C0503030203020204" pitchFamily="34" charset="0"/>
              </a:rPr>
              <a:t>施淼淼</a:t>
            </a:r>
            <a:r>
              <a:rPr lang="en-US" altLang="zh-CN" smtClean="0">
                <a:sym typeface="Huawei Sans" panose="020C0503030203020204" pitchFamily="34" charset="0"/>
              </a:rPr>
              <a:t>/swx791350</a:t>
            </a:r>
            <a:endParaRPr lang="zh-CN" altLang="en-US" dirty="0">
              <a:sym typeface="Huawei Sans" panose="020C0503030203020204" pitchFamily="34" charset="0"/>
            </a:endParaRPr>
          </a:p>
        </p:txBody>
      </p:sp>
      <p:sp>
        <p:nvSpPr>
          <p:cNvPr id="7" name="文本占位符 6"/>
          <p:cNvSpPr>
            <a:spLocks noGrp="1"/>
          </p:cNvSpPr>
          <p:nvPr>
            <p:ph type="body" sz="quarter" idx="14"/>
          </p:nvPr>
        </p:nvSpPr>
        <p:spPr/>
        <p:txBody>
          <a:bodyPr/>
          <a:lstStyle/>
          <a:p>
            <a:r>
              <a:rPr lang="en-US" altLang="zh-CN" smtClean="0">
                <a:sym typeface="Huawei Sans" panose="020C0503030203020204" pitchFamily="34" charset="0"/>
              </a:rPr>
              <a:t>2019.11.21</a:t>
            </a:r>
            <a:endParaRPr lang="zh-CN" altLang="en-US" dirty="0">
              <a:sym typeface="Huawei Sans" panose="020C0503030203020204" pitchFamily="34" charset="0"/>
            </a:endParaRPr>
          </a:p>
        </p:txBody>
      </p:sp>
      <p:sp>
        <p:nvSpPr>
          <p:cNvPr id="32" name="文本占位符 31"/>
          <p:cNvSpPr>
            <a:spLocks noGrp="1"/>
          </p:cNvSpPr>
          <p:nvPr>
            <p:ph type="body" sz="quarter" idx="15"/>
          </p:nvPr>
        </p:nvSpPr>
        <p:spPr/>
        <p:txBody>
          <a:bodyPr/>
          <a:lstStyle/>
          <a:p>
            <a:endParaRPr lang="zh-CN" altLang="en-US"/>
          </a:p>
        </p:txBody>
      </p:sp>
      <p:sp>
        <p:nvSpPr>
          <p:cNvPr id="33" name="文本占位符 32"/>
          <p:cNvSpPr>
            <a:spLocks noGrp="1"/>
          </p:cNvSpPr>
          <p:nvPr>
            <p:ph type="body" sz="quarter" idx="16"/>
          </p:nvPr>
        </p:nvSpPr>
        <p:spPr/>
        <p:txBody>
          <a:bodyPr/>
          <a:lstStyle/>
          <a:p>
            <a:endParaRPr lang="zh-CN" altLang="en-US"/>
          </a:p>
        </p:txBody>
      </p:sp>
      <p:sp>
        <p:nvSpPr>
          <p:cNvPr id="38" name="文本占位符 37"/>
          <p:cNvSpPr>
            <a:spLocks noGrp="1"/>
          </p:cNvSpPr>
          <p:nvPr>
            <p:ph type="body" sz="quarter" idx="21"/>
          </p:nvPr>
        </p:nvSpPr>
        <p:spPr/>
        <p:txBody>
          <a:bodyPr/>
          <a:lstStyle/>
          <a:p>
            <a:endParaRPr lang="zh-CN" altLang="en-US"/>
          </a:p>
        </p:txBody>
      </p:sp>
      <p:sp>
        <p:nvSpPr>
          <p:cNvPr id="39" name="文本占位符 38"/>
          <p:cNvSpPr>
            <a:spLocks noGrp="1"/>
          </p:cNvSpPr>
          <p:nvPr>
            <p:ph type="body" sz="quarter" idx="22"/>
          </p:nvPr>
        </p:nvSpPr>
        <p:spPr/>
        <p:txBody>
          <a:bodyPr/>
          <a:lstStyle/>
          <a:p>
            <a:endParaRPr lang="zh-CN" altLang="en-US"/>
          </a:p>
        </p:txBody>
      </p:sp>
      <p:sp>
        <p:nvSpPr>
          <p:cNvPr id="40" name="文本占位符 39"/>
          <p:cNvSpPr>
            <a:spLocks noGrp="1"/>
          </p:cNvSpPr>
          <p:nvPr>
            <p:ph type="body" sz="quarter" idx="23"/>
          </p:nvPr>
        </p:nvSpPr>
        <p:spPr/>
        <p:txBody>
          <a:bodyPr/>
          <a:lstStyle/>
          <a:p>
            <a:endParaRPr lang="zh-CN" altLang="en-US"/>
          </a:p>
        </p:txBody>
      </p:sp>
      <p:sp>
        <p:nvSpPr>
          <p:cNvPr id="41" name="文本占位符 40"/>
          <p:cNvSpPr>
            <a:spLocks noGrp="1"/>
          </p:cNvSpPr>
          <p:nvPr>
            <p:ph type="body" sz="quarter" idx="24"/>
          </p:nvPr>
        </p:nvSpPr>
        <p:spPr/>
        <p:txBody>
          <a:bodyPr/>
          <a:lstStyle/>
          <a:p>
            <a:endParaRPr lang="zh-CN" altLang="en-US"/>
          </a:p>
        </p:txBody>
      </p:sp>
      <p:sp>
        <p:nvSpPr>
          <p:cNvPr id="42" name="文本占位符 41"/>
          <p:cNvSpPr>
            <a:spLocks noGrp="1"/>
          </p:cNvSpPr>
          <p:nvPr>
            <p:ph type="body" sz="quarter" idx="25"/>
          </p:nvPr>
        </p:nvSpPr>
        <p:spPr/>
        <p:txBody>
          <a:bodyPr/>
          <a:lstStyle/>
          <a:p>
            <a:endParaRPr lang="zh-CN" altLang="en-US"/>
          </a:p>
        </p:txBody>
      </p:sp>
      <p:sp>
        <p:nvSpPr>
          <p:cNvPr id="43" name="文本占位符 42"/>
          <p:cNvSpPr>
            <a:spLocks noGrp="1"/>
          </p:cNvSpPr>
          <p:nvPr>
            <p:ph type="body" sz="quarter" idx="26"/>
          </p:nvPr>
        </p:nvSpPr>
        <p:spPr/>
        <p:txBody>
          <a:bodyPr/>
          <a:lstStyle/>
          <a:p>
            <a:endParaRPr lang="zh-CN" altLang="en-US"/>
          </a:p>
        </p:txBody>
      </p:sp>
      <p:sp>
        <p:nvSpPr>
          <p:cNvPr id="44" name="文本占位符 43"/>
          <p:cNvSpPr>
            <a:spLocks noGrp="1"/>
          </p:cNvSpPr>
          <p:nvPr>
            <p:ph type="body" sz="quarter" idx="27"/>
          </p:nvPr>
        </p:nvSpPr>
        <p:spPr/>
        <p:txBody>
          <a:bodyPr/>
          <a:lstStyle/>
          <a:p>
            <a:endParaRPr lang="zh-CN" altLang="en-US"/>
          </a:p>
        </p:txBody>
      </p:sp>
      <p:sp>
        <p:nvSpPr>
          <p:cNvPr id="45" name="文本占位符 44"/>
          <p:cNvSpPr>
            <a:spLocks noGrp="1"/>
          </p:cNvSpPr>
          <p:nvPr>
            <p:ph type="body" sz="quarter" idx="28"/>
          </p:nvPr>
        </p:nvSpPr>
        <p:spPr/>
        <p:txBody>
          <a:bodyPr/>
          <a:lstStyle/>
          <a:p>
            <a:endParaRPr lang="zh-CN" altLang="en-US"/>
          </a:p>
        </p:txBody>
      </p:sp>
      <p:sp>
        <p:nvSpPr>
          <p:cNvPr id="46" name="文本占位符 45"/>
          <p:cNvSpPr>
            <a:spLocks noGrp="1"/>
          </p:cNvSpPr>
          <p:nvPr>
            <p:ph type="body" sz="quarter" idx="29"/>
          </p:nvPr>
        </p:nvSpPr>
        <p:spPr/>
        <p:txBody>
          <a:bodyPr/>
          <a:lstStyle/>
          <a:p>
            <a:endParaRPr lang="zh-CN" altLang="en-US"/>
          </a:p>
        </p:txBody>
      </p:sp>
      <p:sp>
        <p:nvSpPr>
          <p:cNvPr id="47" name="文本占位符 46"/>
          <p:cNvSpPr>
            <a:spLocks noGrp="1"/>
          </p:cNvSpPr>
          <p:nvPr>
            <p:ph type="body" sz="quarter" idx="30"/>
          </p:nvPr>
        </p:nvSpPr>
        <p:spPr/>
        <p:txBody>
          <a:bodyPr/>
          <a:lstStyle/>
          <a:p>
            <a:endParaRPr lang="zh-CN" altLang="en-US"/>
          </a:p>
        </p:txBody>
      </p:sp>
      <p:sp>
        <p:nvSpPr>
          <p:cNvPr id="48" name="文本占位符 47"/>
          <p:cNvSpPr>
            <a:spLocks noGrp="1"/>
          </p:cNvSpPr>
          <p:nvPr>
            <p:ph type="body" sz="quarter" idx="31"/>
          </p:nvPr>
        </p:nvSpPr>
        <p:spPr/>
        <p:txBody>
          <a:bodyPr/>
          <a:lstStyle/>
          <a:p>
            <a:endParaRPr lang="zh-CN" altLang="en-US"/>
          </a:p>
        </p:txBody>
      </p:sp>
      <p:sp>
        <p:nvSpPr>
          <p:cNvPr id="49" name="文本占位符 48"/>
          <p:cNvSpPr>
            <a:spLocks noGrp="1"/>
          </p:cNvSpPr>
          <p:nvPr>
            <p:ph type="body" sz="quarter" idx="32"/>
          </p:nvPr>
        </p:nvSpPr>
        <p:spPr/>
        <p:txBody>
          <a:bodyPr/>
          <a:lstStyle/>
          <a:p>
            <a:endParaRPr lang="zh-CN" altLang="en-US"/>
          </a:p>
        </p:txBody>
      </p:sp>
      <p:sp>
        <p:nvSpPr>
          <p:cNvPr id="50" name="文本占位符 49"/>
          <p:cNvSpPr>
            <a:spLocks noGrp="1"/>
          </p:cNvSpPr>
          <p:nvPr>
            <p:ph type="body" sz="quarter" idx="33"/>
          </p:nvPr>
        </p:nvSpPr>
        <p:spPr/>
        <p:txBody>
          <a:bodyPr/>
          <a:lstStyle/>
          <a:p>
            <a:endParaRPr lang="zh-CN" altLang="en-US"/>
          </a:p>
        </p:txBody>
      </p:sp>
      <p:sp>
        <p:nvSpPr>
          <p:cNvPr id="51" name="文本占位符 50"/>
          <p:cNvSpPr>
            <a:spLocks noGrp="1"/>
          </p:cNvSpPr>
          <p:nvPr>
            <p:ph type="body" sz="quarter" idx="34"/>
          </p:nvPr>
        </p:nvSpPr>
        <p:spPr/>
        <p:txBody>
          <a:bodyPr/>
          <a:lstStyle/>
          <a:p>
            <a:endParaRPr lang="zh-CN" altLang="en-US"/>
          </a:p>
        </p:txBody>
      </p:sp>
      <p:sp>
        <p:nvSpPr>
          <p:cNvPr id="52" name="文本占位符 51"/>
          <p:cNvSpPr>
            <a:spLocks noGrp="1"/>
          </p:cNvSpPr>
          <p:nvPr>
            <p:ph type="body" sz="quarter" idx="35"/>
          </p:nvPr>
        </p:nvSpPr>
        <p:spPr/>
        <p:txBody>
          <a:bodyPr/>
          <a:lstStyle/>
          <a:p>
            <a:endParaRPr lang="zh-CN" altLang="en-US"/>
          </a:p>
        </p:txBody>
      </p:sp>
      <p:sp>
        <p:nvSpPr>
          <p:cNvPr id="53" name="文本占位符 52"/>
          <p:cNvSpPr>
            <a:spLocks noGrp="1"/>
          </p:cNvSpPr>
          <p:nvPr>
            <p:ph type="body" sz="quarter" idx="36"/>
          </p:nvPr>
        </p:nvSpPr>
        <p:spPr/>
        <p:txBody>
          <a:bodyPr/>
          <a:lstStyle/>
          <a:p>
            <a:endParaRPr lang="zh-CN" altLang="en-US"/>
          </a:p>
        </p:txBody>
      </p:sp>
    </p:spTree>
    <p:extLst>
      <p:ext uri="{BB962C8B-B14F-4D97-AF65-F5344CB8AC3E}">
        <p14:creationId xmlns:p14="http://schemas.microsoft.com/office/powerpoint/2010/main" val="109541080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sz="quarter"/>
          </p:nvPr>
        </p:nvSpPr>
        <p:spPr/>
        <p:txBody>
          <a:bodyPr/>
          <a:lstStyle/>
          <a:p>
            <a:r>
              <a:rPr lang="zh-CN" altLang="en-US" smtClean="0">
                <a:sym typeface="Huawei Sans" panose="020C0503030203020204" pitchFamily="34" charset="0"/>
              </a:rPr>
              <a:t>以太网链路聚合与交换机堆叠、集群</a:t>
            </a:r>
            <a:endParaRPr lang="zh-CN" altLang="en-US" dirty="0">
              <a:sym typeface="Huawei Sans" panose="020C0503030203020204" pitchFamily="34" charset="0"/>
            </a:endParaRPr>
          </a:p>
        </p:txBody>
      </p:sp>
      <p:sp>
        <p:nvSpPr>
          <p:cNvPr id="4" name="文本占位符 3"/>
          <p:cNvSpPr>
            <a:spLocks noGrp="1"/>
          </p:cNvSpPr>
          <p:nvPr>
            <p:ph type="body" sz="quarter" idx="10"/>
          </p:nvPr>
        </p:nvSpPr>
        <p:spPr/>
        <p:txBody>
          <a:bodyPr/>
          <a:lstStyle/>
          <a:p>
            <a:endParaRPr lang="zh-CN" altLang="en-US"/>
          </a:p>
        </p:txBody>
      </p:sp>
    </p:spTree>
    <p:extLst>
      <p:ext uri="{BB962C8B-B14F-4D97-AF65-F5344CB8AC3E}">
        <p14:creationId xmlns:p14="http://schemas.microsoft.com/office/powerpoint/2010/main" val="304780232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p:cNvSpPr>
            <a:spLocks noGrp="1"/>
          </p:cNvSpPr>
          <p:nvPr>
            <p:ph type="body" sz="quarter" idx="10"/>
          </p:nvPr>
        </p:nvSpPr>
        <p:spPr/>
        <p:txBody>
          <a:bodyPr/>
          <a:lstStyle/>
          <a:p>
            <a:r>
              <a:rPr lang="zh-CN" altLang="en-US" smtClean="0">
                <a:sym typeface="Huawei Sans" panose="020C0503030203020204" pitchFamily="34" charset="0"/>
              </a:rPr>
              <a:t>随着业务的发展和园区网络规模的不断扩大，用户对于网络的带宽、可靠性要求越来越高。传统解决方案通过升级设备方式提高网络带宽，同时通过部署冗余链路并辅以</a:t>
            </a:r>
            <a:r>
              <a:rPr lang="en-US" altLang="zh-CN" smtClean="0">
                <a:sym typeface="Huawei Sans" panose="020C0503030203020204" pitchFamily="34" charset="0"/>
              </a:rPr>
              <a:t>STP</a:t>
            </a:r>
            <a:r>
              <a:rPr lang="zh-CN" altLang="en-US" smtClean="0">
                <a:sym typeface="Huawei Sans" panose="020C0503030203020204" pitchFamily="34" charset="0"/>
              </a:rPr>
              <a:t>（</a:t>
            </a:r>
            <a:r>
              <a:rPr lang="en-US" altLang="zh-CN" smtClean="0"/>
              <a:t>Spanning Tree Protocol</a:t>
            </a:r>
            <a:r>
              <a:rPr lang="zh-CN" altLang="en-US" smtClean="0"/>
              <a:t>，生成树协议</a:t>
            </a:r>
            <a:r>
              <a:rPr lang="zh-CN" altLang="en-US" smtClean="0">
                <a:sym typeface="Huawei Sans" panose="020C0503030203020204" pitchFamily="34" charset="0"/>
              </a:rPr>
              <a:t>）协议实现高可靠。传统解决方案存在灵活度低、故障恢复时间长、配置复杂等缺点。</a:t>
            </a:r>
            <a:endParaRPr lang="en-US" altLang="zh-CN" smtClean="0">
              <a:sym typeface="Huawei Sans" panose="020C0503030203020204" pitchFamily="34" charset="0"/>
            </a:endParaRPr>
          </a:p>
          <a:p>
            <a:r>
              <a:rPr lang="zh-CN" altLang="en-US" smtClean="0">
                <a:sym typeface="Huawei Sans" panose="020C0503030203020204" pitchFamily="34" charset="0"/>
              </a:rPr>
              <a:t>本章节将介绍通过链路聚合技术与堆叠、集群技术实现网络带宽提升与高可靠性保障。</a:t>
            </a:r>
            <a:endParaRPr lang="en-US" altLang="zh-CN" dirty="0" smtClean="0">
              <a:sym typeface="Huawei Sans" panose="020C0503030203020204" pitchFamily="34" charset="0"/>
            </a:endParaRPr>
          </a:p>
        </p:txBody>
      </p:sp>
    </p:spTree>
    <p:extLst>
      <p:ext uri="{BB962C8B-B14F-4D97-AF65-F5344CB8AC3E}">
        <p14:creationId xmlns:p14="http://schemas.microsoft.com/office/powerpoint/2010/main" val="95713286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type="body" sz="quarter" idx="10"/>
          </p:nvPr>
        </p:nvSpPr>
        <p:spPr/>
        <p:txBody>
          <a:bodyPr/>
          <a:lstStyle/>
          <a:p>
            <a:r>
              <a:rPr lang="zh-CN" altLang="en-US" smtClean="0">
                <a:sym typeface="Huawei Sans" panose="020C0503030203020204" pitchFamily="34" charset="0"/>
              </a:rPr>
              <a:t>学完本课程后，您将能够：</a:t>
            </a:r>
            <a:endParaRPr lang="en-US" altLang="zh-CN" smtClean="0">
              <a:sym typeface="Huawei Sans" panose="020C0503030203020204" pitchFamily="34" charset="0"/>
            </a:endParaRPr>
          </a:p>
          <a:p>
            <a:pPr lvl="1"/>
            <a:r>
              <a:rPr lang="zh-CN" altLang="en-US" smtClean="0">
                <a:sym typeface="Huawei Sans" panose="020C0503030203020204" pitchFamily="34" charset="0"/>
              </a:rPr>
              <a:t>了解链路聚合的作用</a:t>
            </a:r>
            <a:endParaRPr lang="en-US" altLang="zh-CN" smtClean="0">
              <a:sym typeface="Huawei Sans" panose="020C0503030203020204" pitchFamily="34" charset="0"/>
            </a:endParaRPr>
          </a:p>
          <a:p>
            <a:pPr lvl="1"/>
            <a:r>
              <a:rPr lang="zh-CN" altLang="en-US" smtClean="0">
                <a:sym typeface="Huawei Sans" panose="020C0503030203020204" pitchFamily="34" charset="0"/>
              </a:rPr>
              <a:t>了解链路聚合的分类</a:t>
            </a:r>
            <a:endParaRPr lang="en-US" altLang="zh-CN" smtClean="0">
              <a:sym typeface="Huawei Sans" panose="020C0503030203020204" pitchFamily="34" charset="0"/>
            </a:endParaRPr>
          </a:p>
          <a:p>
            <a:pPr lvl="1"/>
            <a:r>
              <a:rPr lang="zh-CN" altLang="en-US" smtClean="0">
                <a:sym typeface="Huawei Sans" panose="020C0503030203020204" pitchFamily="34" charset="0"/>
              </a:rPr>
              <a:t>理解</a:t>
            </a:r>
            <a:r>
              <a:rPr lang="en-US" altLang="zh-CN" smtClean="0">
                <a:sym typeface="Huawei Sans" panose="020C0503030203020204" pitchFamily="34" charset="0"/>
              </a:rPr>
              <a:t>LACP</a:t>
            </a:r>
            <a:r>
              <a:rPr lang="zh-CN" altLang="en-US" smtClean="0">
                <a:sym typeface="Huawei Sans" panose="020C0503030203020204" pitchFamily="34" charset="0"/>
              </a:rPr>
              <a:t>模式的链路聚合协商过程</a:t>
            </a:r>
            <a:endParaRPr lang="en-US" altLang="zh-CN" smtClean="0">
              <a:sym typeface="Huawei Sans" panose="020C0503030203020204" pitchFamily="34" charset="0"/>
            </a:endParaRPr>
          </a:p>
          <a:p>
            <a:pPr lvl="1"/>
            <a:r>
              <a:rPr lang="zh-CN" altLang="en-US" smtClean="0">
                <a:sym typeface="Huawei Sans" panose="020C0503030203020204" pitchFamily="34" charset="0"/>
              </a:rPr>
              <a:t>了解</a:t>
            </a:r>
            <a:r>
              <a:rPr lang="en-US" altLang="zh-CN" smtClean="0">
                <a:sym typeface="Huawei Sans" panose="020C0503030203020204" pitchFamily="34" charset="0"/>
              </a:rPr>
              <a:t>iStack</a:t>
            </a:r>
            <a:r>
              <a:rPr lang="zh-CN" altLang="en-US" smtClean="0">
                <a:sym typeface="Huawei Sans" panose="020C0503030203020204" pitchFamily="34" charset="0"/>
              </a:rPr>
              <a:t>和</a:t>
            </a:r>
            <a:r>
              <a:rPr lang="en-US" altLang="zh-CN" smtClean="0">
                <a:sym typeface="Huawei Sans" panose="020C0503030203020204" pitchFamily="34" charset="0"/>
              </a:rPr>
              <a:t>CSS</a:t>
            </a:r>
            <a:r>
              <a:rPr lang="zh-CN" altLang="en-US" smtClean="0">
                <a:sym typeface="Huawei Sans" panose="020C0503030203020204" pitchFamily="34" charset="0"/>
              </a:rPr>
              <a:t>的优点与原理</a:t>
            </a:r>
            <a:endParaRPr lang="en-US" altLang="zh-CN" smtClean="0">
              <a:sym typeface="Huawei Sans" panose="020C0503030203020204" pitchFamily="34" charset="0"/>
            </a:endParaRPr>
          </a:p>
          <a:p>
            <a:pPr lvl="1"/>
            <a:r>
              <a:rPr lang="zh-CN" altLang="en-US" smtClean="0">
                <a:sym typeface="Huawei Sans" panose="020C0503030203020204" pitchFamily="34" charset="0"/>
              </a:rPr>
              <a:t>了解链路聚合与堆叠技术常见应用与组网</a:t>
            </a:r>
            <a:endParaRPr lang="zh-CN" altLang="en-US" dirty="0">
              <a:sym typeface="Huawei Sans" panose="020C0503030203020204" pitchFamily="34" charset="0"/>
            </a:endParaRPr>
          </a:p>
        </p:txBody>
      </p:sp>
    </p:spTree>
    <p:extLst>
      <p:ext uri="{BB962C8B-B14F-4D97-AF65-F5344CB8AC3E}">
        <p14:creationId xmlns:p14="http://schemas.microsoft.com/office/powerpoint/2010/main" val="2125832294"/>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p:txBody>
          <a:bodyPr/>
          <a:lstStyle/>
          <a:p>
            <a:r>
              <a:rPr lang="zh-CN" altLang="en-US" b="1" smtClean="0">
                <a:latin typeface="Huawei Sans" panose="020C0503030203020204" pitchFamily="34" charset="0"/>
                <a:ea typeface="方正兰亭黑简体" panose="02000000000000000000" pitchFamily="2" charset="-122"/>
                <a:sym typeface="Huawei Sans" panose="020C0503030203020204" pitchFamily="34" charset="0"/>
              </a:rPr>
              <a:t>网络可靠性需求</a:t>
            </a:r>
            <a:endParaRPr lang="en-US" altLang="zh-CN" b="1" smtClean="0">
              <a:latin typeface="Huawei Sans" panose="020C0503030203020204" pitchFamily="34" charset="0"/>
              <a:ea typeface="方正兰亭黑简体" panose="02000000000000000000" pitchFamily="2" charset="-122"/>
              <a:sym typeface="Huawei Sans" panose="020C0503030203020204" pitchFamily="34" charset="0"/>
            </a:endParaRPr>
          </a:p>
          <a:p>
            <a:r>
              <a:rPr lang="zh-CN" altLang="en-US" smtClean="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链路聚合技术原理与配置</a:t>
            </a:r>
            <a:endParaRPr lang="en-US" altLang="zh-CN" smtClean="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a:p>
            <a:pPr>
              <a:buClr>
                <a:schemeClr val="bg1">
                  <a:lumMod val="50000"/>
                </a:schemeClr>
              </a:buClr>
            </a:pPr>
            <a:r>
              <a:rPr lang="zh-CN" altLang="en-US" smtClean="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堆叠</a:t>
            </a:r>
            <a:r>
              <a:rPr lang="en-US" altLang="zh-CN" smtClean="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a:t>
            </a:r>
            <a:r>
              <a:rPr lang="zh-CN" altLang="en-US" smtClean="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集群概述</a:t>
            </a:r>
            <a:endParaRPr lang="en-US" altLang="zh-CN"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1402240754"/>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sym typeface="Huawei Sans" panose="020C0503030203020204" pitchFamily="34" charset="0"/>
              </a:rPr>
              <a:t>网络的可靠性</a:t>
            </a:r>
            <a:endParaRPr lang="zh-CN" altLang="en-US" dirty="0">
              <a:sym typeface="Huawei Sans" panose="020C0503030203020204" pitchFamily="34" charset="0"/>
            </a:endParaRPr>
          </a:p>
        </p:txBody>
      </p:sp>
      <p:sp>
        <p:nvSpPr>
          <p:cNvPr id="3" name="文本占位符 2"/>
          <p:cNvSpPr>
            <a:spLocks noGrp="1"/>
          </p:cNvSpPr>
          <p:nvPr>
            <p:ph type="body" sz="quarter" idx="10"/>
          </p:nvPr>
        </p:nvSpPr>
        <p:spPr/>
        <p:txBody>
          <a:bodyPr/>
          <a:lstStyle/>
          <a:p>
            <a:r>
              <a:rPr lang="zh-CN" altLang="en-US" smtClean="0">
                <a:sym typeface="Huawei Sans" panose="020C0503030203020204" pitchFamily="34" charset="0"/>
              </a:rPr>
              <a:t>网络的可靠性指当设备或者链路出现单点或者多点故障时保证网络服务不间断的能力。</a:t>
            </a:r>
            <a:endParaRPr lang="en-US" altLang="zh-CN" smtClean="0">
              <a:sym typeface="Huawei Sans" panose="020C0503030203020204" pitchFamily="34" charset="0"/>
            </a:endParaRPr>
          </a:p>
          <a:p>
            <a:r>
              <a:rPr lang="zh-CN" altLang="en-US" smtClean="0">
                <a:sym typeface="Huawei Sans" panose="020C0503030203020204" pitchFamily="34" charset="0"/>
              </a:rPr>
              <a:t>网络的可靠性可以从单板、设备、链路多个层面实现。</a:t>
            </a:r>
            <a:endParaRPr lang="zh-CN" altLang="en-US" dirty="0">
              <a:sym typeface="Huawei Sans" panose="020C0503030203020204" pitchFamily="34" charset="0"/>
            </a:endParaRPr>
          </a:p>
        </p:txBody>
      </p:sp>
      <p:sp>
        <p:nvSpPr>
          <p:cNvPr id="116" name="矩形 115"/>
          <p:cNvSpPr/>
          <p:nvPr/>
        </p:nvSpPr>
        <p:spPr bwMode="auto">
          <a:xfrm>
            <a:off x="5225594" y="3133344"/>
            <a:ext cx="1276763" cy="2773400"/>
          </a:xfrm>
          <a:prstGeom prst="rect">
            <a:avLst/>
          </a:prstGeom>
          <a:solidFill>
            <a:srgbClr val="F3FBFE"/>
          </a:solidFill>
          <a:ln w="12700" cap="flat" cmpd="sng" algn="ctr">
            <a:solidFill>
              <a:srgbClr val="99DFF9"/>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zh-CN" altLang="en-US" sz="1600" kern="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3" name="Freeform 159"/>
          <p:cNvSpPr/>
          <p:nvPr/>
        </p:nvSpPr>
        <p:spPr>
          <a:xfrm flipH="1">
            <a:off x="1531022" y="4148439"/>
            <a:ext cx="1038854" cy="549134"/>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12700" cap="flat" cmpd="sng" algn="ctr">
            <a:solidFill>
              <a:srgbClr val="00B0F0"/>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US" sz="16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4" name="Freeform 159"/>
          <p:cNvSpPr/>
          <p:nvPr/>
        </p:nvSpPr>
        <p:spPr>
          <a:xfrm flipH="1">
            <a:off x="9327917" y="4148439"/>
            <a:ext cx="1038854" cy="549134"/>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12700" cap="flat" cmpd="sng" algn="ctr">
            <a:solidFill>
              <a:srgbClr val="00B0F0"/>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US" altLang="zh-CN" sz="16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15" name="直接连接符 14"/>
          <p:cNvCxnSpPr>
            <a:stCxn id="13" idx="8"/>
          </p:cNvCxnSpPr>
          <p:nvPr/>
        </p:nvCxnSpPr>
        <p:spPr bwMode="auto">
          <a:xfrm>
            <a:off x="2569876" y="4523440"/>
            <a:ext cx="889807" cy="4821"/>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26" name="直接连接符 25"/>
          <p:cNvCxnSpPr/>
          <p:nvPr/>
        </p:nvCxnSpPr>
        <p:spPr bwMode="auto">
          <a:xfrm flipH="1" flipV="1">
            <a:off x="4026340" y="4754562"/>
            <a:ext cx="1521108" cy="667921"/>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27" name="直接连接符 26"/>
          <p:cNvCxnSpPr/>
          <p:nvPr/>
        </p:nvCxnSpPr>
        <p:spPr bwMode="auto">
          <a:xfrm flipV="1">
            <a:off x="5754471" y="3960871"/>
            <a:ext cx="0" cy="1206447"/>
          </a:xfrm>
          <a:prstGeom prst="line">
            <a:avLst/>
          </a:prstGeom>
          <a:solidFill>
            <a:schemeClr val="accent1"/>
          </a:solidFill>
          <a:ln w="28575" cap="flat" cmpd="sng" algn="ctr">
            <a:solidFill>
              <a:srgbClr val="00B0F0"/>
            </a:solidFill>
            <a:prstDash val="solid"/>
            <a:round/>
            <a:headEnd type="none" w="med" len="med"/>
            <a:tailEnd type="none" w="med" len="med"/>
          </a:ln>
          <a:effectLst/>
        </p:spPr>
      </p:cxnSp>
      <p:cxnSp>
        <p:nvCxnSpPr>
          <p:cNvPr id="65" name="直接连接符 64"/>
          <p:cNvCxnSpPr>
            <a:endCxn id="14" idx="21"/>
          </p:cNvCxnSpPr>
          <p:nvPr/>
        </p:nvCxnSpPr>
        <p:spPr bwMode="auto">
          <a:xfrm>
            <a:off x="8318426" y="4528261"/>
            <a:ext cx="1009491" cy="5174"/>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114" name="直接连接符 113"/>
          <p:cNvCxnSpPr/>
          <p:nvPr/>
        </p:nvCxnSpPr>
        <p:spPr bwMode="auto">
          <a:xfrm flipV="1">
            <a:off x="5953936" y="3960871"/>
            <a:ext cx="0" cy="1206447"/>
          </a:xfrm>
          <a:prstGeom prst="line">
            <a:avLst/>
          </a:prstGeom>
          <a:solidFill>
            <a:schemeClr val="accent1"/>
          </a:solidFill>
          <a:ln w="28575" cap="flat" cmpd="sng" algn="ctr">
            <a:solidFill>
              <a:srgbClr val="00B0F0"/>
            </a:solidFill>
            <a:prstDash val="solid"/>
            <a:round/>
            <a:headEnd type="none" w="med" len="med"/>
            <a:tailEnd type="none" w="med" len="med"/>
          </a:ln>
          <a:effectLst/>
        </p:spPr>
      </p:cxnSp>
      <p:sp>
        <p:nvSpPr>
          <p:cNvPr id="117" name="TextBox 77"/>
          <p:cNvSpPr txBox="1"/>
          <p:nvPr/>
        </p:nvSpPr>
        <p:spPr bwMode="auto">
          <a:xfrm>
            <a:off x="5061257" y="3133344"/>
            <a:ext cx="1589195" cy="347129"/>
          </a:xfrm>
          <a:prstGeom prst="rect">
            <a:avLst/>
          </a:prstGeom>
          <a:noFill/>
          <a:ln w="9525">
            <a:noFill/>
            <a:miter lim="800000"/>
            <a:headEnd/>
            <a:tailEnd/>
          </a:ln>
        </p:spPr>
        <p:txBody>
          <a:bodyPr wrap="square" lIns="99941" tIns="49966" rIns="99941" bIns="49966" rtlCol="0">
            <a:spAutoFit/>
          </a:bodyPr>
          <a:lstStyle/>
          <a:p>
            <a:pPr algn="ctr" defTabSz="1001248" eaLnBrk="0" hangingPunct="0"/>
            <a:r>
              <a:rPr lang="zh-CN" altLang="en-US" sz="1600" b="1" dirty="0">
                <a:solidFill>
                  <a:srgbClr val="000000"/>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堆叠</a:t>
            </a:r>
            <a:endParaRPr lang="en-US" altLang="zh-CN" sz="1600" b="1" dirty="0">
              <a:solidFill>
                <a:srgbClr val="000000"/>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cxnSp>
        <p:nvCxnSpPr>
          <p:cNvPr id="121" name="直接连接符 120"/>
          <p:cNvCxnSpPr/>
          <p:nvPr/>
        </p:nvCxnSpPr>
        <p:spPr bwMode="auto">
          <a:xfrm flipH="1">
            <a:off x="4026340" y="3705706"/>
            <a:ext cx="1521108" cy="610522"/>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141" name="直接连接符 140"/>
          <p:cNvCxnSpPr/>
          <p:nvPr/>
        </p:nvCxnSpPr>
        <p:spPr bwMode="auto">
          <a:xfrm flipH="1" flipV="1">
            <a:off x="6164262" y="3705706"/>
            <a:ext cx="1617808" cy="610522"/>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144" name="直接连接符 143"/>
          <p:cNvCxnSpPr/>
          <p:nvPr/>
        </p:nvCxnSpPr>
        <p:spPr bwMode="auto">
          <a:xfrm flipH="1">
            <a:off x="6164262" y="4697572"/>
            <a:ext cx="1617808" cy="724911"/>
          </a:xfrm>
          <a:prstGeom prst="line">
            <a:avLst/>
          </a:prstGeom>
          <a:solidFill>
            <a:schemeClr val="accent1"/>
          </a:solidFill>
          <a:ln w="19050" cap="flat" cmpd="sng" algn="ctr">
            <a:solidFill>
              <a:schemeClr val="tx1"/>
            </a:solidFill>
            <a:prstDash val="solid"/>
            <a:round/>
            <a:headEnd type="none" w="med" len="med"/>
            <a:tailEnd type="none" w="med" len="med"/>
          </a:ln>
          <a:effectLst/>
        </p:spPr>
      </p:cxnSp>
      <p:sp>
        <p:nvSpPr>
          <p:cNvPr id="150" name="圆角矩形 149"/>
          <p:cNvSpPr/>
          <p:nvPr/>
        </p:nvSpPr>
        <p:spPr bwMode="auto">
          <a:xfrm>
            <a:off x="3207657" y="2553043"/>
            <a:ext cx="5284766" cy="3427660"/>
          </a:xfrm>
          <a:prstGeom prst="roundRect">
            <a:avLst>
              <a:gd name="adj" fmla="val 1717"/>
            </a:avLst>
          </a:prstGeom>
          <a:noFill/>
          <a:ln w="9525" cap="flat" cmpd="sng" algn="ctr">
            <a:solidFill>
              <a:schemeClr val="bg1">
                <a:lumMod val="50000"/>
              </a:schemeClr>
            </a:solidFill>
            <a:prstDash val="dash"/>
            <a:round/>
            <a:headEnd type="none" w="med" len="med"/>
            <a:tailEnd type="none" w="med" len="med"/>
          </a:ln>
          <a:effectLst/>
        </p:spPr>
        <p:txBody>
          <a:bodyPr vert="horz" wrap="square" lIns="91404" tIns="45702" rIns="91404" bIns="45702" numCol="1" rtlCol="0" anchor="t" anchorCtr="0" compatLnSpc="1">
            <a:prstTxWarp prst="textNoShape">
              <a:avLst/>
            </a:prstTxWarp>
          </a:bodyPr>
          <a:lstStyle/>
          <a:p>
            <a:pPr defTabSz="914034" fontAlgn="t">
              <a:spcBef>
                <a:spcPct val="0"/>
              </a:spcBef>
              <a:spcAft>
                <a:spcPct val="0"/>
              </a:spcAft>
            </a:pPr>
            <a:endParaRPr lang="zh-CN" altLang="en-US" sz="10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51" name="TextBox 77"/>
          <p:cNvSpPr txBox="1"/>
          <p:nvPr/>
        </p:nvSpPr>
        <p:spPr bwMode="auto">
          <a:xfrm>
            <a:off x="4879489" y="2587374"/>
            <a:ext cx="1941821" cy="347129"/>
          </a:xfrm>
          <a:prstGeom prst="rect">
            <a:avLst/>
          </a:prstGeom>
          <a:noFill/>
          <a:ln w="9525">
            <a:noFill/>
            <a:miter lim="800000"/>
            <a:headEnd/>
            <a:tailEnd/>
          </a:ln>
        </p:spPr>
        <p:txBody>
          <a:bodyPr wrap="square" lIns="99941" tIns="49966" rIns="99941" bIns="49966" rtlCol="0">
            <a:spAutoFit/>
          </a:bodyPr>
          <a:lstStyle/>
          <a:p>
            <a:pPr algn="ctr" defTabSz="1001248" eaLnBrk="0" hangingPunct="0"/>
            <a:r>
              <a:rPr lang="zh-CN" altLang="en-US" sz="1600" b="1" dirty="0">
                <a:solidFill>
                  <a:srgbClr val="000000"/>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高可靠性的网络</a:t>
            </a:r>
            <a:endParaRPr lang="en-US" altLang="zh-CN" sz="1600" b="1" dirty="0">
              <a:solidFill>
                <a:srgbClr val="000000"/>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sp>
        <p:nvSpPr>
          <p:cNvPr id="152" name="椭圆 151"/>
          <p:cNvSpPr/>
          <p:nvPr/>
        </p:nvSpPr>
        <p:spPr bwMode="auto">
          <a:xfrm>
            <a:off x="4423533" y="3808579"/>
            <a:ext cx="315418" cy="1422930"/>
          </a:xfrm>
          <a:prstGeom prst="ellipse">
            <a:avLst/>
          </a:prstGeom>
          <a:noFill/>
          <a:ln w="25400" cap="flat" cmpd="sng" algn="ctr">
            <a:solidFill>
              <a:srgbClr val="FFD17D"/>
            </a:solidFill>
            <a:prstDash val="solid"/>
            <a:round/>
            <a:headEnd type="none" w="med" len="med"/>
            <a:tailEnd type="none" w="med" len="med"/>
          </a:ln>
          <a:effectLst/>
        </p:spPr>
        <p:txBody>
          <a:bodyPr vert="horz" wrap="square" lIns="91404" tIns="45702" rIns="91404" bIns="45702" numCol="1" rtlCol="0" anchor="t" anchorCtr="0" compatLnSpc="1">
            <a:prstTxWarp prst="textNoShape">
              <a:avLst/>
            </a:prstTxWarp>
          </a:bodyPr>
          <a:lstStyle/>
          <a:p>
            <a:pPr defTabSz="914034" fontAlgn="t">
              <a:spcBef>
                <a:spcPct val="0"/>
              </a:spcBef>
              <a:spcAft>
                <a:spcPct val="0"/>
              </a:spcAft>
            </a:pPr>
            <a:endParaRPr lang="zh-CN" altLang="en-US" sz="10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53" name="椭圆 152"/>
          <p:cNvSpPr/>
          <p:nvPr/>
        </p:nvSpPr>
        <p:spPr bwMode="auto">
          <a:xfrm>
            <a:off x="7067704" y="3808579"/>
            <a:ext cx="315418" cy="1422930"/>
          </a:xfrm>
          <a:prstGeom prst="ellipse">
            <a:avLst/>
          </a:prstGeom>
          <a:noFill/>
          <a:ln w="25400" cap="flat" cmpd="sng" algn="ctr">
            <a:solidFill>
              <a:srgbClr val="FFD17D"/>
            </a:solidFill>
            <a:prstDash val="solid"/>
            <a:round/>
            <a:headEnd type="none" w="med" len="med"/>
            <a:tailEnd type="none" w="med" len="med"/>
          </a:ln>
          <a:effectLst/>
        </p:spPr>
        <p:txBody>
          <a:bodyPr vert="horz" wrap="square" lIns="91404" tIns="45702" rIns="91404" bIns="45702" numCol="1" rtlCol="0" anchor="t" anchorCtr="0" compatLnSpc="1">
            <a:prstTxWarp prst="textNoShape">
              <a:avLst/>
            </a:prstTxWarp>
          </a:bodyPr>
          <a:lstStyle/>
          <a:p>
            <a:pPr defTabSz="914034" fontAlgn="t">
              <a:spcBef>
                <a:spcPct val="0"/>
              </a:spcBef>
              <a:spcAft>
                <a:spcPct val="0"/>
              </a:spcAft>
            </a:pPr>
            <a:endParaRPr lang="zh-CN" altLang="en-US" sz="10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54" name="TextBox 77"/>
          <p:cNvSpPr txBox="1"/>
          <p:nvPr/>
        </p:nvSpPr>
        <p:spPr bwMode="auto">
          <a:xfrm>
            <a:off x="3843206" y="4327987"/>
            <a:ext cx="1589195" cy="347129"/>
          </a:xfrm>
          <a:prstGeom prst="rect">
            <a:avLst/>
          </a:prstGeom>
          <a:noFill/>
          <a:ln w="9525">
            <a:noFill/>
            <a:miter lim="800000"/>
            <a:headEnd/>
            <a:tailEnd/>
          </a:ln>
        </p:spPr>
        <p:txBody>
          <a:bodyPr wrap="square" lIns="99941" tIns="49966" rIns="99941" bIns="49966" rtlCol="0">
            <a:spAutoFit/>
          </a:bodyPr>
          <a:lstStyle/>
          <a:p>
            <a:pPr algn="ctr" defTabSz="1001248" eaLnBrk="0" hangingPunct="0"/>
            <a:r>
              <a:rPr lang="zh-CN" altLang="en-US" sz="1600" dirty="0">
                <a:solidFill>
                  <a:srgbClr val="000000"/>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链路聚合</a:t>
            </a:r>
            <a:endParaRPr lang="en-US" altLang="zh-CN" sz="1600" dirty="0">
              <a:solidFill>
                <a:srgbClr val="000000"/>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sp>
        <p:nvSpPr>
          <p:cNvPr id="155" name="TextBox 77"/>
          <p:cNvSpPr txBox="1"/>
          <p:nvPr/>
        </p:nvSpPr>
        <p:spPr bwMode="auto">
          <a:xfrm>
            <a:off x="6412786" y="4327987"/>
            <a:ext cx="1589195" cy="347129"/>
          </a:xfrm>
          <a:prstGeom prst="rect">
            <a:avLst/>
          </a:prstGeom>
          <a:noFill/>
          <a:ln w="9525">
            <a:noFill/>
            <a:miter lim="800000"/>
            <a:headEnd/>
            <a:tailEnd/>
          </a:ln>
        </p:spPr>
        <p:txBody>
          <a:bodyPr wrap="square" lIns="99941" tIns="49966" rIns="99941" bIns="49966" rtlCol="0">
            <a:spAutoFit/>
          </a:bodyPr>
          <a:lstStyle/>
          <a:p>
            <a:pPr algn="ctr" defTabSz="1001248" eaLnBrk="0" hangingPunct="0"/>
            <a:r>
              <a:rPr lang="zh-CN" altLang="en-US" sz="1600" dirty="0">
                <a:solidFill>
                  <a:srgbClr val="000000"/>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链路聚合</a:t>
            </a:r>
            <a:endParaRPr lang="en-US" altLang="zh-CN" sz="1600" dirty="0">
              <a:solidFill>
                <a:srgbClr val="000000"/>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pic>
        <p:nvPicPr>
          <p:cNvPr id="28" name="图片 27" descr="通用交换机.png"/>
          <p:cNvPicPr>
            <a:picLocks noChangeAspect="1"/>
          </p:cNvPicPr>
          <p:nvPr/>
        </p:nvPicPr>
        <p:blipFill>
          <a:blip r:embed="rId3" cstate="print"/>
          <a:stretch>
            <a:fillRect/>
          </a:stretch>
        </p:blipFill>
        <p:spPr>
          <a:xfrm>
            <a:off x="3445896" y="4264879"/>
            <a:ext cx="616814" cy="510330"/>
          </a:xfrm>
          <a:prstGeom prst="rect">
            <a:avLst/>
          </a:prstGeom>
        </p:spPr>
      </p:pic>
      <p:pic>
        <p:nvPicPr>
          <p:cNvPr id="29" name="图片 28" descr="通用交换机.png"/>
          <p:cNvPicPr>
            <a:picLocks noChangeAspect="1"/>
          </p:cNvPicPr>
          <p:nvPr/>
        </p:nvPicPr>
        <p:blipFill>
          <a:blip r:embed="rId3" cstate="print"/>
          <a:stretch>
            <a:fillRect/>
          </a:stretch>
        </p:blipFill>
        <p:spPr>
          <a:xfrm>
            <a:off x="5543964" y="3454767"/>
            <a:ext cx="616814" cy="510330"/>
          </a:xfrm>
          <a:prstGeom prst="rect">
            <a:avLst/>
          </a:prstGeom>
        </p:spPr>
      </p:pic>
      <p:pic>
        <p:nvPicPr>
          <p:cNvPr id="30" name="图片 29" descr="通用交换机.png"/>
          <p:cNvPicPr>
            <a:picLocks noChangeAspect="1"/>
          </p:cNvPicPr>
          <p:nvPr/>
        </p:nvPicPr>
        <p:blipFill>
          <a:blip r:embed="rId3" cstate="print"/>
          <a:stretch>
            <a:fillRect/>
          </a:stretch>
        </p:blipFill>
        <p:spPr>
          <a:xfrm>
            <a:off x="7720468" y="4264879"/>
            <a:ext cx="616814" cy="510330"/>
          </a:xfrm>
          <a:prstGeom prst="rect">
            <a:avLst/>
          </a:prstGeom>
        </p:spPr>
      </p:pic>
      <p:pic>
        <p:nvPicPr>
          <p:cNvPr id="31" name="图片 30" descr="通用交换机.png"/>
          <p:cNvPicPr>
            <a:picLocks noChangeAspect="1"/>
          </p:cNvPicPr>
          <p:nvPr/>
        </p:nvPicPr>
        <p:blipFill>
          <a:blip r:embed="rId3" cstate="print"/>
          <a:stretch>
            <a:fillRect/>
          </a:stretch>
        </p:blipFill>
        <p:spPr>
          <a:xfrm>
            <a:off x="5543964" y="5150357"/>
            <a:ext cx="616814" cy="510330"/>
          </a:xfrm>
          <a:prstGeom prst="rect">
            <a:avLst/>
          </a:prstGeom>
        </p:spPr>
      </p:pic>
      <p:cxnSp>
        <p:nvCxnSpPr>
          <p:cNvPr id="32" name="直接箭头连接符 31">
            <a:extLst>
              <a:ext uri="{FF2B5EF4-FFF2-40B4-BE49-F238E27FC236}">
                <a16:creationId xmlns="" xmlns:a16="http://schemas.microsoft.com/office/drawing/2014/main" id="{FC940677-F915-4522-BB5D-950A0690E721}"/>
              </a:ext>
            </a:extLst>
          </p:cNvPr>
          <p:cNvCxnSpPr>
            <a:cxnSpLocks/>
          </p:cNvCxnSpPr>
          <p:nvPr/>
        </p:nvCxnSpPr>
        <p:spPr>
          <a:xfrm>
            <a:off x="2651476" y="4375011"/>
            <a:ext cx="661498" cy="0"/>
          </a:xfrm>
          <a:prstGeom prst="straightConnector1">
            <a:avLst/>
          </a:prstGeom>
          <a:ln w="19050">
            <a:solidFill>
              <a:srgbClr val="00B0F0"/>
            </a:solidFill>
            <a:prstDash val="sysDash"/>
            <a:headEnd type="none" w="med" len="med"/>
            <a:tailEnd type="triangle" w="med" len="med"/>
          </a:ln>
          <a:effectLst>
            <a:outerShdw blurRad="152400" dist="38100" dir="5400000" algn="t" rotWithShape="0">
              <a:prstClr val="black">
                <a:alpha val="12000"/>
              </a:prstClr>
            </a:outerShdw>
          </a:effectLst>
        </p:spPr>
        <p:style>
          <a:lnRef idx="1">
            <a:schemeClr val="accent1"/>
          </a:lnRef>
          <a:fillRef idx="0">
            <a:schemeClr val="accent1"/>
          </a:fillRef>
          <a:effectRef idx="0">
            <a:schemeClr val="accent1"/>
          </a:effectRef>
          <a:fontRef idx="minor">
            <a:schemeClr val="tx1"/>
          </a:fontRef>
        </p:style>
      </p:cxnSp>
      <p:cxnSp>
        <p:nvCxnSpPr>
          <p:cNvPr id="33" name="直接箭头连接符 32">
            <a:extLst>
              <a:ext uri="{FF2B5EF4-FFF2-40B4-BE49-F238E27FC236}">
                <a16:creationId xmlns="" xmlns:a16="http://schemas.microsoft.com/office/drawing/2014/main" id="{FC940677-F915-4522-BB5D-950A0690E721}"/>
              </a:ext>
            </a:extLst>
          </p:cNvPr>
          <p:cNvCxnSpPr>
            <a:cxnSpLocks/>
          </p:cNvCxnSpPr>
          <p:nvPr/>
        </p:nvCxnSpPr>
        <p:spPr>
          <a:xfrm>
            <a:off x="2651476" y="4683023"/>
            <a:ext cx="661498" cy="0"/>
          </a:xfrm>
          <a:prstGeom prst="straightConnector1">
            <a:avLst/>
          </a:prstGeom>
          <a:ln w="19050">
            <a:solidFill>
              <a:srgbClr val="00B0F0"/>
            </a:solidFill>
            <a:prstDash val="sysDash"/>
            <a:headEnd type="none" w="med" len="med"/>
            <a:tailEnd type="triangle" w="med" len="med"/>
          </a:ln>
          <a:effectLst>
            <a:outerShdw blurRad="152400" dist="38100" dir="5400000" algn="t" rotWithShape="0">
              <a:prstClr val="black">
                <a:alpha val="12000"/>
              </a:prstClr>
            </a:outerShdw>
          </a:effectLst>
        </p:spPr>
        <p:style>
          <a:lnRef idx="1">
            <a:schemeClr val="accent1"/>
          </a:lnRef>
          <a:fillRef idx="0">
            <a:schemeClr val="accent1"/>
          </a:fillRef>
          <a:effectRef idx="0">
            <a:schemeClr val="accent1"/>
          </a:effectRef>
          <a:fontRef idx="minor">
            <a:schemeClr val="tx1"/>
          </a:fontRef>
        </p:style>
      </p:cxnSp>
      <p:cxnSp>
        <p:nvCxnSpPr>
          <p:cNvPr id="35" name="直接箭头连接符 34">
            <a:extLst>
              <a:ext uri="{FF2B5EF4-FFF2-40B4-BE49-F238E27FC236}">
                <a16:creationId xmlns="" xmlns:a16="http://schemas.microsoft.com/office/drawing/2014/main" id="{FC940677-F915-4522-BB5D-950A0690E721}"/>
              </a:ext>
            </a:extLst>
          </p:cNvPr>
          <p:cNvCxnSpPr>
            <a:cxnSpLocks/>
          </p:cNvCxnSpPr>
          <p:nvPr/>
        </p:nvCxnSpPr>
        <p:spPr>
          <a:xfrm>
            <a:off x="4287278" y="5011941"/>
            <a:ext cx="661498" cy="276832"/>
          </a:xfrm>
          <a:prstGeom prst="straightConnector1">
            <a:avLst/>
          </a:prstGeom>
          <a:ln w="19050">
            <a:solidFill>
              <a:srgbClr val="00B0F0"/>
            </a:solidFill>
            <a:prstDash val="sysDash"/>
            <a:headEnd type="none" w="med" len="med"/>
            <a:tailEnd type="triangle" w="med" len="med"/>
          </a:ln>
          <a:effectLst>
            <a:outerShdw blurRad="152400" dist="38100" dir="5400000" algn="t" rotWithShape="0">
              <a:prstClr val="black">
                <a:alpha val="12000"/>
              </a:prstClr>
            </a:outerShdw>
          </a:effectLst>
        </p:spPr>
        <p:style>
          <a:lnRef idx="1">
            <a:schemeClr val="accent1"/>
          </a:lnRef>
          <a:fillRef idx="0">
            <a:schemeClr val="accent1"/>
          </a:fillRef>
          <a:effectRef idx="0">
            <a:schemeClr val="accent1"/>
          </a:effectRef>
          <a:fontRef idx="minor">
            <a:schemeClr val="tx1"/>
          </a:fontRef>
        </p:style>
      </p:cxnSp>
      <p:cxnSp>
        <p:nvCxnSpPr>
          <p:cNvPr id="36" name="直接箭头连接符 35">
            <a:extLst>
              <a:ext uri="{FF2B5EF4-FFF2-40B4-BE49-F238E27FC236}">
                <a16:creationId xmlns="" xmlns:a16="http://schemas.microsoft.com/office/drawing/2014/main" id="{FC940677-F915-4522-BB5D-950A0690E721}"/>
              </a:ext>
            </a:extLst>
          </p:cNvPr>
          <p:cNvCxnSpPr>
            <a:cxnSpLocks/>
          </p:cNvCxnSpPr>
          <p:nvPr/>
        </p:nvCxnSpPr>
        <p:spPr>
          <a:xfrm>
            <a:off x="4222048" y="5161776"/>
            <a:ext cx="661498" cy="273176"/>
          </a:xfrm>
          <a:prstGeom prst="straightConnector1">
            <a:avLst/>
          </a:prstGeom>
          <a:ln w="19050">
            <a:solidFill>
              <a:srgbClr val="00B0F0"/>
            </a:solidFill>
            <a:prstDash val="sysDash"/>
            <a:headEnd type="none" w="med" len="med"/>
            <a:tailEnd type="triangle" w="med" len="med"/>
          </a:ln>
          <a:effectLst>
            <a:outerShdw blurRad="152400" dist="38100" dir="5400000" algn="t" rotWithShape="0">
              <a:prstClr val="black">
                <a:alpha val="12000"/>
              </a:prstClr>
            </a:outerShdw>
          </a:effectLst>
        </p:spPr>
        <p:style>
          <a:lnRef idx="1">
            <a:schemeClr val="accent1"/>
          </a:lnRef>
          <a:fillRef idx="0">
            <a:schemeClr val="accent1"/>
          </a:fillRef>
          <a:effectRef idx="0">
            <a:schemeClr val="accent1"/>
          </a:effectRef>
          <a:fontRef idx="minor">
            <a:schemeClr val="tx1"/>
          </a:fontRef>
        </p:style>
      </p:cxnSp>
      <p:cxnSp>
        <p:nvCxnSpPr>
          <p:cNvPr id="37" name="直接箭头连接符 36">
            <a:extLst>
              <a:ext uri="{FF2B5EF4-FFF2-40B4-BE49-F238E27FC236}">
                <a16:creationId xmlns="" xmlns:a16="http://schemas.microsoft.com/office/drawing/2014/main" id="{FC940677-F915-4522-BB5D-950A0690E721}"/>
              </a:ext>
            </a:extLst>
          </p:cNvPr>
          <p:cNvCxnSpPr>
            <a:cxnSpLocks/>
          </p:cNvCxnSpPr>
          <p:nvPr/>
        </p:nvCxnSpPr>
        <p:spPr>
          <a:xfrm flipV="1">
            <a:off x="6882489" y="5011941"/>
            <a:ext cx="593379" cy="257379"/>
          </a:xfrm>
          <a:prstGeom prst="straightConnector1">
            <a:avLst/>
          </a:prstGeom>
          <a:ln w="19050">
            <a:solidFill>
              <a:srgbClr val="00B0F0"/>
            </a:solidFill>
            <a:prstDash val="sysDash"/>
            <a:headEnd type="none" w="med" len="med"/>
            <a:tailEnd type="triangle" w="med" len="med"/>
          </a:ln>
          <a:effectLst>
            <a:outerShdw blurRad="152400" dist="38100" dir="5400000" algn="t" rotWithShape="0">
              <a:prstClr val="black">
                <a:alpha val="12000"/>
              </a:prstClr>
            </a:outerShdw>
          </a:effectLst>
        </p:spPr>
        <p:style>
          <a:lnRef idx="1">
            <a:schemeClr val="accent1"/>
          </a:lnRef>
          <a:fillRef idx="0">
            <a:schemeClr val="accent1"/>
          </a:fillRef>
          <a:effectRef idx="0">
            <a:schemeClr val="accent1"/>
          </a:effectRef>
          <a:fontRef idx="minor">
            <a:schemeClr val="tx1"/>
          </a:fontRef>
        </p:style>
      </p:cxnSp>
      <p:cxnSp>
        <p:nvCxnSpPr>
          <p:cNvPr id="38" name="直接箭头连接符 37">
            <a:extLst>
              <a:ext uri="{FF2B5EF4-FFF2-40B4-BE49-F238E27FC236}">
                <a16:creationId xmlns="" xmlns:a16="http://schemas.microsoft.com/office/drawing/2014/main" id="{FC940677-F915-4522-BB5D-950A0690E721}"/>
              </a:ext>
            </a:extLst>
          </p:cNvPr>
          <p:cNvCxnSpPr>
            <a:cxnSpLocks/>
          </p:cNvCxnSpPr>
          <p:nvPr/>
        </p:nvCxnSpPr>
        <p:spPr>
          <a:xfrm flipV="1">
            <a:off x="6928173" y="5159066"/>
            <a:ext cx="594480" cy="240202"/>
          </a:xfrm>
          <a:prstGeom prst="straightConnector1">
            <a:avLst/>
          </a:prstGeom>
          <a:ln w="19050">
            <a:solidFill>
              <a:srgbClr val="00B0F0"/>
            </a:solidFill>
            <a:prstDash val="sysDash"/>
            <a:headEnd type="none" w="med" len="med"/>
            <a:tailEnd type="triangle" w="med" len="med"/>
          </a:ln>
          <a:effectLst>
            <a:outerShdw blurRad="152400" dist="38100" dir="5400000" algn="t" rotWithShape="0">
              <a:prstClr val="black">
                <a:alpha val="12000"/>
              </a:prstClr>
            </a:outerShdw>
          </a:effectLst>
        </p:spPr>
        <p:style>
          <a:lnRef idx="1">
            <a:schemeClr val="accent1"/>
          </a:lnRef>
          <a:fillRef idx="0">
            <a:schemeClr val="accent1"/>
          </a:fillRef>
          <a:effectRef idx="0">
            <a:schemeClr val="accent1"/>
          </a:effectRef>
          <a:fontRef idx="minor">
            <a:schemeClr val="tx1"/>
          </a:fontRef>
        </p:style>
      </p:cxnSp>
      <p:cxnSp>
        <p:nvCxnSpPr>
          <p:cNvPr id="40" name="直接箭头连接符 39">
            <a:extLst>
              <a:ext uri="{FF2B5EF4-FFF2-40B4-BE49-F238E27FC236}">
                <a16:creationId xmlns="" xmlns:a16="http://schemas.microsoft.com/office/drawing/2014/main" id="{FC940677-F915-4522-BB5D-950A0690E721}"/>
              </a:ext>
            </a:extLst>
          </p:cNvPr>
          <p:cNvCxnSpPr>
            <a:cxnSpLocks/>
          </p:cNvCxnSpPr>
          <p:nvPr/>
        </p:nvCxnSpPr>
        <p:spPr>
          <a:xfrm>
            <a:off x="8492423" y="4375011"/>
            <a:ext cx="661498" cy="0"/>
          </a:xfrm>
          <a:prstGeom prst="straightConnector1">
            <a:avLst/>
          </a:prstGeom>
          <a:ln w="19050">
            <a:solidFill>
              <a:srgbClr val="00B0F0"/>
            </a:solidFill>
            <a:prstDash val="sysDash"/>
            <a:headEnd type="none" w="med" len="med"/>
            <a:tailEnd type="triangle" w="med" len="med"/>
          </a:ln>
          <a:effectLst>
            <a:outerShdw blurRad="152400" dist="38100" dir="5400000" algn="t" rotWithShape="0">
              <a:prstClr val="black">
                <a:alpha val="12000"/>
              </a:prstClr>
            </a:outerShdw>
          </a:effectLst>
        </p:spPr>
        <p:style>
          <a:lnRef idx="1">
            <a:schemeClr val="accent1"/>
          </a:lnRef>
          <a:fillRef idx="0">
            <a:schemeClr val="accent1"/>
          </a:fillRef>
          <a:effectRef idx="0">
            <a:schemeClr val="accent1"/>
          </a:effectRef>
          <a:fontRef idx="minor">
            <a:schemeClr val="tx1"/>
          </a:fontRef>
        </p:style>
      </p:cxnSp>
      <p:cxnSp>
        <p:nvCxnSpPr>
          <p:cNvPr id="41" name="直接箭头连接符 40">
            <a:extLst>
              <a:ext uri="{FF2B5EF4-FFF2-40B4-BE49-F238E27FC236}">
                <a16:creationId xmlns="" xmlns:a16="http://schemas.microsoft.com/office/drawing/2014/main" id="{FC940677-F915-4522-BB5D-950A0690E721}"/>
              </a:ext>
            </a:extLst>
          </p:cNvPr>
          <p:cNvCxnSpPr>
            <a:cxnSpLocks/>
          </p:cNvCxnSpPr>
          <p:nvPr/>
        </p:nvCxnSpPr>
        <p:spPr>
          <a:xfrm>
            <a:off x="8492423" y="4683023"/>
            <a:ext cx="661498" cy="0"/>
          </a:xfrm>
          <a:prstGeom prst="straightConnector1">
            <a:avLst/>
          </a:prstGeom>
          <a:ln w="19050">
            <a:solidFill>
              <a:srgbClr val="00B0F0"/>
            </a:solidFill>
            <a:prstDash val="sysDash"/>
            <a:headEnd type="none" w="med" len="med"/>
            <a:tailEnd type="triangle" w="med" len="med"/>
          </a:ln>
          <a:effectLst>
            <a:outerShdw blurRad="152400" dist="38100" dir="5400000" algn="t" rotWithShape="0">
              <a:prstClr val="black">
                <a:alpha val="12000"/>
              </a:prstClr>
            </a:outerShdw>
          </a:effectLst>
        </p:spPr>
        <p:style>
          <a:lnRef idx="1">
            <a:schemeClr val="accent1"/>
          </a:lnRef>
          <a:fillRef idx="0">
            <a:schemeClr val="accent1"/>
          </a:fillRef>
          <a:effectRef idx="0">
            <a:schemeClr val="accent1"/>
          </a:effectRef>
          <a:fontRef idx="minor">
            <a:schemeClr val="tx1"/>
          </a:fontRef>
        </p:style>
      </p:cxnSp>
      <p:sp>
        <p:nvSpPr>
          <p:cNvPr id="5" name="矩形 4"/>
          <p:cNvSpPr/>
          <p:nvPr/>
        </p:nvSpPr>
        <p:spPr>
          <a:xfrm>
            <a:off x="1698586" y="4342466"/>
            <a:ext cx="729688" cy="338554"/>
          </a:xfrm>
          <a:prstGeom prst="rect">
            <a:avLst/>
          </a:prstGeom>
        </p:spPr>
        <p:txBody>
          <a:bodyPr wrap="none">
            <a:spAutoFit/>
          </a:bodyPr>
          <a:lstStyle/>
          <a:p>
            <a:pPr lvl="0" algn="ct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网络</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A</a:t>
            </a:r>
          </a:p>
        </p:txBody>
      </p:sp>
      <p:sp>
        <p:nvSpPr>
          <p:cNvPr id="6" name="矩形 5"/>
          <p:cNvSpPr/>
          <p:nvPr/>
        </p:nvSpPr>
        <p:spPr>
          <a:xfrm>
            <a:off x="9514691" y="4342466"/>
            <a:ext cx="718466" cy="338554"/>
          </a:xfrm>
          <a:prstGeom prst="rect">
            <a:avLst/>
          </a:prstGeom>
        </p:spPr>
        <p:txBody>
          <a:bodyPr wrap="none">
            <a:spAutoFit/>
          </a:bodyPr>
          <a:lstStyle/>
          <a:p>
            <a:pPr lvl="0" algn="ct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网络</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B</a:t>
            </a:r>
          </a:p>
        </p:txBody>
      </p:sp>
      <p:grpSp>
        <p:nvGrpSpPr>
          <p:cNvPr id="39" name="组合 38"/>
          <p:cNvGrpSpPr/>
          <p:nvPr/>
        </p:nvGrpSpPr>
        <p:grpSpPr>
          <a:xfrm>
            <a:off x="4845462" y="3754422"/>
            <a:ext cx="288000" cy="288000"/>
            <a:chOff x="856677" y="2615810"/>
            <a:chExt cx="288000" cy="288000"/>
          </a:xfrm>
        </p:grpSpPr>
        <p:sp>
          <p:nvSpPr>
            <p:cNvPr id="42" name="椭圆 41"/>
            <p:cNvSpPr/>
            <p:nvPr/>
          </p:nvSpPr>
          <p:spPr>
            <a:xfrm>
              <a:off x="856677" y="2615810"/>
              <a:ext cx="288000" cy="288000"/>
            </a:xfrm>
            <a:prstGeom prst="ellipse">
              <a:avLst/>
            </a:prstGeom>
            <a:solidFill>
              <a:srgbClr val="EC70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a:solidFill>
                  <a:srgbClr val="EC7061"/>
                </a:solidFill>
              </a:endParaRPr>
            </a:p>
          </p:txBody>
        </p:sp>
        <p:grpSp>
          <p:nvGrpSpPr>
            <p:cNvPr id="43" name="组合 42"/>
            <p:cNvGrpSpPr/>
            <p:nvPr/>
          </p:nvGrpSpPr>
          <p:grpSpPr>
            <a:xfrm>
              <a:off x="923444" y="2692169"/>
              <a:ext cx="144001" cy="144002"/>
              <a:chOff x="898853" y="2657982"/>
              <a:chExt cx="203649" cy="203652"/>
            </a:xfrm>
          </p:grpSpPr>
          <p:cxnSp>
            <p:nvCxnSpPr>
              <p:cNvPr id="44" name="直接连接符 43"/>
              <p:cNvCxnSpPr>
                <a:stCxn id="42" idx="3"/>
                <a:endCxn id="42" idx="7"/>
              </p:cNvCxnSpPr>
              <p:nvPr/>
            </p:nvCxnSpPr>
            <p:spPr>
              <a:xfrm flipV="1">
                <a:off x="898853" y="2657986"/>
                <a:ext cx="203648" cy="203648"/>
              </a:xfrm>
              <a:prstGeom prst="line">
                <a:avLst/>
              </a:prstGeom>
              <a:solidFill>
                <a:srgbClr val="EC7061"/>
              </a:solidFill>
              <a:ln w="38100" cap="rnd">
                <a:solidFill>
                  <a:schemeClr val="bg1"/>
                </a:solidFill>
                <a:round/>
              </a:ln>
              <a:effectLst/>
            </p:spPr>
            <p:style>
              <a:lnRef idx="2">
                <a:schemeClr val="accent1"/>
              </a:lnRef>
              <a:fillRef idx="0">
                <a:schemeClr val="accent1"/>
              </a:fillRef>
              <a:effectRef idx="1">
                <a:schemeClr val="accent1"/>
              </a:effectRef>
              <a:fontRef idx="minor">
                <a:schemeClr val="tx1"/>
              </a:fontRef>
            </p:style>
          </p:cxnSp>
          <p:cxnSp>
            <p:nvCxnSpPr>
              <p:cNvPr id="45" name="直接连接符 44"/>
              <p:cNvCxnSpPr>
                <a:stCxn id="42" idx="1"/>
                <a:endCxn id="42" idx="5"/>
              </p:cNvCxnSpPr>
              <p:nvPr/>
            </p:nvCxnSpPr>
            <p:spPr>
              <a:xfrm>
                <a:off x="898853" y="2657986"/>
                <a:ext cx="203648" cy="203648"/>
              </a:xfrm>
              <a:prstGeom prst="line">
                <a:avLst/>
              </a:prstGeom>
              <a:solidFill>
                <a:srgbClr val="EC7061"/>
              </a:solidFill>
              <a:ln w="38100" cap="rnd">
                <a:solidFill>
                  <a:schemeClr val="bg1"/>
                </a:solidFill>
                <a:round/>
              </a:ln>
              <a:effectLst/>
            </p:spPr>
            <p:style>
              <a:lnRef idx="2">
                <a:schemeClr val="accent1"/>
              </a:lnRef>
              <a:fillRef idx="0">
                <a:schemeClr val="accent1"/>
              </a:fillRef>
              <a:effectRef idx="1">
                <a:schemeClr val="accent1"/>
              </a:effectRef>
              <a:fontRef idx="minor">
                <a:schemeClr val="tx1"/>
              </a:fontRef>
            </p:style>
          </p:cxnSp>
        </p:grpSp>
      </p:grpSp>
    </p:spTree>
    <p:extLst>
      <p:ext uri="{BB962C8B-B14F-4D97-AF65-F5344CB8AC3E}">
        <p14:creationId xmlns:p14="http://schemas.microsoft.com/office/powerpoint/2010/main" val="3874815786"/>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auto"/>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单板</a:t>
            </a:r>
            <a:r>
              <a:rPr lang="zh-CN" altLang="en-US" dirty="0" smtClean="0">
                <a:latin typeface="Huawei Sans" panose="020C0503030203020204" pitchFamily="34" charset="0"/>
                <a:ea typeface="方正兰亭黑简体" panose="02000000000000000000" pitchFamily="2" charset="-122"/>
                <a:sym typeface="Huawei Sans" panose="020C0503030203020204" pitchFamily="34" charset="0"/>
              </a:rPr>
              <a:t>可靠性 </a:t>
            </a:r>
            <a:r>
              <a:rPr lang="en-US" altLang="zh-CN" dirty="0" smtClean="0">
                <a:latin typeface="Huawei Sans" panose="020C0503030203020204" pitchFamily="34" charset="0"/>
                <a:ea typeface="方正兰亭黑简体" panose="02000000000000000000" pitchFamily="2" charset="-122"/>
                <a:sym typeface="Huawei Sans" panose="020C0503030203020204" pitchFamily="34" charset="0"/>
              </a:rPr>
              <a:t>(1)</a:t>
            </a:r>
            <a:endParaRPr lang="zh-CN" altLang="en-US"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 name="文本占位符 2"/>
          <p:cNvSpPr>
            <a:spLocks noGrp="1"/>
          </p:cNvSpPr>
          <p:nvPr>
            <p:ph type="body" sz="quarter" idx="10"/>
          </p:nvPr>
        </p:nvSpPr>
        <p:spPr>
          <a:xfrm>
            <a:off x="6097897" y="1764477"/>
            <a:ext cx="5647707" cy="4418765"/>
          </a:xfrm>
        </p:spPr>
        <p:txBody>
          <a:bodyPr/>
          <a:lstStyle/>
          <a:p>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框式交换机由机框、电源模块、风扇模块、主控板、交换网板（</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SFU</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）、线路板（</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LPU</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）构成。</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机框：为各种板卡、模块提供插槽，实现板卡间的通信。</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电源模块：设备的供电系统</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风扇模块：设备的散热系统</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主控</a:t>
            </a:r>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板（</a:t>
            </a:r>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MPU</a:t>
            </a:r>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Main </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Processing </a:t>
            </a:r>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Unit</a:t>
            </a:r>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负责整个系统的控制平面和管理平面。</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交换</a:t>
            </a:r>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网板（</a:t>
            </a:r>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SFU</a:t>
            </a:r>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Switch </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Fabric </a:t>
            </a:r>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Unit</a:t>
            </a:r>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负责整个系统的数据平面。数据平面提供高速无阻塞数据通道，实现各个业务模块之间的业务交换功能。</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线路板（</a:t>
            </a:r>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LPU</a:t>
            </a:r>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Line Processing </a:t>
            </a:r>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Unit</a:t>
            </a:r>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线路处理单元是物理设备上用于提供数据转发功能的</a:t>
            </a:r>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模块，提供</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不同速率的光口、电口。</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4" name="组合 3"/>
          <p:cNvGrpSpPr/>
          <p:nvPr/>
        </p:nvGrpSpPr>
        <p:grpSpPr>
          <a:xfrm>
            <a:off x="804268" y="1900669"/>
            <a:ext cx="3573476" cy="4229019"/>
            <a:chOff x="533303" y="1758713"/>
            <a:chExt cx="4060657" cy="4805571"/>
          </a:xfrm>
        </p:grpSpPr>
        <p:pic>
          <p:nvPicPr>
            <p:cNvPr id="1026" name="Picture 2" descr="http://localhost:7890/pages/31180BRU/01/31180BRU/01/resources/dc/figure/zh-cn_image_0189791285.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484698" y="1758713"/>
              <a:ext cx="3109262" cy="4010871"/>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77"/>
            <p:cNvSpPr txBox="1"/>
            <p:nvPr/>
          </p:nvSpPr>
          <p:spPr bwMode="auto">
            <a:xfrm>
              <a:off x="1818648" y="6204804"/>
              <a:ext cx="2465106" cy="359480"/>
            </a:xfrm>
            <a:prstGeom prst="rect">
              <a:avLst/>
            </a:prstGeom>
            <a:noFill/>
            <a:ln w="9525">
              <a:noFill/>
              <a:miter lim="800000"/>
              <a:headEnd/>
              <a:tailEnd/>
            </a:ln>
          </p:spPr>
          <p:txBody>
            <a:bodyPr wrap="square" lIns="99941" tIns="49966" rIns="99941" bIns="49966" rtlCol="0">
              <a:spAutoFit/>
            </a:bodyPr>
            <a:lstStyle/>
            <a:p>
              <a:pPr algn="ctr" defTabSz="1001248" eaLnBrk="0" hangingPunct="0"/>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S12700E-8</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机框正面结构</a:t>
              </a:r>
              <a:endParaRPr lang="en-US" altLang="zh-CN" sz="1400" b="1" dirty="0">
                <a:solidFill>
                  <a:srgbClr val="000000"/>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sp>
          <p:nvSpPr>
            <p:cNvPr id="8" name="TextBox 77"/>
            <p:cNvSpPr txBox="1"/>
            <p:nvPr/>
          </p:nvSpPr>
          <p:spPr bwMode="auto">
            <a:xfrm>
              <a:off x="533303" y="1909538"/>
              <a:ext cx="1048129" cy="359480"/>
            </a:xfrm>
            <a:prstGeom prst="rect">
              <a:avLst/>
            </a:prstGeom>
            <a:noFill/>
            <a:ln w="9525">
              <a:noFill/>
              <a:miter lim="800000"/>
              <a:headEnd/>
              <a:tailEnd/>
            </a:ln>
          </p:spPr>
          <p:txBody>
            <a:bodyPr wrap="square" lIns="99941" tIns="49966" rIns="99941" bIns="49966" rtlCol="0">
              <a:spAutoFit/>
            </a:bodyPr>
            <a:lstStyle/>
            <a:p>
              <a:pPr algn="ctr" defTabSz="1001248" eaLnBrk="0" hangingPunct="0"/>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主控板</a:t>
              </a:r>
              <a:endParaRPr lang="en-US" altLang="zh-CN" sz="1400" b="1" dirty="0">
                <a:solidFill>
                  <a:srgbClr val="000000"/>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sp>
          <p:nvSpPr>
            <p:cNvPr id="9" name="TextBox 77"/>
            <p:cNvSpPr txBox="1"/>
            <p:nvPr/>
          </p:nvSpPr>
          <p:spPr bwMode="auto">
            <a:xfrm>
              <a:off x="533303" y="2499857"/>
              <a:ext cx="1048129" cy="359480"/>
            </a:xfrm>
            <a:prstGeom prst="rect">
              <a:avLst/>
            </a:prstGeom>
            <a:noFill/>
            <a:ln w="9525">
              <a:noFill/>
              <a:miter lim="800000"/>
              <a:headEnd/>
              <a:tailEnd/>
            </a:ln>
          </p:spPr>
          <p:txBody>
            <a:bodyPr wrap="square" lIns="99941" tIns="49966" rIns="99941" bIns="49966" rtlCol="0">
              <a:spAutoFit/>
            </a:bodyPr>
            <a:lstStyle/>
            <a:p>
              <a:pPr algn="ctr" defTabSz="1001248" eaLnBrk="0" hangingPunct="0"/>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线路板</a:t>
              </a:r>
              <a:endParaRPr lang="en-US" altLang="zh-CN" sz="1400" b="1" dirty="0">
                <a:solidFill>
                  <a:srgbClr val="000000"/>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sp>
          <p:nvSpPr>
            <p:cNvPr id="10" name="TextBox 77"/>
            <p:cNvSpPr txBox="1"/>
            <p:nvPr/>
          </p:nvSpPr>
          <p:spPr bwMode="auto">
            <a:xfrm>
              <a:off x="533303" y="3357226"/>
              <a:ext cx="1048130" cy="316351"/>
            </a:xfrm>
            <a:prstGeom prst="rect">
              <a:avLst/>
            </a:prstGeom>
            <a:noFill/>
            <a:ln w="9525">
              <a:noFill/>
              <a:miter lim="800000"/>
              <a:headEnd/>
              <a:tailEnd/>
            </a:ln>
          </p:spPr>
          <p:txBody>
            <a:bodyPr wrap="square" lIns="99941" tIns="49966" rIns="99941" bIns="49966" rtlCol="0">
              <a:spAutoFit/>
            </a:bodyPr>
            <a:lstStyle/>
            <a:p>
              <a:pPr algn="ctr" defTabSz="1001248" eaLnBrk="0" hangingPunct="0"/>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交换网板</a:t>
              </a:r>
              <a:endParaRPr lang="en-US" altLang="zh-CN" sz="1400" b="1" dirty="0">
                <a:solidFill>
                  <a:srgbClr val="000000"/>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sp>
          <p:nvSpPr>
            <p:cNvPr id="11" name="TextBox 77"/>
            <p:cNvSpPr txBox="1"/>
            <p:nvPr/>
          </p:nvSpPr>
          <p:spPr bwMode="auto">
            <a:xfrm>
              <a:off x="533303" y="4156560"/>
              <a:ext cx="1048129" cy="359480"/>
            </a:xfrm>
            <a:prstGeom prst="rect">
              <a:avLst/>
            </a:prstGeom>
            <a:noFill/>
            <a:ln w="9525">
              <a:noFill/>
              <a:miter lim="800000"/>
              <a:headEnd/>
              <a:tailEnd/>
            </a:ln>
          </p:spPr>
          <p:txBody>
            <a:bodyPr wrap="square" lIns="99941" tIns="49966" rIns="99941" bIns="49966" rtlCol="0">
              <a:spAutoFit/>
            </a:bodyPr>
            <a:lstStyle/>
            <a:p>
              <a:pPr algn="ctr" defTabSz="1001248" eaLnBrk="0" hangingPunct="0"/>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线路板</a:t>
              </a:r>
              <a:endParaRPr lang="en-US" altLang="zh-CN" sz="1400" b="1" dirty="0">
                <a:solidFill>
                  <a:srgbClr val="000000"/>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sp>
          <p:nvSpPr>
            <p:cNvPr id="12" name="TextBox 77"/>
            <p:cNvSpPr txBox="1"/>
            <p:nvPr/>
          </p:nvSpPr>
          <p:spPr bwMode="auto">
            <a:xfrm>
              <a:off x="753245" y="5213422"/>
              <a:ext cx="828188" cy="316351"/>
            </a:xfrm>
            <a:prstGeom prst="rect">
              <a:avLst/>
            </a:prstGeom>
            <a:noFill/>
            <a:ln w="9525">
              <a:noFill/>
              <a:miter lim="800000"/>
              <a:headEnd/>
              <a:tailEnd/>
            </a:ln>
          </p:spPr>
          <p:txBody>
            <a:bodyPr wrap="square" lIns="99941" tIns="49966" rIns="99941" bIns="49966" rtlCol="0">
              <a:spAutoFit/>
            </a:bodyPr>
            <a:lstStyle/>
            <a:p>
              <a:pPr algn="ctr" defTabSz="1001248" eaLnBrk="0" hangingPunct="0"/>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挂耳</a:t>
              </a:r>
              <a:endParaRPr lang="en-US" altLang="zh-CN" sz="1400" b="1" dirty="0">
                <a:solidFill>
                  <a:srgbClr val="000000"/>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sp>
          <p:nvSpPr>
            <p:cNvPr id="13" name="TextBox 77"/>
            <p:cNvSpPr txBox="1"/>
            <p:nvPr/>
          </p:nvSpPr>
          <p:spPr bwMode="auto">
            <a:xfrm>
              <a:off x="1818648" y="5719183"/>
              <a:ext cx="1052888" cy="316351"/>
            </a:xfrm>
            <a:prstGeom prst="rect">
              <a:avLst/>
            </a:prstGeom>
            <a:noFill/>
            <a:ln w="9525">
              <a:noFill/>
              <a:miter lim="800000"/>
              <a:headEnd/>
              <a:tailEnd/>
            </a:ln>
          </p:spPr>
          <p:txBody>
            <a:bodyPr wrap="square" lIns="99941" tIns="49966" rIns="99941" bIns="49966" rtlCol="0">
              <a:spAutoFit/>
            </a:bodyPr>
            <a:lstStyle/>
            <a:p>
              <a:pPr algn="ctr" defTabSz="1001248" eaLnBrk="0" hangingPunct="0"/>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电源模块</a:t>
              </a:r>
              <a:endParaRPr lang="en-US" altLang="zh-CN" sz="1400" b="1" dirty="0">
                <a:solidFill>
                  <a:srgbClr val="000000"/>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grpSp>
    </p:spTree>
    <p:extLst>
      <p:ext uri="{BB962C8B-B14F-4D97-AF65-F5344CB8AC3E}">
        <p14:creationId xmlns:p14="http://schemas.microsoft.com/office/powerpoint/2010/main" val="99828798"/>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auto"/>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单板</a:t>
            </a:r>
            <a:r>
              <a:rPr lang="zh-CN" altLang="en-US" dirty="0" smtClean="0">
                <a:latin typeface="Huawei Sans" panose="020C0503030203020204" pitchFamily="34" charset="0"/>
                <a:ea typeface="方正兰亭黑简体" panose="02000000000000000000" pitchFamily="2" charset="-122"/>
                <a:sym typeface="Huawei Sans" panose="020C0503030203020204" pitchFamily="34" charset="0"/>
              </a:rPr>
              <a:t>可靠性 </a:t>
            </a:r>
            <a:r>
              <a:rPr lang="en-US" altLang="zh-CN" dirty="0" smtClean="0">
                <a:latin typeface="Huawei Sans" panose="020C0503030203020204" pitchFamily="34" charset="0"/>
                <a:ea typeface="方正兰亭黑简体" panose="02000000000000000000" pitchFamily="2" charset="-122"/>
                <a:sym typeface="Huawei Sans" panose="020C0503030203020204" pitchFamily="34" charset="0"/>
              </a:rPr>
              <a:t>(2)</a:t>
            </a:r>
            <a:endParaRPr lang="zh-CN" altLang="en-US"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 name="文本占位符 2"/>
          <p:cNvSpPr>
            <a:spLocks noGrp="1"/>
          </p:cNvSpPr>
          <p:nvPr>
            <p:ph type="body" sz="quarter" idx="10"/>
          </p:nvPr>
        </p:nvSpPr>
        <p:spPr>
          <a:xfrm>
            <a:off x="6093620" y="2943415"/>
            <a:ext cx="5647707" cy="1847128"/>
          </a:xfrm>
        </p:spPr>
        <p:txBody>
          <a:bodyPr/>
          <a:lstStyle/>
          <a:p>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以</a:t>
            </a:r>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S12700E-8</a:t>
            </a:r>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为例，设备提供</a:t>
            </a:r>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8</a:t>
            </a:r>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个线路板槽位、</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4</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个交换网板槽位、</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2</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个主控板槽位、</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6</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个电源模块槽位、</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4</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个</a:t>
            </a:r>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风扇模块</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槽</a:t>
            </a:r>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位。</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框式交换机配置多个主控板、交换网板可保证设备自身的可靠性，单个槽位的交换网板、主控板损坏不影响设备的正常运行。</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框式交换机的线路板损坏后，该板卡上的接口无法正常转发数据。</a:t>
            </a:r>
          </a:p>
        </p:txBody>
      </p:sp>
      <p:grpSp>
        <p:nvGrpSpPr>
          <p:cNvPr id="5" name="组合 4"/>
          <p:cNvGrpSpPr/>
          <p:nvPr/>
        </p:nvGrpSpPr>
        <p:grpSpPr>
          <a:xfrm>
            <a:off x="446088" y="1579739"/>
            <a:ext cx="5365430" cy="4560355"/>
            <a:chOff x="533303" y="1294591"/>
            <a:chExt cx="5907184" cy="5020818"/>
          </a:xfrm>
        </p:grpSpPr>
        <p:pic>
          <p:nvPicPr>
            <p:cNvPr id="1026" name="Picture 2" descr="http://localhost:7890/pages/31180BRU/01/31180BRU/01/resources/dc/figure/zh-cn_image_0189791285.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497442" y="1745769"/>
              <a:ext cx="3109262" cy="4010871"/>
            </a:xfrm>
            <a:prstGeom prst="rect">
              <a:avLst/>
            </a:prstGeom>
            <a:noFill/>
            <a:extLst>
              <a:ext uri="{909E8E84-426E-40DD-AFC4-6F175D3DCCD1}">
                <a14:hiddenFill xmlns:a14="http://schemas.microsoft.com/office/drawing/2010/main">
                  <a:solidFill>
                    <a:srgbClr val="FFFFFF"/>
                  </a:solidFill>
                </a14:hiddenFill>
              </a:ext>
            </a:extLst>
          </p:spPr>
        </p:pic>
        <p:sp>
          <p:nvSpPr>
            <p:cNvPr id="4" name="矩形 3"/>
            <p:cNvSpPr/>
            <p:nvPr/>
          </p:nvSpPr>
          <p:spPr>
            <a:xfrm>
              <a:off x="1891451" y="1872598"/>
              <a:ext cx="2208937" cy="158154"/>
            </a:xfrm>
            <a:prstGeom prst="rect">
              <a:avLst/>
            </a:prstGeom>
            <a:solidFill>
              <a:srgbClr val="8CCAA1">
                <a:alpha val="90000"/>
              </a:srgb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 name="矩形 7"/>
            <p:cNvSpPr/>
            <p:nvPr/>
          </p:nvSpPr>
          <p:spPr>
            <a:xfrm>
              <a:off x="1891451" y="2065059"/>
              <a:ext cx="2208937" cy="158154"/>
            </a:xfrm>
            <a:prstGeom prst="rect">
              <a:avLst/>
            </a:prstGeom>
            <a:solidFill>
              <a:srgbClr val="EC7061">
                <a:alpha val="90000"/>
              </a:srgb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 name="矩形 8"/>
            <p:cNvSpPr/>
            <p:nvPr/>
          </p:nvSpPr>
          <p:spPr>
            <a:xfrm>
              <a:off x="1891451" y="3098118"/>
              <a:ext cx="2208937" cy="158154"/>
            </a:xfrm>
            <a:prstGeom prst="rect">
              <a:avLst/>
            </a:prstGeom>
            <a:solidFill>
              <a:srgbClr val="EC7061">
                <a:alpha val="90000"/>
              </a:srgb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 name="矩形 9"/>
            <p:cNvSpPr/>
            <p:nvPr/>
          </p:nvSpPr>
          <p:spPr>
            <a:xfrm>
              <a:off x="1891451" y="3290579"/>
              <a:ext cx="2208937" cy="158154"/>
            </a:xfrm>
            <a:prstGeom prst="rect">
              <a:avLst/>
            </a:prstGeom>
            <a:solidFill>
              <a:srgbClr val="EC7061">
                <a:alpha val="90000"/>
              </a:srgb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 name="矩形 10"/>
            <p:cNvSpPr/>
            <p:nvPr/>
          </p:nvSpPr>
          <p:spPr>
            <a:xfrm>
              <a:off x="1891451" y="3483040"/>
              <a:ext cx="2208937" cy="158154"/>
            </a:xfrm>
            <a:prstGeom prst="rect">
              <a:avLst/>
            </a:prstGeom>
            <a:solidFill>
              <a:srgbClr val="8CCAA1">
                <a:alpha val="90000"/>
              </a:srgb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2" name="矩形 11"/>
            <p:cNvSpPr/>
            <p:nvPr/>
          </p:nvSpPr>
          <p:spPr>
            <a:xfrm>
              <a:off x="1891451" y="3675501"/>
              <a:ext cx="2208937" cy="158154"/>
            </a:xfrm>
            <a:prstGeom prst="rect">
              <a:avLst/>
            </a:prstGeom>
            <a:solidFill>
              <a:srgbClr val="8CCAA1">
                <a:alpha val="90000"/>
              </a:srgb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13" name="直接连接符 12">
              <a:extLst>
                <a:ext uri="{FF2B5EF4-FFF2-40B4-BE49-F238E27FC236}">
                  <a16:creationId xmlns="" xmlns:a16="http://schemas.microsoft.com/office/drawing/2014/main" id="{21156947-FC87-4348-A563-CA25E95008D3}"/>
                </a:ext>
              </a:extLst>
            </p:cNvPr>
            <p:cNvCxnSpPr>
              <a:cxnSpLocks/>
            </p:cNvCxnSpPr>
            <p:nvPr/>
          </p:nvCxnSpPr>
          <p:spPr>
            <a:xfrm flipH="1">
              <a:off x="3999683" y="1608532"/>
              <a:ext cx="524830" cy="539090"/>
            </a:xfrm>
            <a:prstGeom prst="line">
              <a:avLst/>
            </a:prstGeom>
            <a:ln w="19050">
              <a:solidFill>
                <a:schemeClr val="tx1">
                  <a:lumMod val="95000"/>
                  <a:lumOff val="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 name="直接连接符 13">
              <a:extLst>
                <a:ext uri="{FF2B5EF4-FFF2-40B4-BE49-F238E27FC236}">
                  <a16:creationId xmlns="" xmlns:a16="http://schemas.microsoft.com/office/drawing/2014/main" id="{482AF39B-E127-4B46-9578-9C2006B61A04}"/>
                </a:ext>
              </a:extLst>
            </p:cNvPr>
            <p:cNvCxnSpPr>
              <a:cxnSpLocks/>
            </p:cNvCxnSpPr>
            <p:nvPr/>
          </p:nvCxnSpPr>
          <p:spPr>
            <a:xfrm flipH="1">
              <a:off x="4524513" y="1608531"/>
              <a:ext cx="335149" cy="0"/>
            </a:xfrm>
            <a:prstGeom prst="line">
              <a:avLst/>
            </a:prstGeom>
            <a:ln w="19050">
              <a:solidFill>
                <a:schemeClr val="tx1">
                  <a:lumMod val="95000"/>
                  <a:lumOff val="5000"/>
                </a:schemeClr>
              </a:solidFill>
              <a:prstDash val="sysDot"/>
            </a:ln>
          </p:spPr>
          <p:style>
            <a:lnRef idx="1">
              <a:schemeClr val="accent1"/>
            </a:lnRef>
            <a:fillRef idx="0">
              <a:schemeClr val="accent1"/>
            </a:fillRef>
            <a:effectRef idx="0">
              <a:schemeClr val="accent1"/>
            </a:effectRef>
            <a:fontRef idx="minor">
              <a:schemeClr val="tx1"/>
            </a:fontRef>
          </p:style>
        </p:cxnSp>
        <p:sp>
          <p:nvSpPr>
            <p:cNvPr id="19" name="矩形: 圆角 50">
              <a:extLst>
                <a:ext uri="{FF2B5EF4-FFF2-40B4-BE49-F238E27FC236}">
                  <a16:creationId xmlns="" xmlns:a16="http://schemas.microsoft.com/office/drawing/2014/main" id="{7EC8E1B8-547F-4456-A6A7-2CE27DF0A0A5}"/>
                </a:ext>
              </a:extLst>
            </p:cNvPr>
            <p:cNvSpPr/>
            <p:nvPr/>
          </p:nvSpPr>
          <p:spPr>
            <a:xfrm>
              <a:off x="4859662" y="1294591"/>
              <a:ext cx="1580825" cy="770468"/>
            </a:xfrm>
            <a:prstGeom prst="roundRect">
              <a:avLst>
                <a:gd name="adj" fmla="val 1305"/>
              </a:avLst>
            </a:prstGeom>
            <a:solidFill>
              <a:srgbClr val="F4FBFE"/>
            </a:solidFill>
            <a:ln w="9525">
              <a:solidFill>
                <a:srgbClr val="99DFF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单块主控板故障不影响设备的控制平台正常工作</a:t>
              </a:r>
            </a:p>
          </p:txBody>
        </p:sp>
        <p:cxnSp>
          <p:nvCxnSpPr>
            <p:cNvPr id="20" name="直接连接符 19">
              <a:extLst>
                <a:ext uri="{FF2B5EF4-FFF2-40B4-BE49-F238E27FC236}">
                  <a16:creationId xmlns="" xmlns:a16="http://schemas.microsoft.com/office/drawing/2014/main" id="{21156947-FC87-4348-A563-CA25E95008D3}"/>
                </a:ext>
              </a:extLst>
            </p:cNvPr>
            <p:cNvCxnSpPr>
              <a:cxnSpLocks/>
            </p:cNvCxnSpPr>
            <p:nvPr/>
          </p:nvCxnSpPr>
          <p:spPr>
            <a:xfrm flipH="1">
              <a:off x="3999683" y="2828573"/>
              <a:ext cx="524830" cy="539090"/>
            </a:xfrm>
            <a:prstGeom prst="line">
              <a:avLst/>
            </a:prstGeom>
            <a:ln w="19050">
              <a:solidFill>
                <a:schemeClr val="tx1">
                  <a:lumMod val="95000"/>
                  <a:lumOff val="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1" name="直接连接符 20">
              <a:extLst>
                <a:ext uri="{FF2B5EF4-FFF2-40B4-BE49-F238E27FC236}">
                  <a16:creationId xmlns="" xmlns:a16="http://schemas.microsoft.com/office/drawing/2014/main" id="{482AF39B-E127-4B46-9578-9C2006B61A04}"/>
                </a:ext>
              </a:extLst>
            </p:cNvPr>
            <p:cNvCxnSpPr>
              <a:cxnSpLocks/>
            </p:cNvCxnSpPr>
            <p:nvPr/>
          </p:nvCxnSpPr>
          <p:spPr>
            <a:xfrm flipH="1">
              <a:off x="4524513" y="2828573"/>
              <a:ext cx="335149" cy="0"/>
            </a:xfrm>
            <a:prstGeom prst="line">
              <a:avLst/>
            </a:prstGeom>
            <a:ln w="19050">
              <a:solidFill>
                <a:schemeClr val="tx1">
                  <a:lumMod val="95000"/>
                  <a:lumOff val="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4" name="直接连接符 23">
              <a:extLst>
                <a:ext uri="{FF2B5EF4-FFF2-40B4-BE49-F238E27FC236}">
                  <a16:creationId xmlns="" xmlns:a16="http://schemas.microsoft.com/office/drawing/2014/main" id="{21156947-FC87-4348-A563-CA25E95008D3}"/>
                </a:ext>
              </a:extLst>
            </p:cNvPr>
            <p:cNvCxnSpPr>
              <a:cxnSpLocks/>
            </p:cNvCxnSpPr>
            <p:nvPr/>
          </p:nvCxnSpPr>
          <p:spPr>
            <a:xfrm flipH="1">
              <a:off x="3999683" y="2673870"/>
              <a:ext cx="524830" cy="539090"/>
            </a:xfrm>
            <a:prstGeom prst="line">
              <a:avLst/>
            </a:prstGeom>
            <a:ln w="19050">
              <a:solidFill>
                <a:schemeClr val="tx1">
                  <a:lumMod val="95000"/>
                  <a:lumOff val="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5" name="直接连接符 24">
              <a:extLst>
                <a:ext uri="{FF2B5EF4-FFF2-40B4-BE49-F238E27FC236}">
                  <a16:creationId xmlns="" xmlns:a16="http://schemas.microsoft.com/office/drawing/2014/main" id="{482AF39B-E127-4B46-9578-9C2006B61A04}"/>
                </a:ext>
              </a:extLst>
            </p:cNvPr>
            <p:cNvCxnSpPr>
              <a:cxnSpLocks/>
            </p:cNvCxnSpPr>
            <p:nvPr/>
          </p:nvCxnSpPr>
          <p:spPr>
            <a:xfrm flipH="1">
              <a:off x="4524513" y="2673869"/>
              <a:ext cx="335149" cy="0"/>
            </a:xfrm>
            <a:prstGeom prst="line">
              <a:avLst/>
            </a:prstGeom>
            <a:ln w="19050">
              <a:solidFill>
                <a:schemeClr val="tx1">
                  <a:lumMod val="95000"/>
                  <a:lumOff val="5000"/>
                </a:schemeClr>
              </a:solidFill>
              <a:prstDash val="sysDot"/>
            </a:ln>
          </p:spPr>
          <p:style>
            <a:lnRef idx="1">
              <a:schemeClr val="accent1"/>
            </a:lnRef>
            <a:fillRef idx="0">
              <a:schemeClr val="accent1"/>
            </a:fillRef>
            <a:effectRef idx="0">
              <a:schemeClr val="accent1"/>
            </a:effectRef>
            <a:fontRef idx="minor">
              <a:schemeClr val="tx1"/>
            </a:fontRef>
          </p:style>
        </p:cxnSp>
        <p:sp>
          <p:nvSpPr>
            <p:cNvPr id="26" name="矩形: 圆角 50">
              <a:extLst>
                <a:ext uri="{FF2B5EF4-FFF2-40B4-BE49-F238E27FC236}">
                  <a16:creationId xmlns="" xmlns:a16="http://schemas.microsoft.com/office/drawing/2014/main" id="{7EC8E1B8-547F-4456-A6A7-2CE27DF0A0A5}"/>
                </a:ext>
              </a:extLst>
            </p:cNvPr>
            <p:cNvSpPr/>
            <p:nvPr/>
          </p:nvSpPr>
          <p:spPr>
            <a:xfrm>
              <a:off x="4859662" y="2139072"/>
              <a:ext cx="1580825" cy="897426"/>
            </a:xfrm>
            <a:prstGeom prst="roundRect">
              <a:avLst>
                <a:gd name="adj" fmla="val 1305"/>
              </a:avLst>
            </a:prstGeom>
            <a:solidFill>
              <a:srgbClr val="F4FBFE"/>
            </a:solidFill>
            <a:ln w="9525">
              <a:solidFill>
                <a:srgbClr val="99DFF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部分交换网板故障数据平面</a:t>
              </a:r>
              <a:r>
                <a:rPr lang="zh-CN" altLang="en-US" sz="1400" dirty="0" smtClean="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依旧正常</a:t>
              </a: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转发数据</a:t>
              </a:r>
            </a:p>
          </p:txBody>
        </p:sp>
        <p:sp>
          <p:nvSpPr>
            <p:cNvPr id="28" name="矩形 27"/>
            <p:cNvSpPr/>
            <p:nvPr/>
          </p:nvSpPr>
          <p:spPr>
            <a:xfrm>
              <a:off x="1891451" y="4509303"/>
              <a:ext cx="2208937" cy="158154"/>
            </a:xfrm>
            <a:prstGeom prst="rect">
              <a:avLst/>
            </a:prstGeom>
            <a:solidFill>
              <a:srgbClr val="EC7061">
                <a:alpha val="90000"/>
              </a:srgb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29" name="直接连接符 28">
              <a:extLst>
                <a:ext uri="{FF2B5EF4-FFF2-40B4-BE49-F238E27FC236}">
                  <a16:creationId xmlns="" xmlns:a16="http://schemas.microsoft.com/office/drawing/2014/main" id="{21156947-FC87-4348-A563-CA25E95008D3}"/>
                </a:ext>
              </a:extLst>
            </p:cNvPr>
            <p:cNvCxnSpPr>
              <a:cxnSpLocks/>
            </p:cNvCxnSpPr>
            <p:nvPr/>
          </p:nvCxnSpPr>
          <p:spPr>
            <a:xfrm flipH="1" flipV="1">
              <a:off x="3946366" y="4642706"/>
              <a:ext cx="578147" cy="515359"/>
            </a:xfrm>
            <a:prstGeom prst="line">
              <a:avLst/>
            </a:prstGeom>
            <a:ln w="19050">
              <a:solidFill>
                <a:schemeClr val="tx1">
                  <a:lumMod val="95000"/>
                  <a:lumOff val="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0" name="直接连接符 29">
              <a:extLst>
                <a:ext uri="{FF2B5EF4-FFF2-40B4-BE49-F238E27FC236}">
                  <a16:creationId xmlns="" xmlns:a16="http://schemas.microsoft.com/office/drawing/2014/main" id="{482AF39B-E127-4B46-9578-9C2006B61A04}"/>
                </a:ext>
              </a:extLst>
            </p:cNvPr>
            <p:cNvCxnSpPr>
              <a:cxnSpLocks/>
            </p:cNvCxnSpPr>
            <p:nvPr/>
          </p:nvCxnSpPr>
          <p:spPr>
            <a:xfrm flipH="1">
              <a:off x="4524513" y="5152791"/>
              <a:ext cx="335149" cy="0"/>
            </a:xfrm>
            <a:prstGeom prst="line">
              <a:avLst/>
            </a:prstGeom>
            <a:ln w="19050">
              <a:solidFill>
                <a:schemeClr val="tx1">
                  <a:lumMod val="95000"/>
                  <a:lumOff val="5000"/>
                </a:schemeClr>
              </a:solidFill>
              <a:prstDash val="sysDot"/>
            </a:ln>
          </p:spPr>
          <p:style>
            <a:lnRef idx="1">
              <a:schemeClr val="accent1"/>
            </a:lnRef>
            <a:fillRef idx="0">
              <a:schemeClr val="accent1"/>
            </a:fillRef>
            <a:effectRef idx="0">
              <a:schemeClr val="accent1"/>
            </a:effectRef>
            <a:fontRef idx="minor">
              <a:schemeClr val="tx1"/>
            </a:fontRef>
          </p:style>
        </p:cxnSp>
        <p:sp>
          <p:nvSpPr>
            <p:cNvPr id="31" name="矩形: 圆角 50">
              <a:extLst>
                <a:ext uri="{FF2B5EF4-FFF2-40B4-BE49-F238E27FC236}">
                  <a16:creationId xmlns="" xmlns:a16="http://schemas.microsoft.com/office/drawing/2014/main" id="{7EC8E1B8-547F-4456-A6A7-2CE27DF0A0A5}"/>
                </a:ext>
              </a:extLst>
            </p:cNvPr>
            <p:cNvSpPr/>
            <p:nvPr/>
          </p:nvSpPr>
          <p:spPr>
            <a:xfrm>
              <a:off x="4859662" y="4838850"/>
              <a:ext cx="1580825" cy="687655"/>
            </a:xfrm>
            <a:prstGeom prst="roundRect">
              <a:avLst>
                <a:gd name="adj" fmla="val 1305"/>
              </a:avLst>
            </a:prstGeom>
            <a:solidFill>
              <a:srgbClr val="F4FBFE"/>
            </a:solidFill>
            <a:ln w="9525">
              <a:solidFill>
                <a:srgbClr val="99DFF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线路板故障，该板卡上接口会受到影响</a:t>
              </a:r>
            </a:p>
          </p:txBody>
        </p:sp>
        <p:sp>
          <p:nvSpPr>
            <p:cNvPr id="33" name="TextBox 77"/>
            <p:cNvSpPr txBox="1"/>
            <p:nvPr/>
          </p:nvSpPr>
          <p:spPr bwMode="auto">
            <a:xfrm>
              <a:off x="1797316" y="5967116"/>
              <a:ext cx="2349372" cy="348293"/>
            </a:xfrm>
            <a:prstGeom prst="rect">
              <a:avLst/>
            </a:prstGeom>
            <a:noFill/>
            <a:ln w="9525">
              <a:noFill/>
              <a:miter lim="800000"/>
              <a:headEnd/>
              <a:tailEnd/>
            </a:ln>
          </p:spPr>
          <p:txBody>
            <a:bodyPr wrap="square" lIns="99941" tIns="49966" rIns="99941" bIns="49966" rtlCol="0">
              <a:spAutoFit/>
            </a:bodyPr>
            <a:lstStyle/>
            <a:p>
              <a:pPr algn="ctr" defTabSz="1001248" eaLnBrk="0" hangingPunct="0"/>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S12700E-8</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机框正面结构</a:t>
              </a:r>
              <a:endParaRPr lang="en-US" altLang="zh-CN" sz="1400" b="1" dirty="0">
                <a:solidFill>
                  <a:srgbClr val="000000"/>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sp>
          <p:nvSpPr>
            <p:cNvPr id="38" name="TextBox 77"/>
            <p:cNvSpPr txBox="1"/>
            <p:nvPr/>
          </p:nvSpPr>
          <p:spPr bwMode="auto">
            <a:xfrm>
              <a:off x="753245" y="1909538"/>
              <a:ext cx="828188" cy="316351"/>
            </a:xfrm>
            <a:prstGeom prst="rect">
              <a:avLst/>
            </a:prstGeom>
            <a:noFill/>
            <a:ln w="9525">
              <a:noFill/>
              <a:miter lim="800000"/>
              <a:headEnd/>
              <a:tailEnd/>
            </a:ln>
          </p:spPr>
          <p:txBody>
            <a:bodyPr wrap="square" lIns="99941" tIns="49966" rIns="99941" bIns="49966" rtlCol="0">
              <a:spAutoFit/>
            </a:bodyPr>
            <a:lstStyle/>
            <a:p>
              <a:pPr algn="ctr" defTabSz="1001248" eaLnBrk="0" hangingPunct="0"/>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主控板</a:t>
              </a:r>
              <a:endParaRPr lang="en-US" altLang="zh-CN" sz="1400" b="1" dirty="0">
                <a:solidFill>
                  <a:srgbClr val="000000"/>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sp>
          <p:nvSpPr>
            <p:cNvPr id="39" name="TextBox 77"/>
            <p:cNvSpPr txBox="1"/>
            <p:nvPr/>
          </p:nvSpPr>
          <p:spPr bwMode="auto">
            <a:xfrm>
              <a:off x="753245" y="2499857"/>
              <a:ext cx="828188" cy="316351"/>
            </a:xfrm>
            <a:prstGeom prst="rect">
              <a:avLst/>
            </a:prstGeom>
            <a:noFill/>
            <a:ln w="9525">
              <a:noFill/>
              <a:miter lim="800000"/>
              <a:headEnd/>
              <a:tailEnd/>
            </a:ln>
          </p:spPr>
          <p:txBody>
            <a:bodyPr wrap="square" lIns="99941" tIns="49966" rIns="99941" bIns="49966" rtlCol="0">
              <a:spAutoFit/>
            </a:bodyPr>
            <a:lstStyle/>
            <a:p>
              <a:pPr algn="ctr" defTabSz="1001248" eaLnBrk="0" hangingPunct="0"/>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线路板</a:t>
              </a:r>
              <a:endParaRPr lang="en-US" altLang="zh-CN" sz="1400" b="1" dirty="0">
                <a:solidFill>
                  <a:srgbClr val="000000"/>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sp>
          <p:nvSpPr>
            <p:cNvPr id="40" name="TextBox 77"/>
            <p:cNvSpPr txBox="1"/>
            <p:nvPr/>
          </p:nvSpPr>
          <p:spPr bwMode="auto">
            <a:xfrm>
              <a:off x="533303" y="3357226"/>
              <a:ext cx="1048130" cy="316351"/>
            </a:xfrm>
            <a:prstGeom prst="rect">
              <a:avLst/>
            </a:prstGeom>
            <a:noFill/>
            <a:ln w="9525">
              <a:noFill/>
              <a:miter lim="800000"/>
              <a:headEnd/>
              <a:tailEnd/>
            </a:ln>
          </p:spPr>
          <p:txBody>
            <a:bodyPr wrap="square" lIns="99941" tIns="49966" rIns="99941" bIns="49966" rtlCol="0">
              <a:spAutoFit/>
            </a:bodyPr>
            <a:lstStyle/>
            <a:p>
              <a:pPr algn="ctr" defTabSz="1001248" eaLnBrk="0" hangingPunct="0"/>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交换网板</a:t>
              </a:r>
              <a:endParaRPr lang="en-US" altLang="zh-CN" sz="1400" b="1" dirty="0">
                <a:solidFill>
                  <a:srgbClr val="000000"/>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sp>
          <p:nvSpPr>
            <p:cNvPr id="41" name="TextBox 77"/>
            <p:cNvSpPr txBox="1"/>
            <p:nvPr/>
          </p:nvSpPr>
          <p:spPr bwMode="auto">
            <a:xfrm>
              <a:off x="753245" y="4156560"/>
              <a:ext cx="828188" cy="316351"/>
            </a:xfrm>
            <a:prstGeom prst="rect">
              <a:avLst/>
            </a:prstGeom>
            <a:noFill/>
            <a:ln w="9525">
              <a:noFill/>
              <a:miter lim="800000"/>
              <a:headEnd/>
              <a:tailEnd/>
            </a:ln>
          </p:spPr>
          <p:txBody>
            <a:bodyPr wrap="square" lIns="99941" tIns="49966" rIns="99941" bIns="49966" rtlCol="0">
              <a:spAutoFit/>
            </a:bodyPr>
            <a:lstStyle/>
            <a:p>
              <a:pPr algn="ctr" defTabSz="1001248" eaLnBrk="0" hangingPunct="0"/>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线路板</a:t>
              </a:r>
              <a:endParaRPr lang="en-US" altLang="zh-CN" sz="1400" b="1" dirty="0">
                <a:solidFill>
                  <a:srgbClr val="000000"/>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grpSp>
    </p:spTree>
    <p:extLst>
      <p:ext uri="{BB962C8B-B14F-4D97-AF65-F5344CB8AC3E}">
        <p14:creationId xmlns:p14="http://schemas.microsoft.com/office/powerpoint/2010/main" val="189587488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 name="矩形: 圆角 26">
            <a:extLst>
              <a:ext uri="{FF2B5EF4-FFF2-40B4-BE49-F238E27FC236}">
                <a16:creationId xmlns="" xmlns:a16="http://schemas.microsoft.com/office/drawing/2014/main" id="{CDFFDDAC-2C24-493B-9451-7DBEF959DDAD}"/>
              </a:ext>
            </a:extLst>
          </p:cNvPr>
          <p:cNvSpPr/>
          <p:nvPr/>
        </p:nvSpPr>
        <p:spPr>
          <a:xfrm>
            <a:off x="7464174" y="2708514"/>
            <a:ext cx="2090634" cy="1692629"/>
          </a:xfrm>
          <a:prstGeom prst="roundRect">
            <a:avLst>
              <a:gd name="adj" fmla="val 5218"/>
            </a:avLst>
          </a:prstGeom>
          <a:solidFill>
            <a:srgbClr val="FFFFCC"/>
          </a:solidFill>
          <a:ln w="127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ts val="2200"/>
              </a:lnSpc>
            </a:pPr>
            <a:endParaRPr lang="zh-CN" altLang="en-US" sz="1600" i="1">
              <a:solidFill>
                <a:schemeClr val="accent2"/>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 name="标题 2"/>
          <p:cNvSpPr>
            <a:spLocks noGrp="1"/>
          </p:cNvSpPr>
          <p:nvPr>
            <p:ph type="title"/>
          </p:nvPr>
        </p:nvSpPr>
        <p:spPr/>
        <p:txBody>
          <a:bodyPr/>
          <a:lstStyle/>
          <a:p>
            <a:r>
              <a:rPr lang="zh-CN" altLang="en-US" smtClean="0">
                <a:latin typeface="Huawei Sans" panose="020C0503030203020204" pitchFamily="34" charset="0"/>
                <a:ea typeface="方正兰亭黑简体" panose="02000000000000000000" pitchFamily="2" charset="-122"/>
                <a:sym typeface="Huawei Sans" panose="020C0503030203020204" pitchFamily="34" charset="0"/>
              </a:rPr>
              <a:t>设备可靠性</a:t>
            </a:r>
            <a:endParaRPr lang="zh-CN" altLang="en-US"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5" name="文本占位符 112"/>
          <p:cNvSpPr>
            <a:spLocks noGrp="1"/>
          </p:cNvSpPr>
          <p:nvPr>
            <p:ph type="body" sz="quarter" idx="10"/>
          </p:nvPr>
        </p:nvSpPr>
        <p:spPr>
          <a:xfrm>
            <a:off x="6149040" y="5334385"/>
            <a:ext cx="5634893" cy="957948"/>
          </a:xfrm>
        </p:spPr>
        <p:txBody>
          <a:bodyPr/>
          <a:lstStyle/>
          <a:p>
            <a:pPr marL="0" indent="0" algn="l">
              <a:buNone/>
            </a:pPr>
            <a:r>
              <a:rPr lang="zh-CN" altLang="en-US" sz="1600" dirty="0" smtClean="0">
                <a:latin typeface="Huawei Sans" panose="020C0503030203020204" pitchFamily="34" charset="0"/>
                <a:ea typeface="方正兰亭黑简体" panose="02000000000000000000" pitchFamily="2" charset="-122"/>
                <a:sym typeface="Huawei Sans" panose="020C0503030203020204" pitchFamily="34" charset="0"/>
              </a:rPr>
              <a:t>设备冗余设计的网络中，下游交换机双上行接入，采用链路一主一备的方式，主链路上行接口、设备故障可以切换到备份链路，通过备份设备转发。</a:t>
            </a:r>
            <a:endParaRPr lang="en-US" altLang="zh-CN" sz="1600" dirty="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21" name="直接连接符 20"/>
          <p:cNvCxnSpPr>
            <a:stCxn id="79" idx="2"/>
            <a:endCxn id="63" idx="0"/>
          </p:cNvCxnSpPr>
          <p:nvPr/>
        </p:nvCxnSpPr>
        <p:spPr bwMode="auto">
          <a:xfrm>
            <a:off x="2767180" y="3337769"/>
            <a:ext cx="0" cy="536889"/>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22" name="直接连接符 21"/>
          <p:cNvCxnSpPr>
            <a:stCxn id="63" idx="2"/>
            <a:endCxn id="27" idx="0"/>
          </p:cNvCxnSpPr>
          <p:nvPr/>
        </p:nvCxnSpPr>
        <p:spPr bwMode="auto">
          <a:xfrm>
            <a:off x="2767180" y="4317458"/>
            <a:ext cx="1" cy="465113"/>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36" name="直接连接符 35"/>
          <p:cNvCxnSpPr/>
          <p:nvPr/>
        </p:nvCxnSpPr>
        <p:spPr bwMode="auto">
          <a:xfrm>
            <a:off x="7838418" y="4341274"/>
            <a:ext cx="0" cy="720000"/>
          </a:xfrm>
          <a:prstGeom prst="line">
            <a:avLst/>
          </a:prstGeom>
          <a:solidFill>
            <a:schemeClr val="accent1"/>
          </a:solidFill>
          <a:ln w="19050" cap="flat" cmpd="sng" algn="ctr">
            <a:solidFill>
              <a:schemeClr val="tx1"/>
            </a:solidFill>
            <a:prstDash val="solid"/>
            <a:round/>
            <a:headEnd type="none" w="med" len="med"/>
            <a:tailEnd type="none" w="med" len="med"/>
          </a:ln>
          <a:effectLst/>
        </p:spPr>
      </p:cxnSp>
      <p:sp>
        <p:nvSpPr>
          <p:cNvPr id="58" name="TextBox 77"/>
          <p:cNvSpPr txBox="1"/>
          <p:nvPr/>
        </p:nvSpPr>
        <p:spPr bwMode="auto">
          <a:xfrm>
            <a:off x="6149040" y="2876976"/>
            <a:ext cx="1390745" cy="316351"/>
          </a:xfrm>
          <a:prstGeom prst="rect">
            <a:avLst/>
          </a:prstGeom>
          <a:noFill/>
          <a:ln w="9525">
            <a:noFill/>
            <a:miter lim="800000"/>
            <a:headEnd/>
            <a:tailEnd/>
          </a:ln>
        </p:spPr>
        <p:txBody>
          <a:bodyPr wrap="square" lIns="99941" tIns="49966" rIns="99941" bIns="49966" rtlCol="0">
            <a:spAutoFit/>
          </a:bodyPr>
          <a:lstStyle/>
          <a:p>
            <a:pPr algn="ctr" defTabSz="1001248" eaLnBrk="0" hangingPunct="0"/>
            <a:r>
              <a:rPr lang="zh-CN" altLang="en-US" sz="1400" b="1" dirty="0">
                <a:solidFill>
                  <a:srgbClr val="000000"/>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汇聚层交换机</a:t>
            </a:r>
            <a:endParaRPr lang="en-US" altLang="zh-CN" sz="1400" b="1" dirty="0">
              <a:solidFill>
                <a:srgbClr val="000000"/>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sp>
        <p:nvSpPr>
          <p:cNvPr id="59" name="TextBox 77"/>
          <p:cNvSpPr txBox="1"/>
          <p:nvPr/>
        </p:nvSpPr>
        <p:spPr bwMode="auto">
          <a:xfrm>
            <a:off x="1198013" y="2932166"/>
            <a:ext cx="1390745" cy="316351"/>
          </a:xfrm>
          <a:prstGeom prst="rect">
            <a:avLst/>
          </a:prstGeom>
          <a:noFill/>
          <a:ln w="9525">
            <a:noFill/>
            <a:miter lim="800000"/>
            <a:headEnd/>
            <a:tailEnd/>
          </a:ln>
        </p:spPr>
        <p:txBody>
          <a:bodyPr wrap="square" lIns="99941" tIns="49966" rIns="99941" bIns="49966" rtlCol="0">
            <a:spAutoFit/>
          </a:bodyPr>
          <a:lstStyle/>
          <a:p>
            <a:pPr algn="ctr" defTabSz="1001248" eaLnBrk="0" hangingPunct="0"/>
            <a:r>
              <a:rPr lang="zh-CN" altLang="en-US" sz="1400" b="1" dirty="0">
                <a:solidFill>
                  <a:srgbClr val="000000"/>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汇聚层交换机</a:t>
            </a:r>
            <a:endParaRPr lang="en-US" altLang="zh-CN" sz="1400" b="1" dirty="0">
              <a:solidFill>
                <a:srgbClr val="000000"/>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sp>
        <p:nvSpPr>
          <p:cNvPr id="60" name="TextBox 77"/>
          <p:cNvSpPr txBox="1"/>
          <p:nvPr/>
        </p:nvSpPr>
        <p:spPr bwMode="auto">
          <a:xfrm>
            <a:off x="6149040" y="3985491"/>
            <a:ext cx="1390745" cy="316351"/>
          </a:xfrm>
          <a:prstGeom prst="rect">
            <a:avLst/>
          </a:prstGeom>
          <a:noFill/>
          <a:ln w="9525">
            <a:noFill/>
            <a:miter lim="800000"/>
            <a:headEnd/>
            <a:tailEnd/>
          </a:ln>
        </p:spPr>
        <p:txBody>
          <a:bodyPr wrap="square" lIns="99941" tIns="49966" rIns="99941" bIns="49966" rtlCol="0">
            <a:spAutoFit/>
          </a:bodyPr>
          <a:lstStyle/>
          <a:p>
            <a:pPr algn="ctr" defTabSz="1001248" eaLnBrk="0" hangingPunct="0"/>
            <a:r>
              <a:rPr lang="zh-CN" altLang="en-US" sz="1400" b="1" dirty="0">
                <a:solidFill>
                  <a:srgbClr val="000000"/>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接入层交换机</a:t>
            </a:r>
            <a:endParaRPr lang="en-US" altLang="zh-CN" sz="1400" b="1" dirty="0">
              <a:solidFill>
                <a:srgbClr val="000000"/>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sp>
        <p:nvSpPr>
          <p:cNvPr id="61" name="TextBox 77"/>
          <p:cNvSpPr txBox="1"/>
          <p:nvPr/>
        </p:nvSpPr>
        <p:spPr bwMode="auto">
          <a:xfrm>
            <a:off x="1198013" y="3955758"/>
            <a:ext cx="1390745" cy="316351"/>
          </a:xfrm>
          <a:prstGeom prst="rect">
            <a:avLst/>
          </a:prstGeom>
          <a:noFill/>
          <a:ln w="9525">
            <a:noFill/>
            <a:miter lim="800000"/>
            <a:headEnd/>
            <a:tailEnd/>
          </a:ln>
        </p:spPr>
        <p:txBody>
          <a:bodyPr wrap="square" lIns="99941" tIns="49966" rIns="99941" bIns="49966" rtlCol="0">
            <a:spAutoFit/>
          </a:bodyPr>
          <a:lstStyle/>
          <a:p>
            <a:pPr algn="ctr" defTabSz="1001248" eaLnBrk="0" hangingPunct="0"/>
            <a:r>
              <a:rPr lang="zh-CN" altLang="en-US" sz="1400" b="1" dirty="0">
                <a:solidFill>
                  <a:srgbClr val="000000"/>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接入层交换机</a:t>
            </a:r>
            <a:endParaRPr lang="en-US" altLang="zh-CN" sz="1400" b="1" dirty="0">
              <a:solidFill>
                <a:srgbClr val="000000"/>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cxnSp>
        <p:nvCxnSpPr>
          <p:cNvPr id="64" name="直接连接符 63"/>
          <p:cNvCxnSpPr/>
          <p:nvPr/>
        </p:nvCxnSpPr>
        <p:spPr bwMode="auto">
          <a:xfrm>
            <a:off x="7840149" y="3080354"/>
            <a:ext cx="0" cy="819274"/>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42" name="直接连接符 41"/>
          <p:cNvCxnSpPr/>
          <p:nvPr/>
        </p:nvCxnSpPr>
        <p:spPr bwMode="auto">
          <a:xfrm flipH="1">
            <a:off x="7838418" y="3246552"/>
            <a:ext cx="1260142" cy="814938"/>
          </a:xfrm>
          <a:prstGeom prst="line">
            <a:avLst/>
          </a:prstGeom>
          <a:solidFill>
            <a:schemeClr val="accent1"/>
          </a:solidFill>
          <a:ln w="19050" cap="flat" cmpd="sng" algn="ctr">
            <a:solidFill>
              <a:schemeClr val="tx1"/>
            </a:solidFill>
            <a:prstDash val="solid"/>
            <a:round/>
            <a:headEnd type="none" w="med" len="med"/>
            <a:tailEnd type="none" w="med" len="med"/>
          </a:ln>
          <a:effectLst/>
        </p:spPr>
      </p:cxnSp>
      <p:pic>
        <p:nvPicPr>
          <p:cNvPr id="27" name="图片 26"/>
          <p:cNvPicPr>
            <a:picLocks/>
          </p:cNvPicPr>
          <p:nvPr/>
        </p:nvPicPr>
        <p:blipFill>
          <a:blip r:embed="rId3" cstate="print">
            <a:extLst>
              <a:ext uri="{28A0092B-C50C-407E-A947-70E740481C1C}">
                <a14:useLocalDpi xmlns:a14="http://schemas.microsoft.com/office/drawing/2010/main" val="0"/>
              </a:ext>
            </a:extLst>
          </a:blip>
          <a:stretch>
            <a:fillRect/>
          </a:stretch>
        </p:blipFill>
        <p:spPr>
          <a:xfrm>
            <a:off x="2497286" y="4782571"/>
            <a:ext cx="539789" cy="442627"/>
          </a:xfrm>
          <a:prstGeom prst="rect">
            <a:avLst/>
          </a:prstGeom>
        </p:spPr>
      </p:pic>
      <p:pic>
        <p:nvPicPr>
          <p:cNvPr id="28" name="图片 27"/>
          <p:cNvPicPr>
            <a:picLocks/>
          </p:cNvPicPr>
          <p:nvPr/>
        </p:nvPicPr>
        <p:blipFill>
          <a:blip r:embed="rId3" cstate="print">
            <a:extLst>
              <a:ext uri="{28A0092B-C50C-407E-A947-70E740481C1C}">
                <a14:useLocalDpi xmlns:a14="http://schemas.microsoft.com/office/drawing/2010/main" val="0"/>
              </a:ext>
            </a:extLst>
          </a:blip>
          <a:stretch>
            <a:fillRect/>
          </a:stretch>
        </p:blipFill>
        <p:spPr>
          <a:xfrm>
            <a:off x="7570254" y="4656742"/>
            <a:ext cx="539789" cy="442627"/>
          </a:xfrm>
          <a:prstGeom prst="rect">
            <a:avLst/>
          </a:prstGeom>
        </p:spPr>
      </p:pic>
      <p:cxnSp>
        <p:nvCxnSpPr>
          <p:cNvPr id="32" name="直接箭头连接符 31">
            <a:extLst>
              <a:ext uri="{FF2B5EF4-FFF2-40B4-BE49-F238E27FC236}">
                <a16:creationId xmlns="" xmlns:a16="http://schemas.microsoft.com/office/drawing/2014/main" id="{25FFCF9E-B77D-4002-8CAE-8C36C256A152}"/>
              </a:ext>
            </a:extLst>
          </p:cNvPr>
          <p:cNvCxnSpPr>
            <a:cxnSpLocks/>
          </p:cNvCxnSpPr>
          <p:nvPr/>
        </p:nvCxnSpPr>
        <p:spPr>
          <a:xfrm flipV="1">
            <a:off x="8382533" y="3474404"/>
            <a:ext cx="700834" cy="450455"/>
          </a:xfrm>
          <a:prstGeom prst="straightConnector1">
            <a:avLst/>
          </a:prstGeom>
          <a:ln w="19050">
            <a:solidFill>
              <a:srgbClr val="00B0F0"/>
            </a:solidFill>
            <a:prstDash val="sysDash"/>
            <a:headEnd type="none" w="med" len="med"/>
            <a:tailEnd type="triangle" w="med" len="med"/>
          </a:ln>
          <a:effectLst>
            <a:outerShdw blurRad="152400" dist="38100" dir="5400000" algn="t" rotWithShape="0">
              <a:prstClr val="black">
                <a:alpha val="12000"/>
              </a:prstClr>
            </a:outerShdw>
          </a:effectLst>
        </p:spPr>
        <p:style>
          <a:lnRef idx="1">
            <a:schemeClr val="accent1"/>
          </a:lnRef>
          <a:fillRef idx="0">
            <a:schemeClr val="accent1"/>
          </a:fillRef>
          <a:effectRef idx="0">
            <a:schemeClr val="accent1"/>
          </a:effectRef>
          <a:fontRef idx="minor">
            <a:schemeClr val="tx1"/>
          </a:fontRef>
        </p:style>
      </p:cxnSp>
      <p:cxnSp>
        <p:nvCxnSpPr>
          <p:cNvPr id="33" name="直接箭头连接符 32">
            <a:extLst>
              <a:ext uri="{FF2B5EF4-FFF2-40B4-BE49-F238E27FC236}">
                <a16:creationId xmlns="" xmlns:a16="http://schemas.microsoft.com/office/drawing/2014/main" id="{25FFCF9E-B77D-4002-8CAE-8C36C256A152}"/>
              </a:ext>
            </a:extLst>
          </p:cNvPr>
          <p:cNvCxnSpPr>
            <a:cxnSpLocks/>
          </p:cNvCxnSpPr>
          <p:nvPr/>
        </p:nvCxnSpPr>
        <p:spPr>
          <a:xfrm flipV="1">
            <a:off x="8271796" y="4270993"/>
            <a:ext cx="0" cy="503585"/>
          </a:xfrm>
          <a:prstGeom prst="straightConnector1">
            <a:avLst/>
          </a:prstGeom>
          <a:ln w="19050">
            <a:solidFill>
              <a:srgbClr val="00B0F0"/>
            </a:solidFill>
            <a:prstDash val="sysDash"/>
            <a:headEnd type="none" w="med" len="med"/>
            <a:tailEnd type="triangle" w="med" len="med"/>
          </a:ln>
          <a:effectLst>
            <a:outerShdw blurRad="152400" dist="38100" dir="5400000" algn="t" rotWithShape="0">
              <a:prstClr val="black">
                <a:alpha val="12000"/>
              </a:prstClr>
            </a:outerShdw>
          </a:effectLst>
        </p:spPr>
        <p:style>
          <a:lnRef idx="1">
            <a:schemeClr val="accent1"/>
          </a:lnRef>
          <a:fillRef idx="0">
            <a:schemeClr val="accent1"/>
          </a:fillRef>
          <a:effectRef idx="0">
            <a:schemeClr val="accent1"/>
          </a:effectRef>
          <a:fontRef idx="minor">
            <a:schemeClr val="tx1"/>
          </a:fontRef>
        </p:style>
      </p:cxnSp>
      <p:sp>
        <p:nvSpPr>
          <p:cNvPr id="37" name="圆角矩形 75"/>
          <p:cNvSpPr/>
          <p:nvPr/>
        </p:nvSpPr>
        <p:spPr>
          <a:xfrm>
            <a:off x="445914" y="1665682"/>
            <a:ext cx="5469975" cy="4714915"/>
          </a:xfrm>
          <a:prstGeom prst="roundRect">
            <a:avLst>
              <a:gd name="adj" fmla="val 874"/>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71972" tIns="35986" rIns="71972" bIns="35986" rtlCol="0" anchor="t" anchorCtr="0">
            <a:noAutofit/>
          </a:bodyPr>
          <a:lstStyle/>
          <a:p>
            <a:pPr marL="177729" indent="-177729" algn="just">
              <a:lnSpc>
                <a:spcPts val="2599"/>
              </a:lnSpc>
              <a:spcAft>
                <a:spcPts val="600"/>
              </a:spcAft>
              <a:buFont typeface="Arial" panose="020B0604020202020204" pitchFamily="34" charset="0"/>
              <a:buChar char="•"/>
            </a:pPr>
            <a:endParaRPr lang="en-US" altLang="zh-CN" sz="1599"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5" name="圆角矩形 75"/>
          <p:cNvSpPr/>
          <p:nvPr/>
        </p:nvSpPr>
        <p:spPr>
          <a:xfrm>
            <a:off x="445914" y="1234345"/>
            <a:ext cx="5469975" cy="393866"/>
          </a:xfrm>
          <a:prstGeom prst="roundRect">
            <a:avLst>
              <a:gd name="adj" fmla="val 10604"/>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无备份</a:t>
            </a:r>
          </a:p>
        </p:txBody>
      </p:sp>
      <p:sp>
        <p:nvSpPr>
          <p:cNvPr id="48" name="椭圆 47">
            <a:extLst>
              <a:ext uri="{FF2B5EF4-FFF2-40B4-BE49-F238E27FC236}">
                <a16:creationId xmlns="" xmlns:a16="http://schemas.microsoft.com/office/drawing/2014/main" id="{E3AA826D-E4AC-459E-9C44-0CE0D8799DF1}"/>
              </a:ext>
            </a:extLst>
          </p:cNvPr>
          <p:cNvSpPr/>
          <p:nvPr/>
        </p:nvSpPr>
        <p:spPr>
          <a:xfrm>
            <a:off x="8175995" y="3578192"/>
            <a:ext cx="215916" cy="215916"/>
          </a:xfrm>
          <a:prstGeom prst="ellipse">
            <a:avLst/>
          </a:prstGeom>
          <a:solidFill>
            <a:srgbClr val="EC706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1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A</a:t>
            </a:r>
            <a:endParaRPr lang="zh-CN" altLang="en-US" sz="11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3" name="椭圆 52">
            <a:extLst>
              <a:ext uri="{FF2B5EF4-FFF2-40B4-BE49-F238E27FC236}">
                <a16:creationId xmlns="" xmlns:a16="http://schemas.microsoft.com/office/drawing/2014/main" id="{E3AA826D-E4AC-459E-9C44-0CE0D8799DF1}"/>
              </a:ext>
            </a:extLst>
          </p:cNvPr>
          <p:cNvSpPr/>
          <p:nvPr/>
        </p:nvSpPr>
        <p:spPr>
          <a:xfrm>
            <a:off x="6322635" y="2158695"/>
            <a:ext cx="215916" cy="215916"/>
          </a:xfrm>
          <a:prstGeom prst="ellipse">
            <a:avLst/>
          </a:prstGeom>
          <a:solidFill>
            <a:srgbClr val="EC706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1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A</a:t>
            </a:r>
            <a:endParaRPr lang="zh-CN" altLang="en-US" sz="11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4" name="TextBox 120">
            <a:extLst>
              <a:ext uri="{FF2B5EF4-FFF2-40B4-BE49-F238E27FC236}">
                <a16:creationId xmlns="" xmlns:a16="http://schemas.microsoft.com/office/drawing/2014/main" id="{80742BB8-DAF7-4E24-BB0B-9F7C1C0F7EBA}"/>
              </a:ext>
            </a:extLst>
          </p:cNvPr>
          <p:cNvSpPr txBox="1"/>
          <p:nvPr/>
        </p:nvSpPr>
        <p:spPr>
          <a:xfrm>
            <a:off x="6553786" y="1842444"/>
            <a:ext cx="1116551" cy="276999"/>
          </a:xfrm>
          <a:prstGeom prst="rect">
            <a:avLst/>
          </a:prstGeom>
          <a:noFill/>
        </p:spPr>
        <p:txBody>
          <a:bodyPr wrap="square" rtlCol="0">
            <a:spAutoFit/>
          </a:bodyPr>
          <a:lstStyle/>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Root Port</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5" name="TextBox 120">
            <a:extLst>
              <a:ext uri="{FF2B5EF4-FFF2-40B4-BE49-F238E27FC236}">
                <a16:creationId xmlns="" xmlns:a16="http://schemas.microsoft.com/office/drawing/2014/main" id="{BA178C7B-FB8C-4D9C-9731-7001BEE1F59D}"/>
              </a:ext>
            </a:extLst>
          </p:cNvPr>
          <p:cNvSpPr txBox="1"/>
          <p:nvPr/>
        </p:nvSpPr>
        <p:spPr>
          <a:xfrm>
            <a:off x="6553786" y="2119528"/>
            <a:ext cx="1289667" cy="276999"/>
          </a:xfrm>
          <a:prstGeom prst="rect">
            <a:avLst/>
          </a:prstGeom>
          <a:noFill/>
        </p:spPr>
        <p:txBody>
          <a:bodyPr wrap="square" rtlCol="0">
            <a:spAutoFit/>
          </a:bodyPr>
          <a:lstStyle/>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Alternative Port</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7" name="TextBox 120">
            <a:extLst>
              <a:ext uri="{FF2B5EF4-FFF2-40B4-BE49-F238E27FC236}">
                <a16:creationId xmlns="" xmlns:a16="http://schemas.microsoft.com/office/drawing/2014/main" id="{020D7A1D-EFAD-4C8C-B9DE-D0FAD269B77A}"/>
              </a:ext>
            </a:extLst>
          </p:cNvPr>
          <p:cNvSpPr txBox="1"/>
          <p:nvPr/>
        </p:nvSpPr>
        <p:spPr>
          <a:xfrm>
            <a:off x="8876256" y="3947178"/>
            <a:ext cx="678552" cy="338422"/>
          </a:xfrm>
          <a:prstGeom prst="rect">
            <a:avLst/>
          </a:prstGeom>
          <a:noFill/>
          <a:ln>
            <a:noFill/>
          </a:ln>
        </p:spPr>
        <p:txBody>
          <a:bodyPr wrap="square" rtlCol="0">
            <a:spAutoFit/>
          </a:bodyPr>
          <a:lstStyle/>
          <a:p>
            <a:r>
              <a:rPr lang="en-US" altLang="zh-CN" sz="1599" b="1" dirty="0">
                <a:solidFill>
                  <a:srgbClr val="EC7061"/>
                </a:solidFill>
                <a:latin typeface="Huawei Sans" panose="020C0503030203020204" pitchFamily="34" charset="0"/>
                <a:ea typeface="方正兰亭黑简体" panose="02000000000000000000" pitchFamily="2" charset="-122"/>
                <a:sym typeface="Huawei Sans" panose="020C0503030203020204" pitchFamily="34" charset="0"/>
              </a:rPr>
              <a:t>STP</a:t>
            </a:r>
            <a:endParaRPr lang="zh-CN" altLang="en-US" sz="1599" b="1" dirty="0">
              <a:solidFill>
                <a:srgbClr val="EC706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7" name="矩形: 圆角 90">
            <a:extLst>
              <a:ext uri="{FF2B5EF4-FFF2-40B4-BE49-F238E27FC236}">
                <a16:creationId xmlns="" xmlns:a16="http://schemas.microsoft.com/office/drawing/2014/main" id="{B453FC51-4FB9-4368-8B4C-3C2E2F8C106B}"/>
              </a:ext>
            </a:extLst>
          </p:cNvPr>
          <p:cNvSpPr/>
          <p:nvPr/>
        </p:nvSpPr>
        <p:spPr>
          <a:xfrm>
            <a:off x="9900643" y="2836149"/>
            <a:ext cx="1671982" cy="718680"/>
          </a:xfrm>
          <a:prstGeom prst="roundRect">
            <a:avLst>
              <a:gd name="adj" fmla="val 9253"/>
            </a:avLst>
          </a:prstGeom>
          <a:solidFill>
            <a:srgbClr val="F4FBFE"/>
          </a:solidFill>
          <a:ln w="12700">
            <a:solidFill>
              <a:srgbClr val="99DFF9"/>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zh-CN" altLang="en-US" sz="14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当</a:t>
            </a:r>
            <a:r>
              <a:rPr lang="en-US" altLang="zh-CN" sz="14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Root Port</a:t>
            </a:r>
            <a:r>
              <a:rPr lang="zh-CN" altLang="en-US" sz="14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故障时，</a:t>
            </a:r>
            <a:r>
              <a:rPr lang="en-US" altLang="zh-CN" sz="14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Alternative Port</a:t>
            </a:r>
            <a:r>
              <a:rPr lang="zh-CN" altLang="en-US" sz="14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继续转发。</a:t>
            </a:r>
          </a:p>
        </p:txBody>
      </p:sp>
      <p:cxnSp>
        <p:nvCxnSpPr>
          <p:cNvPr id="68" name="直接连接符 67">
            <a:extLst>
              <a:ext uri="{FF2B5EF4-FFF2-40B4-BE49-F238E27FC236}">
                <a16:creationId xmlns="" xmlns:a16="http://schemas.microsoft.com/office/drawing/2014/main" id="{927AD331-23D3-4BE6-8DF7-31B7006A5D7F}"/>
              </a:ext>
            </a:extLst>
          </p:cNvPr>
          <p:cNvCxnSpPr>
            <a:cxnSpLocks/>
            <a:stCxn id="56" idx="3"/>
            <a:endCxn id="67" idx="1"/>
          </p:cNvCxnSpPr>
          <p:nvPr/>
        </p:nvCxnSpPr>
        <p:spPr>
          <a:xfrm flipV="1">
            <a:off x="9554808" y="3195489"/>
            <a:ext cx="345835" cy="359340"/>
          </a:xfrm>
          <a:prstGeom prst="line">
            <a:avLst/>
          </a:prstGeom>
          <a:solidFill>
            <a:srgbClr val="F2F2F2"/>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cxnSp>
      <p:cxnSp>
        <p:nvCxnSpPr>
          <p:cNvPr id="39" name="直接箭头连接符 38">
            <a:extLst>
              <a:ext uri="{FF2B5EF4-FFF2-40B4-BE49-F238E27FC236}">
                <a16:creationId xmlns="" xmlns:a16="http://schemas.microsoft.com/office/drawing/2014/main" id="{FC940677-F915-4522-BB5D-950A0690E721}"/>
              </a:ext>
            </a:extLst>
          </p:cNvPr>
          <p:cNvCxnSpPr>
            <a:cxnSpLocks/>
          </p:cNvCxnSpPr>
          <p:nvPr/>
        </p:nvCxnSpPr>
        <p:spPr>
          <a:xfrm flipV="1">
            <a:off x="3277920" y="4296350"/>
            <a:ext cx="1" cy="467118"/>
          </a:xfrm>
          <a:prstGeom prst="straightConnector1">
            <a:avLst/>
          </a:prstGeom>
          <a:ln w="19050">
            <a:solidFill>
              <a:srgbClr val="00B0F0"/>
            </a:solidFill>
            <a:prstDash val="sysDash"/>
            <a:headEnd type="none" w="med" len="med"/>
            <a:tailEnd type="triangle" w="med" len="med"/>
          </a:ln>
          <a:effectLst>
            <a:outerShdw blurRad="152400" dist="38100" dir="5400000" algn="t" rotWithShape="0">
              <a:prstClr val="black">
                <a:alpha val="12000"/>
              </a:prstClr>
            </a:outerShdw>
          </a:effectLst>
        </p:spPr>
        <p:style>
          <a:lnRef idx="1">
            <a:schemeClr val="accent1"/>
          </a:lnRef>
          <a:fillRef idx="0">
            <a:schemeClr val="accent1"/>
          </a:fillRef>
          <a:effectRef idx="0">
            <a:schemeClr val="accent1"/>
          </a:effectRef>
          <a:fontRef idx="minor">
            <a:schemeClr val="tx1"/>
          </a:fontRef>
        </p:style>
      </p:cxnSp>
      <p:sp>
        <p:nvSpPr>
          <p:cNvPr id="5" name="矩形 4"/>
          <p:cNvSpPr/>
          <p:nvPr/>
        </p:nvSpPr>
        <p:spPr>
          <a:xfrm>
            <a:off x="445914" y="5365882"/>
            <a:ext cx="5469975" cy="750142"/>
          </a:xfrm>
          <a:prstGeom prst="rect">
            <a:avLst/>
          </a:prstGeom>
        </p:spPr>
        <p:txBody>
          <a:bodyPr wrap="square">
            <a:spAutoFit/>
          </a:bodyPr>
          <a:lstStyle/>
          <a:p>
            <a:pPr defTabSz="913668">
              <a:lnSpc>
                <a:spcPct val="140000"/>
              </a:lnSpc>
              <a:spcBef>
                <a:spcPts val="792"/>
              </a:spcBef>
            </a:pPr>
            <a:r>
              <a:rPr lang="zh-CN" altLang="en-US" sz="1600" dirty="0">
                <a:solidFill>
                  <a:prstClr val="black"/>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设备无冗余设计的网络中，下游交换机采用单上行接入，上行交换机的接口</a:t>
            </a:r>
            <a:r>
              <a:rPr lang="zh-CN" altLang="en-US" sz="1600" dirty="0" smtClean="0">
                <a:solidFill>
                  <a:prstClr val="black"/>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故障或设备故障</a:t>
            </a:r>
            <a:r>
              <a:rPr lang="zh-CN" altLang="en-US" sz="1600" dirty="0">
                <a:solidFill>
                  <a:prstClr val="black"/>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会导致下游网络全部中断。</a:t>
            </a:r>
            <a:endParaRPr lang="en-US" altLang="zh-CN" sz="1600" dirty="0">
              <a:solidFill>
                <a:prstClr val="black"/>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cxnSp>
        <p:nvCxnSpPr>
          <p:cNvPr id="49" name="直接箭头连接符 48">
            <a:extLst>
              <a:ext uri="{FF2B5EF4-FFF2-40B4-BE49-F238E27FC236}">
                <a16:creationId xmlns="" xmlns:a16="http://schemas.microsoft.com/office/drawing/2014/main" id="{FC940677-F915-4522-BB5D-950A0690E721}"/>
              </a:ext>
            </a:extLst>
          </p:cNvPr>
          <p:cNvCxnSpPr>
            <a:cxnSpLocks/>
          </p:cNvCxnSpPr>
          <p:nvPr/>
        </p:nvCxnSpPr>
        <p:spPr>
          <a:xfrm flipV="1">
            <a:off x="3277920" y="3421971"/>
            <a:ext cx="1" cy="467118"/>
          </a:xfrm>
          <a:prstGeom prst="straightConnector1">
            <a:avLst/>
          </a:prstGeom>
          <a:ln w="19050">
            <a:solidFill>
              <a:srgbClr val="00B0F0"/>
            </a:solidFill>
            <a:prstDash val="sysDash"/>
            <a:headEnd type="none" w="med" len="med"/>
            <a:tailEnd type="triangle" w="med" len="med"/>
          </a:ln>
          <a:effectLst>
            <a:outerShdw blurRad="152400" dist="38100" dir="5400000" algn="t" rotWithShape="0">
              <a:prstClr val="black">
                <a:alpha val="12000"/>
              </a:prstClr>
            </a:outerShdw>
          </a:effectLst>
        </p:spPr>
        <p:style>
          <a:lnRef idx="1">
            <a:schemeClr val="accent1"/>
          </a:lnRef>
          <a:fillRef idx="0">
            <a:schemeClr val="accent1"/>
          </a:fillRef>
          <a:effectRef idx="0">
            <a:schemeClr val="accent1"/>
          </a:effectRef>
          <a:fontRef idx="minor">
            <a:schemeClr val="tx1"/>
          </a:fontRef>
        </p:style>
      </p:cxnSp>
      <p:sp>
        <p:nvSpPr>
          <p:cNvPr id="65" name="矩形: 圆角 90">
            <a:extLst>
              <a:ext uri="{FF2B5EF4-FFF2-40B4-BE49-F238E27FC236}">
                <a16:creationId xmlns="" xmlns:a16="http://schemas.microsoft.com/office/drawing/2014/main" id="{B453FC51-4FB9-4368-8B4C-3C2E2F8C106B}"/>
              </a:ext>
            </a:extLst>
          </p:cNvPr>
          <p:cNvSpPr/>
          <p:nvPr/>
        </p:nvSpPr>
        <p:spPr>
          <a:xfrm>
            <a:off x="3755624" y="2543293"/>
            <a:ext cx="2104118" cy="705315"/>
          </a:xfrm>
          <a:prstGeom prst="roundRect">
            <a:avLst>
              <a:gd name="adj" fmla="val 16667"/>
            </a:avLst>
          </a:prstGeom>
          <a:solidFill>
            <a:srgbClr val="F4FBFE"/>
          </a:solidFill>
          <a:ln w="12700">
            <a:solidFill>
              <a:srgbClr val="99DFF9"/>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130000"/>
              </a:lnSpc>
            </a:pPr>
            <a:r>
              <a:rPr lang="zh-CN" altLang="en-US" sz="14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汇聚层交换机故障，下游流量无法向上转发</a:t>
            </a:r>
            <a:endParaRPr lang="zh-CN" altLang="en-US" sz="1400" b="1" dirty="0">
              <a:solidFill>
                <a:srgbClr val="FF0000"/>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cxnSp>
        <p:nvCxnSpPr>
          <p:cNvPr id="66" name="直接连接符 65">
            <a:extLst>
              <a:ext uri="{FF2B5EF4-FFF2-40B4-BE49-F238E27FC236}">
                <a16:creationId xmlns="" xmlns:a16="http://schemas.microsoft.com/office/drawing/2014/main" id="{927AD331-23D3-4BE6-8DF7-31B7006A5D7F}"/>
              </a:ext>
            </a:extLst>
          </p:cNvPr>
          <p:cNvCxnSpPr>
            <a:cxnSpLocks/>
            <a:stCxn id="65" idx="1"/>
          </p:cNvCxnSpPr>
          <p:nvPr/>
        </p:nvCxnSpPr>
        <p:spPr>
          <a:xfrm flipH="1">
            <a:off x="3036554" y="2895951"/>
            <a:ext cx="719070" cy="220822"/>
          </a:xfrm>
          <a:prstGeom prst="line">
            <a:avLst/>
          </a:prstGeom>
          <a:solidFill>
            <a:srgbClr val="F2F2F2"/>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cxnSp>
      <p:grpSp>
        <p:nvGrpSpPr>
          <p:cNvPr id="69" name="组合 68"/>
          <p:cNvGrpSpPr/>
          <p:nvPr/>
        </p:nvGrpSpPr>
        <p:grpSpPr>
          <a:xfrm>
            <a:off x="2364956" y="1885741"/>
            <a:ext cx="787088" cy="392750"/>
            <a:chOff x="8130081" y="1699504"/>
            <a:chExt cx="787395" cy="392903"/>
          </a:xfrm>
        </p:grpSpPr>
        <p:sp>
          <p:nvSpPr>
            <p:cNvPr id="70" name="Freeform 159"/>
            <p:cNvSpPr/>
            <p:nvPr/>
          </p:nvSpPr>
          <p:spPr>
            <a:xfrm flipH="1">
              <a:off x="8133063" y="1699504"/>
              <a:ext cx="751638" cy="392903"/>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799"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1" name="矩形 70"/>
            <p:cNvSpPr/>
            <p:nvPr/>
          </p:nvSpPr>
          <p:spPr>
            <a:xfrm>
              <a:off x="8130081" y="1810198"/>
              <a:ext cx="787395" cy="276999"/>
            </a:xfrm>
            <a:prstGeom prst="rect">
              <a:avLst/>
            </a:prstGeom>
          </p:spPr>
          <p:txBody>
            <a:bodyPr wrap="none">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Network</a:t>
              </a:r>
              <a:endParaRPr 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cxnSp>
        <p:nvCxnSpPr>
          <p:cNvPr id="72" name="直接连接符 71"/>
          <p:cNvCxnSpPr/>
          <p:nvPr/>
        </p:nvCxnSpPr>
        <p:spPr bwMode="auto">
          <a:xfrm>
            <a:off x="2766660" y="2295968"/>
            <a:ext cx="0" cy="599983"/>
          </a:xfrm>
          <a:prstGeom prst="line">
            <a:avLst/>
          </a:prstGeom>
          <a:solidFill>
            <a:schemeClr val="accent1"/>
          </a:solidFill>
          <a:ln w="19050" cap="flat" cmpd="sng" algn="ctr">
            <a:solidFill>
              <a:schemeClr val="tx1"/>
            </a:solidFill>
            <a:prstDash val="solid"/>
            <a:round/>
            <a:headEnd type="none" w="med" len="med"/>
            <a:tailEnd type="none" w="med" len="med"/>
          </a:ln>
          <a:effectLst/>
        </p:spPr>
      </p:cxnSp>
      <p:grpSp>
        <p:nvGrpSpPr>
          <p:cNvPr id="73" name="组合 72"/>
          <p:cNvGrpSpPr/>
          <p:nvPr/>
        </p:nvGrpSpPr>
        <p:grpSpPr>
          <a:xfrm>
            <a:off x="8054334" y="1840087"/>
            <a:ext cx="787088" cy="392750"/>
            <a:chOff x="8130081" y="1699504"/>
            <a:chExt cx="787395" cy="392903"/>
          </a:xfrm>
        </p:grpSpPr>
        <p:sp>
          <p:nvSpPr>
            <p:cNvPr id="74" name="Freeform 159"/>
            <p:cNvSpPr/>
            <p:nvPr/>
          </p:nvSpPr>
          <p:spPr>
            <a:xfrm flipH="1">
              <a:off x="8133063" y="1699504"/>
              <a:ext cx="751638" cy="392903"/>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799"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5" name="矩形 74"/>
            <p:cNvSpPr/>
            <p:nvPr/>
          </p:nvSpPr>
          <p:spPr>
            <a:xfrm>
              <a:off x="8130081" y="1810198"/>
              <a:ext cx="787395" cy="276999"/>
            </a:xfrm>
            <a:prstGeom prst="rect">
              <a:avLst/>
            </a:prstGeom>
          </p:spPr>
          <p:txBody>
            <a:bodyPr wrap="none">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Network</a:t>
              </a:r>
              <a:endParaRPr 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cxnSp>
        <p:nvCxnSpPr>
          <p:cNvPr id="76" name="直接连接符 75"/>
          <p:cNvCxnSpPr/>
          <p:nvPr/>
        </p:nvCxnSpPr>
        <p:spPr bwMode="auto">
          <a:xfrm flipH="1" flipV="1">
            <a:off x="8443256" y="2227628"/>
            <a:ext cx="655304" cy="577279"/>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77" name="直接连接符 76"/>
          <p:cNvCxnSpPr>
            <a:endCxn id="75" idx="2"/>
          </p:cNvCxnSpPr>
          <p:nvPr/>
        </p:nvCxnSpPr>
        <p:spPr bwMode="auto">
          <a:xfrm flipV="1">
            <a:off x="7826323" y="2227628"/>
            <a:ext cx="621556" cy="577279"/>
          </a:xfrm>
          <a:prstGeom prst="line">
            <a:avLst/>
          </a:prstGeom>
          <a:solidFill>
            <a:schemeClr val="accent1"/>
          </a:solidFill>
          <a:ln w="19050" cap="flat" cmpd="sng" algn="ctr">
            <a:solidFill>
              <a:schemeClr val="tx1"/>
            </a:solidFill>
            <a:prstDash val="solid"/>
            <a:round/>
            <a:headEnd type="none" w="med" len="med"/>
            <a:tailEnd type="none" w="med" len="med"/>
          </a:ln>
          <a:effectLst/>
        </p:spPr>
      </p:cxnSp>
      <p:sp>
        <p:nvSpPr>
          <p:cNvPr id="80" name="圆角矩形 75"/>
          <p:cNvSpPr/>
          <p:nvPr/>
        </p:nvSpPr>
        <p:spPr>
          <a:xfrm>
            <a:off x="6106434" y="1665682"/>
            <a:ext cx="5634893" cy="4714915"/>
          </a:xfrm>
          <a:prstGeom prst="roundRect">
            <a:avLst>
              <a:gd name="adj" fmla="val 874"/>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71972" tIns="35986" rIns="71972" bIns="35986" rtlCol="0" anchor="t" anchorCtr="0">
            <a:noAutofit/>
          </a:bodyPr>
          <a:lstStyle/>
          <a:p>
            <a:pPr marL="177729" indent="-177729" algn="just">
              <a:lnSpc>
                <a:spcPts val="2599"/>
              </a:lnSpc>
              <a:spcAft>
                <a:spcPts val="600"/>
              </a:spcAft>
              <a:buFont typeface="Arial" panose="020B0604020202020204" pitchFamily="34" charset="0"/>
              <a:buChar char="•"/>
            </a:pPr>
            <a:endParaRPr lang="en-US" altLang="zh-CN" sz="1599"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1" name="圆角矩形 75"/>
          <p:cNvSpPr/>
          <p:nvPr/>
        </p:nvSpPr>
        <p:spPr>
          <a:xfrm>
            <a:off x="6106434" y="1234345"/>
            <a:ext cx="5634893" cy="393866"/>
          </a:xfrm>
          <a:prstGeom prst="roundRect">
            <a:avLst>
              <a:gd name="adj" fmla="val 10604"/>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主备备份</a:t>
            </a:r>
          </a:p>
        </p:txBody>
      </p:sp>
      <p:cxnSp>
        <p:nvCxnSpPr>
          <p:cNvPr id="84" name="直接箭头连接符 83">
            <a:extLst>
              <a:ext uri="{FF2B5EF4-FFF2-40B4-BE49-F238E27FC236}">
                <a16:creationId xmlns="" xmlns:a16="http://schemas.microsoft.com/office/drawing/2014/main" id="{25FFCF9E-B77D-4002-8CAE-8C36C256A152}"/>
              </a:ext>
            </a:extLst>
          </p:cNvPr>
          <p:cNvCxnSpPr>
            <a:cxnSpLocks/>
          </p:cNvCxnSpPr>
          <p:nvPr/>
        </p:nvCxnSpPr>
        <p:spPr>
          <a:xfrm flipH="1" flipV="1">
            <a:off x="8907609" y="2230252"/>
            <a:ext cx="460846" cy="417743"/>
          </a:xfrm>
          <a:prstGeom prst="straightConnector1">
            <a:avLst/>
          </a:prstGeom>
          <a:ln w="19050">
            <a:solidFill>
              <a:srgbClr val="00B0F0"/>
            </a:solidFill>
            <a:prstDash val="sysDash"/>
            <a:headEnd type="none" w="med" len="med"/>
            <a:tailEnd type="triangle" w="med" len="med"/>
          </a:ln>
          <a:effectLst>
            <a:outerShdw blurRad="152400" dist="38100" dir="5400000" algn="t" rotWithShape="0">
              <a:prstClr val="black">
                <a:alpha val="12000"/>
              </a:prstClr>
            </a:outerShdw>
          </a:effectLst>
        </p:spPr>
        <p:style>
          <a:lnRef idx="1">
            <a:schemeClr val="accent1"/>
          </a:lnRef>
          <a:fillRef idx="0">
            <a:schemeClr val="accent1"/>
          </a:fillRef>
          <a:effectRef idx="0">
            <a:schemeClr val="accent1"/>
          </a:effectRef>
          <a:fontRef idx="minor">
            <a:schemeClr val="tx1"/>
          </a:fontRef>
        </p:style>
      </p:cxnSp>
      <p:pic>
        <p:nvPicPr>
          <p:cNvPr id="63" name="图片 62"/>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2497180" y="3874658"/>
            <a:ext cx="540000" cy="442800"/>
          </a:xfrm>
          <a:prstGeom prst="rect">
            <a:avLst/>
          </a:prstGeom>
        </p:spPr>
      </p:pic>
      <p:pic>
        <p:nvPicPr>
          <p:cNvPr id="79" name="图片 78" descr="汇聚交换机故障.png">
            <a:extLst>
              <a:ext uri="{FF2B5EF4-FFF2-40B4-BE49-F238E27FC236}">
                <a16:creationId xmlns:a16="http://schemas.microsoft.com/office/drawing/2014/main" xmlns="" id="{0531F642-8F27-4C98-A140-6D81936C8EA9}"/>
              </a:ext>
            </a:extLst>
          </p:cNvPr>
          <p:cNvPicPr>
            <a:picLocks noChangeAspect="1"/>
          </p:cNvPicPr>
          <p:nvPr/>
        </p:nvPicPr>
        <p:blipFill>
          <a:blip r:embed="rId5" cstate="print"/>
          <a:stretch>
            <a:fillRect/>
          </a:stretch>
        </p:blipFill>
        <p:spPr>
          <a:xfrm>
            <a:off x="2497180" y="2895951"/>
            <a:ext cx="540000" cy="441818"/>
          </a:xfrm>
          <a:prstGeom prst="rect">
            <a:avLst/>
          </a:prstGeom>
        </p:spPr>
      </p:pic>
      <p:pic>
        <p:nvPicPr>
          <p:cNvPr id="82" name="图片 81"/>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7570935" y="3898472"/>
            <a:ext cx="540000" cy="442800"/>
          </a:xfrm>
          <a:prstGeom prst="rect">
            <a:avLst/>
          </a:prstGeom>
        </p:spPr>
      </p:pic>
      <p:pic>
        <p:nvPicPr>
          <p:cNvPr id="83" name="图片 82" descr="汇聚交换机.png">
            <a:extLst>
              <a:ext uri="{FF2B5EF4-FFF2-40B4-BE49-F238E27FC236}">
                <a16:creationId xmlns:a16="http://schemas.microsoft.com/office/drawing/2014/main" xmlns="" id="{510788B6-994F-4DD8-9E7B-2F7416C7AC83}"/>
              </a:ext>
            </a:extLst>
          </p:cNvPr>
          <p:cNvPicPr>
            <a:picLocks noChangeAspect="1"/>
          </p:cNvPicPr>
          <p:nvPr/>
        </p:nvPicPr>
        <p:blipFill>
          <a:blip r:embed="rId6" cstate="print"/>
          <a:stretch>
            <a:fillRect/>
          </a:stretch>
        </p:blipFill>
        <p:spPr>
          <a:xfrm>
            <a:off x="8813367" y="2807213"/>
            <a:ext cx="540000" cy="441818"/>
          </a:xfrm>
          <a:prstGeom prst="rect">
            <a:avLst/>
          </a:prstGeom>
        </p:spPr>
      </p:pic>
      <p:pic>
        <p:nvPicPr>
          <p:cNvPr id="85" name="图片 84" descr="汇聚交换机故障.png">
            <a:extLst>
              <a:ext uri="{FF2B5EF4-FFF2-40B4-BE49-F238E27FC236}">
                <a16:creationId xmlns:a16="http://schemas.microsoft.com/office/drawing/2014/main" xmlns="" id="{0531F642-8F27-4C98-A140-6D81936C8EA9}"/>
              </a:ext>
            </a:extLst>
          </p:cNvPr>
          <p:cNvPicPr>
            <a:picLocks noChangeAspect="1"/>
          </p:cNvPicPr>
          <p:nvPr/>
        </p:nvPicPr>
        <p:blipFill>
          <a:blip r:embed="rId5" cstate="print"/>
          <a:stretch>
            <a:fillRect/>
          </a:stretch>
        </p:blipFill>
        <p:spPr>
          <a:xfrm>
            <a:off x="7570935" y="2807213"/>
            <a:ext cx="540000" cy="441818"/>
          </a:xfrm>
          <a:prstGeom prst="rect">
            <a:avLst/>
          </a:prstGeom>
        </p:spPr>
      </p:pic>
      <p:sp>
        <p:nvSpPr>
          <p:cNvPr id="78" name="椭圆 77"/>
          <p:cNvSpPr>
            <a:spLocks noChangeAspect="1"/>
          </p:cNvSpPr>
          <p:nvPr/>
        </p:nvSpPr>
        <p:spPr>
          <a:xfrm>
            <a:off x="6298188" y="1843880"/>
            <a:ext cx="252000" cy="252000"/>
          </a:xfrm>
          <a:prstGeom prst="ellipse">
            <a:avLst/>
          </a:prstGeom>
          <a:solidFill>
            <a:srgbClr val="8CCAA1"/>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r>
              <a:rPr lang="en-US" altLang="zh-CN" sz="14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R</a:t>
            </a:r>
            <a:endParaRPr lang="zh-CN" altLang="en-US" sz="14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86" name="组合 85"/>
          <p:cNvGrpSpPr/>
          <p:nvPr/>
        </p:nvGrpSpPr>
        <p:grpSpPr>
          <a:xfrm>
            <a:off x="3136326" y="3112166"/>
            <a:ext cx="288000" cy="288000"/>
            <a:chOff x="856677" y="2615810"/>
            <a:chExt cx="288000" cy="288000"/>
          </a:xfrm>
        </p:grpSpPr>
        <p:sp>
          <p:nvSpPr>
            <p:cNvPr id="87" name="椭圆 86"/>
            <p:cNvSpPr/>
            <p:nvPr/>
          </p:nvSpPr>
          <p:spPr>
            <a:xfrm>
              <a:off x="856677" y="2615810"/>
              <a:ext cx="288000" cy="288000"/>
            </a:xfrm>
            <a:prstGeom prst="ellipse">
              <a:avLst/>
            </a:prstGeom>
            <a:solidFill>
              <a:srgbClr val="EC70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a:solidFill>
                  <a:srgbClr val="EC7061"/>
                </a:solidFill>
              </a:endParaRPr>
            </a:p>
          </p:txBody>
        </p:sp>
        <p:grpSp>
          <p:nvGrpSpPr>
            <p:cNvPr id="88" name="组合 87"/>
            <p:cNvGrpSpPr/>
            <p:nvPr/>
          </p:nvGrpSpPr>
          <p:grpSpPr>
            <a:xfrm>
              <a:off x="923444" y="2692169"/>
              <a:ext cx="144001" cy="144002"/>
              <a:chOff x="898853" y="2657982"/>
              <a:chExt cx="203649" cy="203652"/>
            </a:xfrm>
          </p:grpSpPr>
          <p:cxnSp>
            <p:nvCxnSpPr>
              <p:cNvPr id="89" name="直接连接符 88"/>
              <p:cNvCxnSpPr>
                <a:stCxn id="87" idx="3"/>
                <a:endCxn id="87" idx="7"/>
              </p:cNvCxnSpPr>
              <p:nvPr/>
            </p:nvCxnSpPr>
            <p:spPr>
              <a:xfrm flipV="1">
                <a:off x="898853" y="2657986"/>
                <a:ext cx="203648" cy="203648"/>
              </a:xfrm>
              <a:prstGeom prst="line">
                <a:avLst/>
              </a:prstGeom>
              <a:solidFill>
                <a:srgbClr val="EC7061"/>
              </a:solidFill>
              <a:ln w="38100" cap="rnd">
                <a:solidFill>
                  <a:schemeClr val="bg1"/>
                </a:solidFill>
                <a:round/>
              </a:ln>
              <a:effectLst/>
            </p:spPr>
            <p:style>
              <a:lnRef idx="2">
                <a:schemeClr val="accent1"/>
              </a:lnRef>
              <a:fillRef idx="0">
                <a:schemeClr val="accent1"/>
              </a:fillRef>
              <a:effectRef idx="1">
                <a:schemeClr val="accent1"/>
              </a:effectRef>
              <a:fontRef idx="minor">
                <a:schemeClr val="tx1"/>
              </a:fontRef>
            </p:style>
          </p:cxnSp>
          <p:cxnSp>
            <p:nvCxnSpPr>
              <p:cNvPr id="90" name="直接连接符 89"/>
              <p:cNvCxnSpPr>
                <a:stCxn id="87" idx="1"/>
                <a:endCxn id="87" idx="5"/>
              </p:cNvCxnSpPr>
              <p:nvPr/>
            </p:nvCxnSpPr>
            <p:spPr>
              <a:xfrm>
                <a:off x="898853" y="2657986"/>
                <a:ext cx="203648" cy="203648"/>
              </a:xfrm>
              <a:prstGeom prst="line">
                <a:avLst/>
              </a:prstGeom>
              <a:solidFill>
                <a:srgbClr val="EC7061"/>
              </a:solidFill>
              <a:ln w="38100" cap="rnd">
                <a:solidFill>
                  <a:schemeClr val="bg1"/>
                </a:solidFill>
                <a:round/>
              </a:ln>
              <a:effectLst/>
            </p:spPr>
            <p:style>
              <a:lnRef idx="2">
                <a:schemeClr val="accent1"/>
              </a:lnRef>
              <a:fillRef idx="0">
                <a:schemeClr val="accent1"/>
              </a:fillRef>
              <a:effectRef idx="1">
                <a:schemeClr val="accent1"/>
              </a:effectRef>
              <a:fontRef idx="minor">
                <a:schemeClr val="tx1"/>
              </a:fontRef>
            </p:style>
          </p:cxnSp>
        </p:grpSp>
      </p:grpSp>
      <p:sp>
        <p:nvSpPr>
          <p:cNvPr id="91" name="椭圆 90"/>
          <p:cNvSpPr>
            <a:spLocks noChangeAspect="1"/>
          </p:cNvSpPr>
          <p:nvPr/>
        </p:nvSpPr>
        <p:spPr>
          <a:xfrm>
            <a:off x="7717453" y="3528021"/>
            <a:ext cx="252000" cy="252000"/>
          </a:xfrm>
          <a:prstGeom prst="ellipse">
            <a:avLst/>
          </a:prstGeom>
          <a:solidFill>
            <a:srgbClr val="8CCAA1"/>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r>
              <a:rPr lang="en-US" altLang="zh-CN" sz="14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R</a:t>
            </a:r>
            <a:endParaRPr lang="zh-CN" altLang="en-US" sz="14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3421465966"/>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矩形: 圆角 26">
            <a:extLst>
              <a:ext uri="{FF2B5EF4-FFF2-40B4-BE49-F238E27FC236}">
                <a16:creationId xmlns="" xmlns:a16="http://schemas.microsoft.com/office/drawing/2014/main" id="{CDFFDDAC-2C24-493B-9451-7DBEF959DDAD}"/>
              </a:ext>
            </a:extLst>
          </p:cNvPr>
          <p:cNvSpPr/>
          <p:nvPr/>
        </p:nvSpPr>
        <p:spPr>
          <a:xfrm>
            <a:off x="6691107" y="2064284"/>
            <a:ext cx="748489" cy="1809694"/>
          </a:xfrm>
          <a:prstGeom prst="roundRect">
            <a:avLst>
              <a:gd name="adj" fmla="val 5218"/>
            </a:avLst>
          </a:prstGeom>
          <a:solidFill>
            <a:srgbClr val="FFFFCC"/>
          </a:solidFill>
          <a:ln w="127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ts val="2200"/>
              </a:lnSpc>
            </a:pPr>
            <a:endParaRPr lang="zh-CN" altLang="en-US" sz="1600" i="1">
              <a:solidFill>
                <a:schemeClr val="accent2"/>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1" name="矩形: 圆角 26">
            <a:extLst>
              <a:ext uri="{FF2B5EF4-FFF2-40B4-BE49-F238E27FC236}">
                <a16:creationId xmlns="" xmlns:a16="http://schemas.microsoft.com/office/drawing/2014/main" id="{CDFFDDAC-2C24-493B-9451-7DBEF959DDAD}"/>
              </a:ext>
            </a:extLst>
          </p:cNvPr>
          <p:cNvSpPr/>
          <p:nvPr/>
        </p:nvSpPr>
        <p:spPr>
          <a:xfrm>
            <a:off x="3618808" y="2064284"/>
            <a:ext cx="748489" cy="1809694"/>
          </a:xfrm>
          <a:prstGeom prst="roundRect">
            <a:avLst>
              <a:gd name="adj" fmla="val 5218"/>
            </a:avLst>
          </a:prstGeom>
          <a:solidFill>
            <a:srgbClr val="FFFFCC"/>
          </a:solidFill>
          <a:ln w="127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ts val="2200"/>
              </a:lnSpc>
            </a:pPr>
            <a:endParaRPr lang="zh-CN" altLang="en-US" sz="1600" i="1">
              <a:solidFill>
                <a:schemeClr val="accent2"/>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 name="标题 2"/>
          <p:cNvSpPr>
            <a:spLocks noGrp="1"/>
          </p:cNvSpPr>
          <p:nvPr>
            <p:ph type="title"/>
          </p:nvPr>
        </p:nvSpPr>
        <p:spPr/>
        <p:txBody>
          <a:bodyPr/>
          <a:lstStyle/>
          <a:p>
            <a:r>
              <a:rPr lang="zh-CN" altLang="en-US" smtClean="0">
                <a:sym typeface="Huawei Sans" panose="020C0503030203020204" pitchFamily="34" charset="0"/>
              </a:rPr>
              <a:t>链路可靠性</a:t>
            </a:r>
            <a:endParaRPr lang="zh-CN" altLang="en-US" dirty="0">
              <a:sym typeface="Huawei Sans" panose="020C0503030203020204" pitchFamily="34" charset="0"/>
            </a:endParaRPr>
          </a:p>
        </p:txBody>
      </p:sp>
      <p:sp>
        <p:nvSpPr>
          <p:cNvPr id="25" name="文本占位符 112"/>
          <p:cNvSpPr>
            <a:spLocks noGrp="1"/>
          </p:cNvSpPr>
          <p:nvPr>
            <p:ph type="body" sz="quarter" idx="10"/>
          </p:nvPr>
        </p:nvSpPr>
        <p:spPr/>
        <p:txBody>
          <a:bodyPr/>
          <a:lstStyle/>
          <a:p>
            <a:endParaRPr lang="en-US" altLang="zh-CN" dirty="0" smtClean="0">
              <a:sym typeface="Huawei Sans" panose="020C0503030203020204" pitchFamily="34" charset="0"/>
            </a:endParaRPr>
          </a:p>
          <a:p>
            <a:endParaRPr lang="en-US" altLang="zh-CN" dirty="0">
              <a:sym typeface="Huawei Sans" panose="020C0503030203020204" pitchFamily="34" charset="0"/>
            </a:endParaRPr>
          </a:p>
          <a:p>
            <a:endParaRPr lang="en-US" altLang="zh-CN" dirty="0" smtClean="0">
              <a:sym typeface="Huawei Sans" panose="020C0503030203020204" pitchFamily="34" charset="0"/>
            </a:endParaRPr>
          </a:p>
          <a:p>
            <a:endParaRPr lang="en-US" altLang="zh-CN" dirty="0">
              <a:sym typeface="Huawei Sans" panose="020C0503030203020204" pitchFamily="34" charset="0"/>
            </a:endParaRPr>
          </a:p>
          <a:p>
            <a:endParaRPr lang="en-US" altLang="zh-CN" dirty="0" smtClean="0">
              <a:sym typeface="Huawei Sans" panose="020C0503030203020204" pitchFamily="34" charset="0"/>
            </a:endParaRPr>
          </a:p>
          <a:p>
            <a:endParaRPr lang="en-US" altLang="zh-CN" dirty="0">
              <a:sym typeface="Huawei Sans" panose="020C0503030203020204" pitchFamily="34" charset="0"/>
            </a:endParaRPr>
          </a:p>
          <a:p>
            <a:endParaRPr lang="en-US" altLang="zh-CN" dirty="0" smtClean="0">
              <a:sym typeface="Huawei Sans" panose="020C0503030203020204" pitchFamily="34" charset="0"/>
            </a:endParaRPr>
          </a:p>
          <a:p>
            <a:r>
              <a:rPr lang="zh-CN" altLang="en-US" dirty="0" smtClean="0">
                <a:sym typeface="Huawei Sans" panose="020C0503030203020204" pitchFamily="34" charset="0"/>
              </a:rPr>
              <a:t>为保证设备间链路可靠性，在设备间部署多条物理线路，为防止环路</a:t>
            </a:r>
            <a:r>
              <a:rPr lang="en-US" altLang="zh-CN" dirty="0" smtClean="0">
                <a:sym typeface="Huawei Sans" panose="020C0503030203020204" pitchFamily="34" charset="0"/>
              </a:rPr>
              <a:t>STP</a:t>
            </a:r>
            <a:r>
              <a:rPr lang="zh-CN" altLang="en-US" dirty="0" smtClean="0">
                <a:sym typeface="Huawei Sans" panose="020C0503030203020204" pitchFamily="34" charset="0"/>
              </a:rPr>
              <a:t>只保留一条链路转发流量，其余链路成为备份链路。</a:t>
            </a:r>
            <a:endParaRPr lang="en-US" altLang="zh-CN" dirty="0">
              <a:sym typeface="Huawei Sans" panose="020C0503030203020204" pitchFamily="34" charset="0"/>
            </a:endParaRPr>
          </a:p>
        </p:txBody>
      </p:sp>
      <p:cxnSp>
        <p:nvCxnSpPr>
          <p:cNvPr id="21" name="直接连接符 20"/>
          <p:cNvCxnSpPr>
            <a:stCxn id="28" idx="2"/>
            <a:endCxn id="27" idx="0"/>
          </p:cNvCxnSpPr>
          <p:nvPr/>
        </p:nvCxnSpPr>
        <p:spPr bwMode="auto">
          <a:xfrm>
            <a:off x="3987748" y="2566662"/>
            <a:ext cx="0" cy="797327"/>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22" name="直接连接符 21"/>
          <p:cNvCxnSpPr/>
          <p:nvPr/>
        </p:nvCxnSpPr>
        <p:spPr bwMode="auto">
          <a:xfrm>
            <a:off x="3987767" y="3792850"/>
            <a:ext cx="0" cy="883615"/>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36" name="直接连接符 35"/>
          <p:cNvCxnSpPr/>
          <p:nvPr/>
        </p:nvCxnSpPr>
        <p:spPr bwMode="auto">
          <a:xfrm>
            <a:off x="7065351" y="3814107"/>
            <a:ext cx="0" cy="883615"/>
          </a:xfrm>
          <a:prstGeom prst="line">
            <a:avLst/>
          </a:prstGeom>
          <a:solidFill>
            <a:schemeClr val="accent1"/>
          </a:solidFill>
          <a:ln w="19050" cap="flat" cmpd="sng" algn="ctr">
            <a:solidFill>
              <a:schemeClr val="tx1"/>
            </a:solidFill>
            <a:prstDash val="solid"/>
            <a:round/>
            <a:headEnd type="none" w="med" len="med"/>
            <a:tailEnd type="none" w="med" len="med"/>
          </a:ln>
          <a:effectLst/>
        </p:spPr>
      </p:cxnSp>
      <p:sp>
        <p:nvSpPr>
          <p:cNvPr id="58" name="TextBox 77"/>
          <p:cNvSpPr txBox="1"/>
          <p:nvPr/>
        </p:nvSpPr>
        <p:spPr bwMode="auto">
          <a:xfrm>
            <a:off x="5367952" y="2198605"/>
            <a:ext cx="1390745" cy="316351"/>
          </a:xfrm>
          <a:prstGeom prst="rect">
            <a:avLst/>
          </a:prstGeom>
          <a:noFill/>
          <a:ln w="9525">
            <a:noFill/>
            <a:miter lim="800000"/>
            <a:headEnd/>
            <a:tailEnd/>
          </a:ln>
        </p:spPr>
        <p:txBody>
          <a:bodyPr wrap="square" lIns="99941" tIns="49966" rIns="99941" bIns="49966" rtlCol="0">
            <a:spAutoFit/>
          </a:bodyPr>
          <a:lstStyle/>
          <a:p>
            <a:pPr algn="ctr" defTabSz="1001248" eaLnBrk="0" hangingPunct="0"/>
            <a:r>
              <a:rPr lang="zh-CN" altLang="en-US" sz="1400" b="1" dirty="0">
                <a:solidFill>
                  <a:srgbClr val="000000"/>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汇聚层交换机</a:t>
            </a:r>
            <a:endParaRPr lang="en-US" altLang="zh-CN" sz="1400" b="1" dirty="0">
              <a:solidFill>
                <a:srgbClr val="000000"/>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sp>
        <p:nvSpPr>
          <p:cNvPr id="59" name="TextBox 77"/>
          <p:cNvSpPr txBox="1"/>
          <p:nvPr/>
        </p:nvSpPr>
        <p:spPr bwMode="auto">
          <a:xfrm>
            <a:off x="2218298" y="2146879"/>
            <a:ext cx="1390745" cy="316351"/>
          </a:xfrm>
          <a:prstGeom prst="rect">
            <a:avLst/>
          </a:prstGeom>
          <a:noFill/>
          <a:ln w="9525">
            <a:noFill/>
            <a:miter lim="800000"/>
            <a:headEnd/>
            <a:tailEnd/>
          </a:ln>
        </p:spPr>
        <p:txBody>
          <a:bodyPr wrap="square" lIns="99941" tIns="49966" rIns="99941" bIns="49966" rtlCol="0">
            <a:spAutoFit/>
          </a:bodyPr>
          <a:lstStyle/>
          <a:p>
            <a:pPr algn="ctr" defTabSz="1001248" eaLnBrk="0" hangingPunct="0"/>
            <a:r>
              <a:rPr lang="zh-CN" altLang="en-US" sz="1400" b="1" dirty="0">
                <a:solidFill>
                  <a:srgbClr val="000000"/>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汇聚层交换机</a:t>
            </a:r>
            <a:endParaRPr lang="en-US" altLang="zh-CN" sz="1400" b="1" dirty="0">
              <a:solidFill>
                <a:srgbClr val="000000"/>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sp>
        <p:nvSpPr>
          <p:cNvPr id="60" name="TextBox 77"/>
          <p:cNvSpPr txBox="1"/>
          <p:nvPr/>
        </p:nvSpPr>
        <p:spPr bwMode="auto">
          <a:xfrm>
            <a:off x="5367952" y="3488793"/>
            <a:ext cx="1390745" cy="316351"/>
          </a:xfrm>
          <a:prstGeom prst="rect">
            <a:avLst/>
          </a:prstGeom>
          <a:noFill/>
          <a:ln w="9525">
            <a:noFill/>
            <a:miter lim="800000"/>
            <a:headEnd/>
            <a:tailEnd/>
          </a:ln>
        </p:spPr>
        <p:txBody>
          <a:bodyPr wrap="square" lIns="99941" tIns="49966" rIns="99941" bIns="49966" rtlCol="0">
            <a:spAutoFit/>
          </a:bodyPr>
          <a:lstStyle/>
          <a:p>
            <a:pPr algn="ctr" defTabSz="1001248" eaLnBrk="0" hangingPunct="0"/>
            <a:r>
              <a:rPr lang="zh-CN" altLang="en-US" sz="1400" b="1" dirty="0">
                <a:solidFill>
                  <a:srgbClr val="000000"/>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接入层交换机</a:t>
            </a:r>
            <a:endParaRPr lang="en-US" altLang="zh-CN" sz="1400" b="1" dirty="0">
              <a:solidFill>
                <a:srgbClr val="000000"/>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sp>
        <p:nvSpPr>
          <p:cNvPr id="61" name="TextBox 77"/>
          <p:cNvSpPr txBox="1"/>
          <p:nvPr/>
        </p:nvSpPr>
        <p:spPr bwMode="auto">
          <a:xfrm>
            <a:off x="2218298" y="3437067"/>
            <a:ext cx="1390745" cy="316351"/>
          </a:xfrm>
          <a:prstGeom prst="rect">
            <a:avLst/>
          </a:prstGeom>
          <a:noFill/>
          <a:ln w="9525">
            <a:noFill/>
            <a:miter lim="800000"/>
            <a:headEnd/>
            <a:tailEnd/>
          </a:ln>
        </p:spPr>
        <p:txBody>
          <a:bodyPr wrap="square" lIns="99941" tIns="49966" rIns="99941" bIns="49966" rtlCol="0">
            <a:spAutoFit/>
          </a:bodyPr>
          <a:lstStyle/>
          <a:p>
            <a:pPr algn="ctr" defTabSz="1001248" eaLnBrk="0" hangingPunct="0"/>
            <a:r>
              <a:rPr lang="zh-CN" altLang="en-US" sz="1400" b="1" dirty="0">
                <a:solidFill>
                  <a:srgbClr val="000000"/>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接入层交换机</a:t>
            </a:r>
            <a:endParaRPr lang="en-US" altLang="zh-CN" sz="1400" b="1" dirty="0">
              <a:solidFill>
                <a:srgbClr val="000000"/>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cxnSp>
        <p:nvCxnSpPr>
          <p:cNvPr id="63" name="直接连接符 62"/>
          <p:cNvCxnSpPr/>
          <p:nvPr/>
        </p:nvCxnSpPr>
        <p:spPr bwMode="auto">
          <a:xfrm>
            <a:off x="7151837" y="2553188"/>
            <a:ext cx="0" cy="819274"/>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64" name="直接连接符 63"/>
          <p:cNvCxnSpPr/>
          <p:nvPr/>
        </p:nvCxnSpPr>
        <p:spPr bwMode="auto">
          <a:xfrm>
            <a:off x="6993825" y="2553188"/>
            <a:ext cx="0" cy="819274"/>
          </a:xfrm>
          <a:prstGeom prst="line">
            <a:avLst/>
          </a:prstGeom>
          <a:solidFill>
            <a:schemeClr val="accent1"/>
          </a:solidFill>
          <a:ln w="19050" cap="flat" cmpd="sng" algn="ctr">
            <a:solidFill>
              <a:schemeClr val="tx1"/>
            </a:solidFill>
            <a:prstDash val="solid"/>
            <a:round/>
            <a:headEnd type="none" w="med" len="med"/>
            <a:tailEnd type="none" w="med" len="med"/>
          </a:ln>
          <a:effectLst/>
        </p:spPr>
      </p:cxnSp>
      <p:pic>
        <p:nvPicPr>
          <p:cNvPr id="29" name="图片 28"/>
          <p:cNvPicPr>
            <a:picLocks/>
          </p:cNvPicPr>
          <p:nvPr/>
        </p:nvPicPr>
        <p:blipFill>
          <a:blip r:embed="rId3" cstate="print">
            <a:extLst>
              <a:ext uri="{28A0092B-C50C-407E-A947-70E740481C1C}">
                <a14:useLocalDpi xmlns:a14="http://schemas.microsoft.com/office/drawing/2010/main" val="0"/>
              </a:ext>
            </a:extLst>
          </a:blip>
          <a:stretch>
            <a:fillRect/>
          </a:stretch>
        </p:blipFill>
        <p:spPr>
          <a:xfrm>
            <a:off x="3717854" y="4675483"/>
            <a:ext cx="539789" cy="442627"/>
          </a:xfrm>
          <a:prstGeom prst="rect">
            <a:avLst/>
          </a:prstGeom>
        </p:spPr>
      </p:pic>
      <p:pic>
        <p:nvPicPr>
          <p:cNvPr id="31" name="图片 30"/>
          <p:cNvPicPr>
            <a:picLocks/>
          </p:cNvPicPr>
          <p:nvPr/>
        </p:nvPicPr>
        <p:blipFill>
          <a:blip r:embed="rId3" cstate="print">
            <a:extLst>
              <a:ext uri="{28A0092B-C50C-407E-A947-70E740481C1C}">
                <a14:useLocalDpi xmlns:a14="http://schemas.microsoft.com/office/drawing/2010/main" val="0"/>
              </a:ext>
            </a:extLst>
          </a:blip>
          <a:stretch>
            <a:fillRect/>
          </a:stretch>
        </p:blipFill>
        <p:spPr>
          <a:xfrm>
            <a:off x="6790516" y="4675483"/>
            <a:ext cx="539789" cy="442627"/>
          </a:xfrm>
          <a:prstGeom prst="rect">
            <a:avLst/>
          </a:prstGeom>
        </p:spPr>
      </p:pic>
      <p:sp>
        <p:nvSpPr>
          <p:cNvPr id="34" name="矩形: 圆角 90">
            <a:extLst>
              <a:ext uri="{FF2B5EF4-FFF2-40B4-BE49-F238E27FC236}">
                <a16:creationId xmlns="" xmlns:a16="http://schemas.microsoft.com/office/drawing/2014/main" id="{B453FC51-4FB9-4368-8B4C-3C2E2F8C106B}"/>
              </a:ext>
            </a:extLst>
          </p:cNvPr>
          <p:cNvSpPr/>
          <p:nvPr/>
        </p:nvSpPr>
        <p:spPr>
          <a:xfrm>
            <a:off x="7855688" y="2281010"/>
            <a:ext cx="2395218" cy="959745"/>
          </a:xfrm>
          <a:prstGeom prst="roundRect">
            <a:avLst>
              <a:gd name="adj" fmla="val 16667"/>
            </a:avLst>
          </a:prstGeom>
          <a:solidFill>
            <a:srgbClr val="F4FBFE"/>
          </a:solidFill>
          <a:ln w="12700">
            <a:solidFill>
              <a:srgbClr val="99DFF9"/>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130000"/>
              </a:lnSpc>
            </a:pPr>
            <a:r>
              <a:rPr lang="zh-CN" altLang="en-US" sz="14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为提高链路可靠性，增加一条链路，将会被</a:t>
            </a:r>
            <a:r>
              <a:rPr lang="en-US" altLang="zh-CN" sz="14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STP</a:t>
            </a:r>
            <a:r>
              <a:rPr lang="zh-CN" altLang="en-US" sz="14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阻断，成为备份链路</a:t>
            </a:r>
            <a:r>
              <a:rPr lang="zh-CN" altLang="en-US" sz="12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a:t>
            </a:r>
            <a:endParaRPr lang="zh-CN" altLang="en-US" sz="1200" b="1" dirty="0">
              <a:solidFill>
                <a:srgbClr val="FF0000"/>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cxnSp>
        <p:nvCxnSpPr>
          <p:cNvPr id="35" name="直接连接符 34">
            <a:extLst>
              <a:ext uri="{FF2B5EF4-FFF2-40B4-BE49-F238E27FC236}">
                <a16:creationId xmlns="" xmlns:a16="http://schemas.microsoft.com/office/drawing/2014/main" id="{927AD331-23D3-4BE6-8DF7-31B7006A5D7F}"/>
              </a:ext>
            </a:extLst>
          </p:cNvPr>
          <p:cNvCxnSpPr>
            <a:cxnSpLocks/>
            <a:endCxn id="34" idx="1"/>
          </p:cNvCxnSpPr>
          <p:nvPr/>
        </p:nvCxnSpPr>
        <p:spPr>
          <a:xfrm flipV="1">
            <a:off x="7238860" y="2760883"/>
            <a:ext cx="616828" cy="381142"/>
          </a:xfrm>
          <a:prstGeom prst="line">
            <a:avLst/>
          </a:prstGeom>
          <a:solidFill>
            <a:srgbClr val="F2F2F2"/>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cxnSp>
      <p:sp>
        <p:nvSpPr>
          <p:cNvPr id="43" name="TextBox 120">
            <a:extLst>
              <a:ext uri="{FF2B5EF4-FFF2-40B4-BE49-F238E27FC236}">
                <a16:creationId xmlns="" xmlns:a16="http://schemas.microsoft.com/office/drawing/2014/main" id="{020D7A1D-EFAD-4C8C-B9DE-D0FAD269B77A}"/>
              </a:ext>
            </a:extLst>
          </p:cNvPr>
          <p:cNvSpPr txBox="1"/>
          <p:nvPr/>
        </p:nvSpPr>
        <p:spPr>
          <a:xfrm>
            <a:off x="3673211" y="1756940"/>
            <a:ext cx="648475" cy="307777"/>
          </a:xfrm>
          <a:prstGeom prst="rect">
            <a:avLst/>
          </a:prstGeom>
          <a:noFill/>
          <a:ln>
            <a:noFill/>
          </a:ln>
        </p:spPr>
        <p:txBody>
          <a:bodyPr wrap="square" rtlCol="0">
            <a:spAutoFit/>
          </a:bodyPr>
          <a:lstStyle/>
          <a:p>
            <a:pPr algn="ctr"/>
            <a:r>
              <a:rPr lang="en-US" altLang="zh-CN" sz="1400" b="1" dirty="0">
                <a:solidFill>
                  <a:srgbClr val="EC7061"/>
                </a:solidFill>
                <a:latin typeface="Huawei Sans" panose="020C0503030203020204" pitchFamily="34" charset="0"/>
                <a:ea typeface="方正兰亭黑简体" panose="02000000000000000000" pitchFamily="2" charset="-122"/>
                <a:sym typeface="Huawei Sans" panose="020C0503030203020204" pitchFamily="34" charset="0"/>
              </a:rPr>
              <a:t>STP</a:t>
            </a:r>
            <a:endParaRPr lang="zh-CN" altLang="en-US" sz="1400" b="1" dirty="0">
              <a:solidFill>
                <a:srgbClr val="EC706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5" name="TextBox 120">
            <a:extLst>
              <a:ext uri="{FF2B5EF4-FFF2-40B4-BE49-F238E27FC236}">
                <a16:creationId xmlns="" xmlns:a16="http://schemas.microsoft.com/office/drawing/2014/main" id="{020D7A1D-EFAD-4C8C-B9DE-D0FAD269B77A}"/>
              </a:ext>
            </a:extLst>
          </p:cNvPr>
          <p:cNvSpPr txBox="1"/>
          <p:nvPr/>
        </p:nvSpPr>
        <p:spPr>
          <a:xfrm>
            <a:off x="6745510" y="1756940"/>
            <a:ext cx="648475" cy="307777"/>
          </a:xfrm>
          <a:prstGeom prst="rect">
            <a:avLst/>
          </a:prstGeom>
          <a:noFill/>
          <a:ln>
            <a:noFill/>
          </a:ln>
        </p:spPr>
        <p:txBody>
          <a:bodyPr wrap="square" rtlCol="0">
            <a:spAutoFit/>
          </a:bodyPr>
          <a:lstStyle/>
          <a:p>
            <a:pPr algn="ctr"/>
            <a:r>
              <a:rPr lang="en-US" altLang="zh-CN" sz="1400" b="1" dirty="0">
                <a:solidFill>
                  <a:srgbClr val="EC7061"/>
                </a:solidFill>
                <a:latin typeface="Huawei Sans" panose="020C0503030203020204" pitchFamily="34" charset="0"/>
                <a:ea typeface="方正兰亭黑简体" panose="02000000000000000000" pitchFamily="2" charset="-122"/>
                <a:sym typeface="Huawei Sans" panose="020C0503030203020204" pitchFamily="34" charset="0"/>
              </a:rPr>
              <a:t>STP</a:t>
            </a:r>
            <a:endParaRPr lang="zh-CN" altLang="en-US" sz="1400" b="1" dirty="0">
              <a:solidFill>
                <a:srgbClr val="EC7061"/>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27" name="图片 26" descr="接入交换机.png">
            <a:extLst>
              <a:ext uri="{FF2B5EF4-FFF2-40B4-BE49-F238E27FC236}">
                <a16:creationId xmlns:a16="http://schemas.microsoft.com/office/drawing/2014/main" xmlns="" id="{A4EEA780-3CE8-4340-83D8-A49BC7227950}"/>
              </a:ext>
            </a:extLst>
          </p:cNvPr>
          <p:cNvPicPr>
            <a:picLocks noChangeAspect="1"/>
          </p:cNvPicPr>
          <p:nvPr/>
        </p:nvPicPr>
        <p:blipFill>
          <a:blip r:embed="rId4" cstate="print"/>
          <a:stretch>
            <a:fillRect/>
          </a:stretch>
        </p:blipFill>
        <p:spPr>
          <a:xfrm>
            <a:off x="3717748" y="3363989"/>
            <a:ext cx="540000" cy="441818"/>
          </a:xfrm>
          <a:prstGeom prst="rect">
            <a:avLst/>
          </a:prstGeom>
        </p:spPr>
      </p:pic>
      <p:pic>
        <p:nvPicPr>
          <p:cNvPr id="28" name="图片 27" descr="汇聚交换机.png">
            <a:extLst>
              <a:ext uri="{FF2B5EF4-FFF2-40B4-BE49-F238E27FC236}">
                <a16:creationId xmlns:a16="http://schemas.microsoft.com/office/drawing/2014/main" xmlns="" id="{510788B6-994F-4DD8-9E7B-2F7416C7AC83}"/>
              </a:ext>
            </a:extLst>
          </p:cNvPr>
          <p:cNvPicPr>
            <a:picLocks noChangeAspect="1"/>
          </p:cNvPicPr>
          <p:nvPr/>
        </p:nvPicPr>
        <p:blipFill>
          <a:blip r:embed="rId5" cstate="print"/>
          <a:stretch>
            <a:fillRect/>
          </a:stretch>
        </p:blipFill>
        <p:spPr>
          <a:xfrm>
            <a:off x="3717748" y="2124844"/>
            <a:ext cx="540000" cy="441818"/>
          </a:xfrm>
          <a:prstGeom prst="rect">
            <a:avLst/>
          </a:prstGeom>
        </p:spPr>
      </p:pic>
      <p:pic>
        <p:nvPicPr>
          <p:cNvPr id="32" name="图片 31" descr="接入交换机.png">
            <a:extLst>
              <a:ext uri="{FF2B5EF4-FFF2-40B4-BE49-F238E27FC236}">
                <a16:creationId xmlns:a16="http://schemas.microsoft.com/office/drawing/2014/main" xmlns="" id="{A4EEA780-3CE8-4340-83D8-A49BC7227950}"/>
              </a:ext>
            </a:extLst>
          </p:cNvPr>
          <p:cNvPicPr>
            <a:picLocks noChangeAspect="1"/>
          </p:cNvPicPr>
          <p:nvPr/>
        </p:nvPicPr>
        <p:blipFill>
          <a:blip r:embed="rId4" cstate="print"/>
          <a:stretch>
            <a:fillRect/>
          </a:stretch>
        </p:blipFill>
        <p:spPr>
          <a:xfrm>
            <a:off x="6795351" y="3387804"/>
            <a:ext cx="540000" cy="441818"/>
          </a:xfrm>
          <a:prstGeom prst="rect">
            <a:avLst/>
          </a:prstGeom>
        </p:spPr>
      </p:pic>
      <p:pic>
        <p:nvPicPr>
          <p:cNvPr id="33" name="图片 32" descr="汇聚交换机.png">
            <a:extLst>
              <a:ext uri="{FF2B5EF4-FFF2-40B4-BE49-F238E27FC236}">
                <a16:creationId xmlns:a16="http://schemas.microsoft.com/office/drawing/2014/main" xmlns="" id="{510788B6-994F-4DD8-9E7B-2F7416C7AC83}"/>
              </a:ext>
            </a:extLst>
          </p:cNvPr>
          <p:cNvPicPr>
            <a:picLocks noChangeAspect="1"/>
          </p:cNvPicPr>
          <p:nvPr/>
        </p:nvPicPr>
        <p:blipFill>
          <a:blip r:embed="rId5" cstate="print"/>
          <a:stretch>
            <a:fillRect/>
          </a:stretch>
        </p:blipFill>
        <p:spPr>
          <a:xfrm>
            <a:off x="6795351" y="2124844"/>
            <a:ext cx="540000" cy="441818"/>
          </a:xfrm>
          <a:prstGeom prst="rect">
            <a:avLst/>
          </a:prstGeom>
        </p:spPr>
      </p:pic>
      <p:grpSp>
        <p:nvGrpSpPr>
          <p:cNvPr id="30" name="组合 29"/>
          <p:cNvGrpSpPr/>
          <p:nvPr/>
        </p:nvGrpSpPr>
        <p:grpSpPr>
          <a:xfrm>
            <a:off x="7001369" y="3063352"/>
            <a:ext cx="288000" cy="288000"/>
            <a:chOff x="856677" y="2615810"/>
            <a:chExt cx="288000" cy="288000"/>
          </a:xfrm>
        </p:grpSpPr>
        <p:sp>
          <p:nvSpPr>
            <p:cNvPr id="37" name="椭圆 36"/>
            <p:cNvSpPr/>
            <p:nvPr/>
          </p:nvSpPr>
          <p:spPr>
            <a:xfrm>
              <a:off x="856677" y="2615810"/>
              <a:ext cx="288000" cy="288000"/>
            </a:xfrm>
            <a:prstGeom prst="ellipse">
              <a:avLst/>
            </a:prstGeom>
            <a:solidFill>
              <a:srgbClr val="EC70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a:solidFill>
                  <a:srgbClr val="EC7061"/>
                </a:solidFill>
              </a:endParaRPr>
            </a:p>
          </p:txBody>
        </p:sp>
        <p:grpSp>
          <p:nvGrpSpPr>
            <p:cNvPr id="38" name="组合 37"/>
            <p:cNvGrpSpPr/>
            <p:nvPr/>
          </p:nvGrpSpPr>
          <p:grpSpPr>
            <a:xfrm>
              <a:off x="923444" y="2692169"/>
              <a:ext cx="144001" cy="144002"/>
              <a:chOff x="898853" y="2657982"/>
              <a:chExt cx="203649" cy="203652"/>
            </a:xfrm>
          </p:grpSpPr>
          <p:cxnSp>
            <p:nvCxnSpPr>
              <p:cNvPr id="39" name="直接连接符 38"/>
              <p:cNvCxnSpPr>
                <a:stCxn id="37" idx="3"/>
                <a:endCxn id="37" idx="7"/>
              </p:cNvCxnSpPr>
              <p:nvPr/>
            </p:nvCxnSpPr>
            <p:spPr>
              <a:xfrm flipV="1">
                <a:off x="898853" y="2657986"/>
                <a:ext cx="203648" cy="203648"/>
              </a:xfrm>
              <a:prstGeom prst="line">
                <a:avLst/>
              </a:prstGeom>
              <a:solidFill>
                <a:srgbClr val="EC7061"/>
              </a:solidFill>
              <a:ln w="38100" cap="rnd">
                <a:solidFill>
                  <a:schemeClr val="bg1"/>
                </a:solidFill>
                <a:round/>
              </a:ln>
              <a:effectLst/>
            </p:spPr>
            <p:style>
              <a:lnRef idx="2">
                <a:schemeClr val="accent1"/>
              </a:lnRef>
              <a:fillRef idx="0">
                <a:schemeClr val="accent1"/>
              </a:fillRef>
              <a:effectRef idx="1">
                <a:schemeClr val="accent1"/>
              </a:effectRef>
              <a:fontRef idx="minor">
                <a:schemeClr val="tx1"/>
              </a:fontRef>
            </p:style>
          </p:cxnSp>
          <p:cxnSp>
            <p:nvCxnSpPr>
              <p:cNvPr id="40" name="直接连接符 39"/>
              <p:cNvCxnSpPr>
                <a:stCxn id="37" idx="1"/>
                <a:endCxn id="37" idx="5"/>
              </p:cNvCxnSpPr>
              <p:nvPr/>
            </p:nvCxnSpPr>
            <p:spPr>
              <a:xfrm>
                <a:off x="898853" y="2657986"/>
                <a:ext cx="203648" cy="203648"/>
              </a:xfrm>
              <a:prstGeom prst="line">
                <a:avLst/>
              </a:prstGeom>
              <a:solidFill>
                <a:srgbClr val="EC7061"/>
              </a:solidFill>
              <a:ln w="38100" cap="rnd">
                <a:solidFill>
                  <a:schemeClr val="bg1"/>
                </a:solidFill>
                <a:round/>
              </a:ln>
              <a:effectLst/>
            </p:spPr>
            <p:style>
              <a:lnRef idx="2">
                <a:schemeClr val="accent1"/>
              </a:lnRef>
              <a:fillRef idx="0">
                <a:schemeClr val="accent1"/>
              </a:fillRef>
              <a:effectRef idx="1">
                <a:schemeClr val="accent1"/>
              </a:effectRef>
              <a:fontRef idx="minor">
                <a:schemeClr val="tx1"/>
              </a:fontRef>
            </p:style>
          </p:cxnSp>
        </p:grpSp>
      </p:grpSp>
      <p:sp>
        <p:nvSpPr>
          <p:cNvPr id="42" name="下箭头 63"/>
          <p:cNvSpPr/>
          <p:nvPr/>
        </p:nvSpPr>
        <p:spPr>
          <a:xfrm rot="5400000" flipV="1">
            <a:off x="4896025" y="2645205"/>
            <a:ext cx="829759" cy="773580"/>
          </a:xfrm>
          <a:custGeom>
            <a:avLst/>
            <a:gdLst>
              <a:gd name="connsiteX0" fmla="*/ 0 w 1035535"/>
              <a:gd name="connsiteY0" fmla="*/ 468495 h 794114"/>
              <a:gd name="connsiteX1" fmla="*/ 258884 w 1035535"/>
              <a:gd name="connsiteY1" fmla="*/ 468495 h 794114"/>
              <a:gd name="connsiteX2" fmla="*/ 258884 w 1035535"/>
              <a:gd name="connsiteY2" fmla="*/ 0 h 794114"/>
              <a:gd name="connsiteX3" fmla="*/ 776651 w 1035535"/>
              <a:gd name="connsiteY3" fmla="*/ 0 h 794114"/>
              <a:gd name="connsiteX4" fmla="*/ 776651 w 1035535"/>
              <a:gd name="connsiteY4" fmla="*/ 468495 h 794114"/>
              <a:gd name="connsiteX5" fmla="*/ 1035535 w 1035535"/>
              <a:gd name="connsiteY5" fmla="*/ 468495 h 794114"/>
              <a:gd name="connsiteX6" fmla="*/ 517768 w 1035535"/>
              <a:gd name="connsiteY6" fmla="*/ 794114 h 794114"/>
              <a:gd name="connsiteX7" fmla="*/ 0 w 1035535"/>
              <a:gd name="connsiteY7" fmla="*/ 468495 h 794114"/>
              <a:gd name="connsiteX0" fmla="*/ 258884 w 1035535"/>
              <a:gd name="connsiteY0" fmla="*/ 0 h 794114"/>
              <a:gd name="connsiteX1" fmla="*/ 776651 w 1035535"/>
              <a:gd name="connsiteY1" fmla="*/ 0 h 794114"/>
              <a:gd name="connsiteX2" fmla="*/ 776651 w 1035535"/>
              <a:gd name="connsiteY2" fmla="*/ 468495 h 794114"/>
              <a:gd name="connsiteX3" fmla="*/ 1035535 w 1035535"/>
              <a:gd name="connsiteY3" fmla="*/ 468495 h 794114"/>
              <a:gd name="connsiteX4" fmla="*/ 517768 w 1035535"/>
              <a:gd name="connsiteY4" fmla="*/ 794114 h 794114"/>
              <a:gd name="connsiteX5" fmla="*/ 0 w 1035535"/>
              <a:gd name="connsiteY5" fmla="*/ 468495 h 794114"/>
              <a:gd name="connsiteX6" fmla="*/ 258884 w 1035535"/>
              <a:gd name="connsiteY6" fmla="*/ 468495 h 794114"/>
              <a:gd name="connsiteX7" fmla="*/ 350324 w 1035535"/>
              <a:gd name="connsiteY7" fmla="*/ 91440 h 794114"/>
              <a:gd name="connsiteX0" fmla="*/ 258884 w 1035535"/>
              <a:gd name="connsiteY0" fmla="*/ 0 h 794114"/>
              <a:gd name="connsiteX1" fmla="*/ 776651 w 1035535"/>
              <a:gd name="connsiteY1" fmla="*/ 468495 h 794114"/>
              <a:gd name="connsiteX2" fmla="*/ 1035535 w 1035535"/>
              <a:gd name="connsiteY2" fmla="*/ 468495 h 794114"/>
              <a:gd name="connsiteX3" fmla="*/ 517768 w 1035535"/>
              <a:gd name="connsiteY3" fmla="*/ 794114 h 794114"/>
              <a:gd name="connsiteX4" fmla="*/ 0 w 1035535"/>
              <a:gd name="connsiteY4" fmla="*/ 468495 h 794114"/>
              <a:gd name="connsiteX5" fmla="*/ 258884 w 1035535"/>
              <a:gd name="connsiteY5" fmla="*/ 468495 h 794114"/>
              <a:gd name="connsiteX6" fmla="*/ 350324 w 1035535"/>
              <a:gd name="connsiteY6" fmla="*/ 91440 h 794114"/>
              <a:gd name="connsiteX0" fmla="*/ 1016121 w 1035535"/>
              <a:gd name="connsiteY0" fmla="*/ 0 h 794114"/>
              <a:gd name="connsiteX1" fmla="*/ 776651 w 1035535"/>
              <a:gd name="connsiteY1" fmla="*/ 468495 h 794114"/>
              <a:gd name="connsiteX2" fmla="*/ 1035535 w 1035535"/>
              <a:gd name="connsiteY2" fmla="*/ 468495 h 794114"/>
              <a:gd name="connsiteX3" fmla="*/ 517768 w 1035535"/>
              <a:gd name="connsiteY3" fmla="*/ 794114 h 794114"/>
              <a:gd name="connsiteX4" fmla="*/ 0 w 1035535"/>
              <a:gd name="connsiteY4" fmla="*/ 468495 h 794114"/>
              <a:gd name="connsiteX5" fmla="*/ 258884 w 1035535"/>
              <a:gd name="connsiteY5" fmla="*/ 468495 h 794114"/>
              <a:gd name="connsiteX6" fmla="*/ 350324 w 1035535"/>
              <a:gd name="connsiteY6" fmla="*/ 91440 h 794114"/>
              <a:gd name="connsiteX0" fmla="*/ 1018222 w 1037636"/>
              <a:gd name="connsiteY0" fmla="*/ 0 h 794114"/>
              <a:gd name="connsiteX1" fmla="*/ 778752 w 1037636"/>
              <a:gd name="connsiteY1" fmla="*/ 468495 h 794114"/>
              <a:gd name="connsiteX2" fmla="*/ 1037636 w 1037636"/>
              <a:gd name="connsiteY2" fmla="*/ 468495 h 794114"/>
              <a:gd name="connsiteX3" fmla="*/ 519869 w 1037636"/>
              <a:gd name="connsiteY3" fmla="*/ 794114 h 794114"/>
              <a:gd name="connsiteX4" fmla="*/ 2101 w 1037636"/>
              <a:gd name="connsiteY4" fmla="*/ 468495 h 794114"/>
              <a:gd name="connsiteX5" fmla="*/ 260985 w 1037636"/>
              <a:gd name="connsiteY5" fmla="*/ 468495 h 794114"/>
              <a:gd name="connsiteX6" fmla="*/ 0 w 1037636"/>
              <a:gd name="connsiteY6" fmla="*/ 86678 h 794114"/>
              <a:gd name="connsiteX0" fmla="*/ 1027747 w 1047161"/>
              <a:gd name="connsiteY0" fmla="*/ 0 h 794114"/>
              <a:gd name="connsiteX1" fmla="*/ 788277 w 1047161"/>
              <a:gd name="connsiteY1" fmla="*/ 468495 h 794114"/>
              <a:gd name="connsiteX2" fmla="*/ 1047161 w 1047161"/>
              <a:gd name="connsiteY2" fmla="*/ 468495 h 794114"/>
              <a:gd name="connsiteX3" fmla="*/ 529394 w 1047161"/>
              <a:gd name="connsiteY3" fmla="*/ 794114 h 794114"/>
              <a:gd name="connsiteX4" fmla="*/ 11626 w 1047161"/>
              <a:gd name="connsiteY4" fmla="*/ 468495 h 794114"/>
              <a:gd name="connsiteX5" fmla="*/ 270510 w 1047161"/>
              <a:gd name="connsiteY5" fmla="*/ 468495 h 794114"/>
              <a:gd name="connsiteX6" fmla="*/ 0 w 1047161"/>
              <a:gd name="connsiteY6" fmla="*/ 10478 h 794114"/>
              <a:gd name="connsiteX0" fmla="*/ 1016121 w 1035535"/>
              <a:gd name="connsiteY0" fmla="*/ 13335 h 807449"/>
              <a:gd name="connsiteX1" fmla="*/ 776651 w 1035535"/>
              <a:gd name="connsiteY1" fmla="*/ 481830 h 807449"/>
              <a:gd name="connsiteX2" fmla="*/ 1035535 w 1035535"/>
              <a:gd name="connsiteY2" fmla="*/ 481830 h 807449"/>
              <a:gd name="connsiteX3" fmla="*/ 517768 w 1035535"/>
              <a:gd name="connsiteY3" fmla="*/ 807449 h 807449"/>
              <a:gd name="connsiteX4" fmla="*/ 0 w 1035535"/>
              <a:gd name="connsiteY4" fmla="*/ 481830 h 807449"/>
              <a:gd name="connsiteX5" fmla="*/ 258884 w 1035535"/>
              <a:gd name="connsiteY5" fmla="*/ 481830 h 807449"/>
              <a:gd name="connsiteX6" fmla="*/ 12187 w 1035535"/>
              <a:gd name="connsiteY6" fmla="*/ 0 h 807449"/>
              <a:gd name="connsiteX0" fmla="*/ 1016121 w 1035535"/>
              <a:gd name="connsiteY0" fmla="*/ 13335 h 807449"/>
              <a:gd name="connsiteX1" fmla="*/ 776651 w 1035535"/>
              <a:gd name="connsiteY1" fmla="*/ 481830 h 807449"/>
              <a:gd name="connsiteX2" fmla="*/ 1035535 w 1035535"/>
              <a:gd name="connsiteY2" fmla="*/ 481830 h 807449"/>
              <a:gd name="connsiteX3" fmla="*/ 517768 w 1035535"/>
              <a:gd name="connsiteY3" fmla="*/ 807449 h 807449"/>
              <a:gd name="connsiteX4" fmla="*/ 0 w 1035535"/>
              <a:gd name="connsiteY4" fmla="*/ 481830 h 807449"/>
              <a:gd name="connsiteX5" fmla="*/ 392234 w 1035535"/>
              <a:gd name="connsiteY5" fmla="*/ 486592 h 807449"/>
              <a:gd name="connsiteX6" fmla="*/ 12187 w 1035535"/>
              <a:gd name="connsiteY6" fmla="*/ 0 h 807449"/>
              <a:gd name="connsiteX0" fmla="*/ 1016121 w 1035535"/>
              <a:gd name="connsiteY0" fmla="*/ 13335 h 807449"/>
              <a:gd name="connsiteX1" fmla="*/ 619488 w 1035535"/>
              <a:gd name="connsiteY1" fmla="*/ 481830 h 807449"/>
              <a:gd name="connsiteX2" fmla="*/ 1035535 w 1035535"/>
              <a:gd name="connsiteY2" fmla="*/ 481830 h 807449"/>
              <a:gd name="connsiteX3" fmla="*/ 517768 w 1035535"/>
              <a:gd name="connsiteY3" fmla="*/ 807449 h 807449"/>
              <a:gd name="connsiteX4" fmla="*/ 0 w 1035535"/>
              <a:gd name="connsiteY4" fmla="*/ 481830 h 807449"/>
              <a:gd name="connsiteX5" fmla="*/ 392234 w 1035535"/>
              <a:gd name="connsiteY5" fmla="*/ 486592 h 807449"/>
              <a:gd name="connsiteX6" fmla="*/ 12187 w 1035535"/>
              <a:gd name="connsiteY6" fmla="*/ 0 h 807449"/>
              <a:gd name="connsiteX0" fmla="*/ 1016121 w 1035535"/>
              <a:gd name="connsiteY0" fmla="*/ 13335 h 807449"/>
              <a:gd name="connsiteX1" fmla="*/ 619488 w 1035535"/>
              <a:gd name="connsiteY1" fmla="*/ 481830 h 807449"/>
              <a:gd name="connsiteX2" fmla="*/ 1035535 w 1035535"/>
              <a:gd name="connsiteY2" fmla="*/ 481830 h 807449"/>
              <a:gd name="connsiteX3" fmla="*/ 517768 w 1035535"/>
              <a:gd name="connsiteY3" fmla="*/ 807449 h 807449"/>
              <a:gd name="connsiteX4" fmla="*/ 0 w 1035535"/>
              <a:gd name="connsiteY4" fmla="*/ 481830 h 807449"/>
              <a:gd name="connsiteX5" fmla="*/ 392234 w 1035535"/>
              <a:gd name="connsiteY5" fmla="*/ 486592 h 807449"/>
              <a:gd name="connsiteX6" fmla="*/ 12187 w 1035535"/>
              <a:gd name="connsiteY6" fmla="*/ 0 h 807449"/>
              <a:gd name="connsiteX0" fmla="*/ 1016121 w 1035535"/>
              <a:gd name="connsiteY0" fmla="*/ 13335 h 807449"/>
              <a:gd name="connsiteX1" fmla="*/ 619488 w 1035535"/>
              <a:gd name="connsiteY1" fmla="*/ 481830 h 807449"/>
              <a:gd name="connsiteX2" fmla="*/ 1035535 w 1035535"/>
              <a:gd name="connsiteY2" fmla="*/ 481830 h 807449"/>
              <a:gd name="connsiteX3" fmla="*/ 517768 w 1035535"/>
              <a:gd name="connsiteY3" fmla="*/ 807449 h 807449"/>
              <a:gd name="connsiteX4" fmla="*/ 0 w 1035535"/>
              <a:gd name="connsiteY4" fmla="*/ 481830 h 807449"/>
              <a:gd name="connsiteX5" fmla="*/ 392234 w 1035535"/>
              <a:gd name="connsiteY5" fmla="*/ 486592 h 807449"/>
              <a:gd name="connsiteX6" fmla="*/ 12187 w 1035535"/>
              <a:gd name="connsiteY6" fmla="*/ 0 h 807449"/>
              <a:gd name="connsiteX0" fmla="*/ 1044696 w 1044696"/>
              <a:gd name="connsiteY0" fmla="*/ 0 h 832214"/>
              <a:gd name="connsiteX1" fmla="*/ 619488 w 1044696"/>
              <a:gd name="connsiteY1" fmla="*/ 506595 h 832214"/>
              <a:gd name="connsiteX2" fmla="*/ 1035535 w 1044696"/>
              <a:gd name="connsiteY2" fmla="*/ 506595 h 832214"/>
              <a:gd name="connsiteX3" fmla="*/ 517768 w 1044696"/>
              <a:gd name="connsiteY3" fmla="*/ 832214 h 832214"/>
              <a:gd name="connsiteX4" fmla="*/ 0 w 1044696"/>
              <a:gd name="connsiteY4" fmla="*/ 506595 h 832214"/>
              <a:gd name="connsiteX5" fmla="*/ 392234 w 1044696"/>
              <a:gd name="connsiteY5" fmla="*/ 511357 h 832214"/>
              <a:gd name="connsiteX6" fmla="*/ 12187 w 1044696"/>
              <a:gd name="connsiteY6" fmla="*/ 24765 h 832214"/>
              <a:gd name="connsiteX0" fmla="*/ 1032509 w 1032509"/>
              <a:gd name="connsiteY0" fmla="*/ 0 h 832214"/>
              <a:gd name="connsiteX1" fmla="*/ 607301 w 1032509"/>
              <a:gd name="connsiteY1" fmla="*/ 506595 h 832214"/>
              <a:gd name="connsiteX2" fmla="*/ 1023348 w 1032509"/>
              <a:gd name="connsiteY2" fmla="*/ 506595 h 832214"/>
              <a:gd name="connsiteX3" fmla="*/ 505581 w 1032509"/>
              <a:gd name="connsiteY3" fmla="*/ 832214 h 832214"/>
              <a:gd name="connsiteX4" fmla="*/ 237844 w 1032509"/>
              <a:gd name="connsiteY4" fmla="*/ 508976 h 832214"/>
              <a:gd name="connsiteX5" fmla="*/ 380047 w 1032509"/>
              <a:gd name="connsiteY5" fmla="*/ 511357 h 832214"/>
              <a:gd name="connsiteX6" fmla="*/ 0 w 1032509"/>
              <a:gd name="connsiteY6" fmla="*/ 24765 h 832214"/>
              <a:gd name="connsiteX0" fmla="*/ 1032509 w 1032509"/>
              <a:gd name="connsiteY0" fmla="*/ 0 h 832214"/>
              <a:gd name="connsiteX1" fmla="*/ 607301 w 1032509"/>
              <a:gd name="connsiteY1" fmla="*/ 506595 h 832214"/>
              <a:gd name="connsiteX2" fmla="*/ 804276 w 1032509"/>
              <a:gd name="connsiteY2" fmla="*/ 513741 h 832214"/>
              <a:gd name="connsiteX3" fmla="*/ 505581 w 1032509"/>
              <a:gd name="connsiteY3" fmla="*/ 832214 h 832214"/>
              <a:gd name="connsiteX4" fmla="*/ 237844 w 1032509"/>
              <a:gd name="connsiteY4" fmla="*/ 508976 h 832214"/>
              <a:gd name="connsiteX5" fmla="*/ 380047 w 1032509"/>
              <a:gd name="connsiteY5" fmla="*/ 511357 h 832214"/>
              <a:gd name="connsiteX6" fmla="*/ 0 w 1032509"/>
              <a:gd name="connsiteY6" fmla="*/ 24765 h 832214"/>
              <a:gd name="connsiteX0" fmla="*/ 1032509 w 1032509"/>
              <a:gd name="connsiteY0" fmla="*/ 0 h 722679"/>
              <a:gd name="connsiteX1" fmla="*/ 607301 w 1032509"/>
              <a:gd name="connsiteY1" fmla="*/ 506595 h 722679"/>
              <a:gd name="connsiteX2" fmla="*/ 804276 w 1032509"/>
              <a:gd name="connsiteY2" fmla="*/ 513741 h 722679"/>
              <a:gd name="connsiteX3" fmla="*/ 507965 w 1032509"/>
              <a:gd name="connsiteY3" fmla="*/ 722679 h 722679"/>
              <a:gd name="connsiteX4" fmla="*/ 237844 w 1032509"/>
              <a:gd name="connsiteY4" fmla="*/ 508976 h 722679"/>
              <a:gd name="connsiteX5" fmla="*/ 380047 w 1032509"/>
              <a:gd name="connsiteY5" fmla="*/ 511357 h 722679"/>
              <a:gd name="connsiteX6" fmla="*/ 0 w 1032509"/>
              <a:gd name="connsiteY6" fmla="*/ 24765 h 722679"/>
              <a:gd name="connsiteX0" fmla="*/ 1032509 w 1032509"/>
              <a:gd name="connsiteY0" fmla="*/ 0 h 722679"/>
              <a:gd name="connsiteX1" fmla="*/ 607301 w 1032509"/>
              <a:gd name="connsiteY1" fmla="*/ 506595 h 722679"/>
              <a:gd name="connsiteX2" fmla="*/ 804276 w 1032509"/>
              <a:gd name="connsiteY2" fmla="*/ 513741 h 722679"/>
              <a:gd name="connsiteX3" fmla="*/ 498440 w 1032509"/>
              <a:gd name="connsiteY3" fmla="*/ 722679 h 722679"/>
              <a:gd name="connsiteX4" fmla="*/ 237844 w 1032509"/>
              <a:gd name="connsiteY4" fmla="*/ 508976 h 722679"/>
              <a:gd name="connsiteX5" fmla="*/ 380047 w 1032509"/>
              <a:gd name="connsiteY5" fmla="*/ 511357 h 722679"/>
              <a:gd name="connsiteX6" fmla="*/ 0 w 1032509"/>
              <a:gd name="connsiteY6" fmla="*/ 24765 h 722679"/>
              <a:gd name="connsiteX0" fmla="*/ 1032509 w 1032509"/>
              <a:gd name="connsiteY0" fmla="*/ 0 h 722679"/>
              <a:gd name="connsiteX1" fmla="*/ 607301 w 1032509"/>
              <a:gd name="connsiteY1" fmla="*/ 506595 h 722679"/>
              <a:gd name="connsiteX2" fmla="*/ 792369 w 1032509"/>
              <a:gd name="connsiteY2" fmla="*/ 515732 h 722679"/>
              <a:gd name="connsiteX3" fmla="*/ 498440 w 1032509"/>
              <a:gd name="connsiteY3" fmla="*/ 722679 h 722679"/>
              <a:gd name="connsiteX4" fmla="*/ 237844 w 1032509"/>
              <a:gd name="connsiteY4" fmla="*/ 508976 h 722679"/>
              <a:gd name="connsiteX5" fmla="*/ 380047 w 1032509"/>
              <a:gd name="connsiteY5" fmla="*/ 511357 h 722679"/>
              <a:gd name="connsiteX6" fmla="*/ 0 w 1032509"/>
              <a:gd name="connsiteY6" fmla="*/ 24765 h 722679"/>
              <a:gd name="connsiteX0" fmla="*/ 1032509 w 1032509"/>
              <a:gd name="connsiteY0" fmla="*/ 0 h 720688"/>
              <a:gd name="connsiteX1" fmla="*/ 607301 w 1032509"/>
              <a:gd name="connsiteY1" fmla="*/ 506595 h 720688"/>
              <a:gd name="connsiteX2" fmla="*/ 792369 w 1032509"/>
              <a:gd name="connsiteY2" fmla="*/ 515732 h 720688"/>
              <a:gd name="connsiteX3" fmla="*/ 503202 w 1032509"/>
              <a:gd name="connsiteY3" fmla="*/ 720688 h 720688"/>
              <a:gd name="connsiteX4" fmla="*/ 237844 w 1032509"/>
              <a:gd name="connsiteY4" fmla="*/ 508976 h 720688"/>
              <a:gd name="connsiteX5" fmla="*/ 380047 w 1032509"/>
              <a:gd name="connsiteY5" fmla="*/ 511357 h 720688"/>
              <a:gd name="connsiteX6" fmla="*/ 0 w 1032509"/>
              <a:gd name="connsiteY6" fmla="*/ 24765 h 720688"/>
              <a:gd name="connsiteX0" fmla="*/ 1044414 w 1044414"/>
              <a:gd name="connsiteY0" fmla="*/ 0 h 720688"/>
              <a:gd name="connsiteX1" fmla="*/ 619206 w 1044414"/>
              <a:gd name="connsiteY1" fmla="*/ 506595 h 720688"/>
              <a:gd name="connsiteX2" fmla="*/ 804274 w 1044414"/>
              <a:gd name="connsiteY2" fmla="*/ 515732 h 720688"/>
              <a:gd name="connsiteX3" fmla="*/ 515107 w 1044414"/>
              <a:gd name="connsiteY3" fmla="*/ 720688 h 720688"/>
              <a:gd name="connsiteX4" fmla="*/ 249749 w 1044414"/>
              <a:gd name="connsiteY4" fmla="*/ 508976 h 720688"/>
              <a:gd name="connsiteX5" fmla="*/ 391952 w 1044414"/>
              <a:gd name="connsiteY5" fmla="*/ 511357 h 720688"/>
              <a:gd name="connsiteX6" fmla="*/ 0 w 1044414"/>
              <a:gd name="connsiteY6" fmla="*/ 4852 h 720688"/>
              <a:gd name="connsiteX0" fmla="*/ 1082514 w 1082514"/>
              <a:gd name="connsiteY0" fmla="*/ 0 h 722679"/>
              <a:gd name="connsiteX1" fmla="*/ 619206 w 1082514"/>
              <a:gd name="connsiteY1" fmla="*/ 508586 h 722679"/>
              <a:gd name="connsiteX2" fmla="*/ 804274 w 1082514"/>
              <a:gd name="connsiteY2" fmla="*/ 517723 h 722679"/>
              <a:gd name="connsiteX3" fmla="*/ 515107 w 1082514"/>
              <a:gd name="connsiteY3" fmla="*/ 722679 h 722679"/>
              <a:gd name="connsiteX4" fmla="*/ 249749 w 1082514"/>
              <a:gd name="connsiteY4" fmla="*/ 510967 h 722679"/>
              <a:gd name="connsiteX5" fmla="*/ 391952 w 1082514"/>
              <a:gd name="connsiteY5" fmla="*/ 513348 h 722679"/>
              <a:gd name="connsiteX6" fmla="*/ 0 w 1082514"/>
              <a:gd name="connsiteY6" fmla="*/ 6843 h 722679"/>
              <a:gd name="connsiteX0" fmla="*/ 1082514 w 1082514"/>
              <a:gd name="connsiteY0" fmla="*/ 0 h 724672"/>
              <a:gd name="connsiteX1" fmla="*/ 619206 w 1082514"/>
              <a:gd name="connsiteY1" fmla="*/ 508586 h 724672"/>
              <a:gd name="connsiteX2" fmla="*/ 804274 w 1082514"/>
              <a:gd name="connsiteY2" fmla="*/ 517723 h 724672"/>
              <a:gd name="connsiteX3" fmla="*/ 534160 w 1082514"/>
              <a:gd name="connsiteY3" fmla="*/ 724672 h 724672"/>
              <a:gd name="connsiteX4" fmla="*/ 249749 w 1082514"/>
              <a:gd name="connsiteY4" fmla="*/ 510967 h 724672"/>
              <a:gd name="connsiteX5" fmla="*/ 391952 w 1082514"/>
              <a:gd name="connsiteY5" fmla="*/ 513348 h 724672"/>
              <a:gd name="connsiteX6" fmla="*/ 0 w 1082514"/>
              <a:gd name="connsiteY6" fmla="*/ 6843 h 724672"/>
              <a:gd name="connsiteX0" fmla="*/ 1082514 w 1082514"/>
              <a:gd name="connsiteY0" fmla="*/ 0 h 724672"/>
              <a:gd name="connsiteX1" fmla="*/ 619206 w 1082514"/>
              <a:gd name="connsiteY1" fmla="*/ 508586 h 724672"/>
              <a:gd name="connsiteX2" fmla="*/ 804274 w 1082514"/>
              <a:gd name="connsiteY2" fmla="*/ 517723 h 724672"/>
              <a:gd name="connsiteX3" fmla="*/ 534160 w 1082514"/>
              <a:gd name="connsiteY3" fmla="*/ 724672 h 724672"/>
              <a:gd name="connsiteX4" fmla="*/ 249749 w 1082514"/>
              <a:gd name="connsiteY4" fmla="*/ 510967 h 724672"/>
              <a:gd name="connsiteX5" fmla="*/ 380046 w 1082514"/>
              <a:gd name="connsiteY5" fmla="*/ 533263 h 724672"/>
              <a:gd name="connsiteX6" fmla="*/ 0 w 1082514"/>
              <a:gd name="connsiteY6" fmla="*/ 6843 h 724672"/>
              <a:gd name="connsiteX0" fmla="*/ 1082514 w 1082514"/>
              <a:gd name="connsiteY0" fmla="*/ 0 h 724672"/>
              <a:gd name="connsiteX1" fmla="*/ 619206 w 1082514"/>
              <a:gd name="connsiteY1" fmla="*/ 508586 h 724672"/>
              <a:gd name="connsiteX2" fmla="*/ 804274 w 1082514"/>
              <a:gd name="connsiteY2" fmla="*/ 517723 h 724672"/>
              <a:gd name="connsiteX3" fmla="*/ 534160 w 1082514"/>
              <a:gd name="connsiteY3" fmla="*/ 724672 h 724672"/>
              <a:gd name="connsiteX4" fmla="*/ 249749 w 1082514"/>
              <a:gd name="connsiteY4" fmla="*/ 510967 h 724672"/>
              <a:gd name="connsiteX5" fmla="*/ 380046 w 1082514"/>
              <a:gd name="connsiteY5" fmla="*/ 533263 h 724672"/>
              <a:gd name="connsiteX6" fmla="*/ 0 w 1082514"/>
              <a:gd name="connsiteY6" fmla="*/ 6843 h 724672"/>
              <a:gd name="connsiteX0" fmla="*/ 1082514 w 1082514"/>
              <a:gd name="connsiteY0" fmla="*/ 0 h 724672"/>
              <a:gd name="connsiteX1" fmla="*/ 619206 w 1082514"/>
              <a:gd name="connsiteY1" fmla="*/ 508586 h 724672"/>
              <a:gd name="connsiteX2" fmla="*/ 804274 w 1082514"/>
              <a:gd name="connsiteY2" fmla="*/ 517723 h 724672"/>
              <a:gd name="connsiteX3" fmla="*/ 534160 w 1082514"/>
              <a:gd name="connsiteY3" fmla="*/ 724672 h 724672"/>
              <a:gd name="connsiteX4" fmla="*/ 249749 w 1082514"/>
              <a:gd name="connsiteY4" fmla="*/ 510967 h 724672"/>
              <a:gd name="connsiteX5" fmla="*/ 380046 w 1082514"/>
              <a:gd name="connsiteY5" fmla="*/ 533263 h 724672"/>
              <a:gd name="connsiteX6" fmla="*/ 0 w 1082514"/>
              <a:gd name="connsiteY6" fmla="*/ 6843 h 724672"/>
              <a:gd name="connsiteX0" fmla="*/ 1082514 w 1082514"/>
              <a:gd name="connsiteY0" fmla="*/ 0 h 724672"/>
              <a:gd name="connsiteX1" fmla="*/ 619206 w 1082514"/>
              <a:gd name="connsiteY1" fmla="*/ 508586 h 724672"/>
              <a:gd name="connsiteX2" fmla="*/ 804274 w 1082514"/>
              <a:gd name="connsiteY2" fmla="*/ 517723 h 724672"/>
              <a:gd name="connsiteX3" fmla="*/ 534160 w 1082514"/>
              <a:gd name="connsiteY3" fmla="*/ 724672 h 724672"/>
              <a:gd name="connsiteX4" fmla="*/ 233080 w 1082514"/>
              <a:gd name="connsiteY4" fmla="*/ 526899 h 724672"/>
              <a:gd name="connsiteX5" fmla="*/ 380046 w 1082514"/>
              <a:gd name="connsiteY5" fmla="*/ 533263 h 724672"/>
              <a:gd name="connsiteX6" fmla="*/ 0 w 1082514"/>
              <a:gd name="connsiteY6" fmla="*/ 6843 h 724672"/>
              <a:gd name="connsiteX0" fmla="*/ 1082514 w 1082514"/>
              <a:gd name="connsiteY0" fmla="*/ 0 h 724672"/>
              <a:gd name="connsiteX1" fmla="*/ 619206 w 1082514"/>
              <a:gd name="connsiteY1" fmla="*/ 508586 h 724672"/>
              <a:gd name="connsiteX2" fmla="*/ 804274 w 1082514"/>
              <a:gd name="connsiteY2" fmla="*/ 517723 h 724672"/>
              <a:gd name="connsiteX3" fmla="*/ 534160 w 1082514"/>
              <a:gd name="connsiteY3" fmla="*/ 724672 h 724672"/>
              <a:gd name="connsiteX4" fmla="*/ 237842 w 1082514"/>
              <a:gd name="connsiteY4" fmla="*/ 532873 h 724672"/>
              <a:gd name="connsiteX5" fmla="*/ 380046 w 1082514"/>
              <a:gd name="connsiteY5" fmla="*/ 533263 h 724672"/>
              <a:gd name="connsiteX6" fmla="*/ 0 w 1082514"/>
              <a:gd name="connsiteY6" fmla="*/ 6843 h 724672"/>
              <a:gd name="connsiteX0" fmla="*/ 1082514 w 1082514"/>
              <a:gd name="connsiteY0" fmla="*/ 0 h 724672"/>
              <a:gd name="connsiteX1" fmla="*/ 690644 w 1082514"/>
              <a:gd name="connsiteY1" fmla="*/ 532484 h 724672"/>
              <a:gd name="connsiteX2" fmla="*/ 804274 w 1082514"/>
              <a:gd name="connsiteY2" fmla="*/ 517723 h 724672"/>
              <a:gd name="connsiteX3" fmla="*/ 534160 w 1082514"/>
              <a:gd name="connsiteY3" fmla="*/ 724672 h 724672"/>
              <a:gd name="connsiteX4" fmla="*/ 237842 w 1082514"/>
              <a:gd name="connsiteY4" fmla="*/ 532873 h 724672"/>
              <a:gd name="connsiteX5" fmla="*/ 380046 w 1082514"/>
              <a:gd name="connsiteY5" fmla="*/ 533263 h 724672"/>
              <a:gd name="connsiteX6" fmla="*/ 0 w 1082514"/>
              <a:gd name="connsiteY6" fmla="*/ 6843 h 724672"/>
              <a:gd name="connsiteX0" fmla="*/ 1082514 w 1082514"/>
              <a:gd name="connsiteY0" fmla="*/ 0 h 724672"/>
              <a:gd name="connsiteX1" fmla="*/ 690644 w 1082514"/>
              <a:gd name="connsiteY1" fmla="*/ 532484 h 724672"/>
              <a:gd name="connsiteX2" fmla="*/ 804274 w 1082514"/>
              <a:gd name="connsiteY2" fmla="*/ 517723 h 724672"/>
              <a:gd name="connsiteX3" fmla="*/ 534160 w 1082514"/>
              <a:gd name="connsiteY3" fmla="*/ 724672 h 724672"/>
              <a:gd name="connsiteX4" fmla="*/ 237842 w 1082514"/>
              <a:gd name="connsiteY4" fmla="*/ 532873 h 724672"/>
              <a:gd name="connsiteX5" fmla="*/ 380046 w 1082514"/>
              <a:gd name="connsiteY5" fmla="*/ 533263 h 724672"/>
              <a:gd name="connsiteX6" fmla="*/ 0 w 1082514"/>
              <a:gd name="connsiteY6" fmla="*/ 6843 h 724672"/>
              <a:gd name="connsiteX0" fmla="*/ 1082514 w 1082514"/>
              <a:gd name="connsiteY0" fmla="*/ 0 h 724672"/>
              <a:gd name="connsiteX1" fmla="*/ 690644 w 1082514"/>
              <a:gd name="connsiteY1" fmla="*/ 532484 h 724672"/>
              <a:gd name="connsiteX2" fmla="*/ 830468 w 1082514"/>
              <a:gd name="connsiteY2" fmla="*/ 531664 h 724672"/>
              <a:gd name="connsiteX3" fmla="*/ 534160 w 1082514"/>
              <a:gd name="connsiteY3" fmla="*/ 724672 h 724672"/>
              <a:gd name="connsiteX4" fmla="*/ 237842 w 1082514"/>
              <a:gd name="connsiteY4" fmla="*/ 532873 h 724672"/>
              <a:gd name="connsiteX5" fmla="*/ 380046 w 1082514"/>
              <a:gd name="connsiteY5" fmla="*/ 533263 h 724672"/>
              <a:gd name="connsiteX6" fmla="*/ 0 w 1082514"/>
              <a:gd name="connsiteY6" fmla="*/ 6843 h 724672"/>
              <a:gd name="connsiteX0" fmla="*/ 1082514 w 1082514"/>
              <a:gd name="connsiteY0" fmla="*/ 0 h 724672"/>
              <a:gd name="connsiteX1" fmla="*/ 690644 w 1082514"/>
              <a:gd name="connsiteY1" fmla="*/ 532484 h 724672"/>
              <a:gd name="connsiteX2" fmla="*/ 830468 w 1082514"/>
              <a:gd name="connsiteY2" fmla="*/ 531664 h 724672"/>
              <a:gd name="connsiteX3" fmla="*/ 534160 w 1082514"/>
              <a:gd name="connsiteY3" fmla="*/ 724672 h 724672"/>
              <a:gd name="connsiteX4" fmla="*/ 237842 w 1082514"/>
              <a:gd name="connsiteY4" fmla="*/ 532873 h 724672"/>
              <a:gd name="connsiteX5" fmla="*/ 434815 w 1082514"/>
              <a:gd name="connsiteY5" fmla="*/ 533263 h 724672"/>
              <a:gd name="connsiteX6" fmla="*/ 0 w 1082514"/>
              <a:gd name="connsiteY6" fmla="*/ 6843 h 724672"/>
              <a:gd name="connsiteX0" fmla="*/ 1082514 w 1082514"/>
              <a:gd name="connsiteY0" fmla="*/ 0 h 724672"/>
              <a:gd name="connsiteX1" fmla="*/ 690644 w 1082514"/>
              <a:gd name="connsiteY1" fmla="*/ 532484 h 724672"/>
              <a:gd name="connsiteX2" fmla="*/ 830468 w 1082514"/>
              <a:gd name="connsiteY2" fmla="*/ 531664 h 724672"/>
              <a:gd name="connsiteX3" fmla="*/ 534160 w 1082514"/>
              <a:gd name="connsiteY3" fmla="*/ 724672 h 724672"/>
              <a:gd name="connsiteX4" fmla="*/ 297373 w 1082514"/>
              <a:gd name="connsiteY4" fmla="*/ 532873 h 724672"/>
              <a:gd name="connsiteX5" fmla="*/ 434815 w 1082514"/>
              <a:gd name="connsiteY5" fmla="*/ 533263 h 724672"/>
              <a:gd name="connsiteX6" fmla="*/ 0 w 1082514"/>
              <a:gd name="connsiteY6" fmla="*/ 6843 h 724672"/>
              <a:gd name="connsiteX0" fmla="*/ 1082514 w 1082514"/>
              <a:gd name="connsiteY0" fmla="*/ 0 h 724672"/>
              <a:gd name="connsiteX1" fmla="*/ 690644 w 1082514"/>
              <a:gd name="connsiteY1" fmla="*/ 532484 h 724672"/>
              <a:gd name="connsiteX2" fmla="*/ 768555 w 1082514"/>
              <a:gd name="connsiteY2" fmla="*/ 531664 h 724672"/>
              <a:gd name="connsiteX3" fmla="*/ 534160 w 1082514"/>
              <a:gd name="connsiteY3" fmla="*/ 724672 h 724672"/>
              <a:gd name="connsiteX4" fmla="*/ 297373 w 1082514"/>
              <a:gd name="connsiteY4" fmla="*/ 532873 h 724672"/>
              <a:gd name="connsiteX5" fmla="*/ 434815 w 1082514"/>
              <a:gd name="connsiteY5" fmla="*/ 533263 h 724672"/>
              <a:gd name="connsiteX6" fmla="*/ 0 w 1082514"/>
              <a:gd name="connsiteY6" fmla="*/ 6843 h 724672"/>
              <a:gd name="connsiteX0" fmla="*/ 1082514 w 1082514"/>
              <a:gd name="connsiteY0" fmla="*/ 0 h 724672"/>
              <a:gd name="connsiteX1" fmla="*/ 638256 w 1082514"/>
              <a:gd name="connsiteY1" fmla="*/ 534476 h 724672"/>
              <a:gd name="connsiteX2" fmla="*/ 768555 w 1082514"/>
              <a:gd name="connsiteY2" fmla="*/ 531664 h 724672"/>
              <a:gd name="connsiteX3" fmla="*/ 534160 w 1082514"/>
              <a:gd name="connsiteY3" fmla="*/ 724672 h 724672"/>
              <a:gd name="connsiteX4" fmla="*/ 297373 w 1082514"/>
              <a:gd name="connsiteY4" fmla="*/ 532873 h 724672"/>
              <a:gd name="connsiteX5" fmla="*/ 434815 w 1082514"/>
              <a:gd name="connsiteY5" fmla="*/ 533263 h 724672"/>
              <a:gd name="connsiteX6" fmla="*/ 0 w 1082514"/>
              <a:gd name="connsiteY6" fmla="*/ 6843 h 7246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82514" h="724672">
                <a:moveTo>
                  <a:pt x="1082514" y="0"/>
                </a:moveTo>
                <a:cubicBezTo>
                  <a:pt x="788378" y="227602"/>
                  <a:pt x="727605" y="349736"/>
                  <a:pt x="638256" y="534476"/>
                </a:cubicBezTo>
                <a:lnTo>
                  <a:pt x="768555" y="531664"/>
                </a:lnTo>
                <a:lnTo>
                  <a:pt x="534160" y="724672"/>
                </a:lnTo>
                <a:lnTo>
                  <a:pt x="297373" y="532873"/>
                </a:lnTo>
                <a:lnTo>
                  <a:pt x="434815" y="533263"/>
                </a:lnTo>
                <a:cubicBezTo>
                  <a:pt x="434815" y="377098"/>
                  <a:pt x="0" y="6843"/>
                  <a:pt x="0" y="6843"/>
                </a:cubicBezTo>
              </a:path>
            </a:pathLst>
          </a:custGeom>
          <a:gradFill flip="none" rotWithShape="1">
            <a:gsLst>
              <a:gs pos="15000">
                <a:srgbClr val="FFF2CC"/>
              </a:gs>
              <a:gs pos="100000">
                <a:schemeClr val="bg1">
                  <a:alpha val="0"/>
                </a:schemeClr>
              </a:gs>
            </a:gsLst>
            <a:lin ang="16200000" scaled="1"/>
            <a:tileRect/>
          </a:gradFill>
          <a:ln w="19050">
            <a:gradFill flip="none" rotWithShape="1">
              <a:gsLst>
                <a:gs pos="100000">
                  <a:schemeClr val="bg1">
                    <a:lumMod val="100000"/>
                    <a:alpha val="0"/>
                  </a:schemeClr>
                </a:gs>
                <a:gs pos="31000">
                  <a:srgbClr val="FFD17D"/>
                </a:gs>
              </a:gsLst>
              <a:lin ang="162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endParaRPr lang="zh-CN" altLang="en-US" sz="180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2364152749"/>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p:txBody>
          <a:bodyPr/>
          <a:lstStyle/>
          <a:p>
            <a:pPr>
              <a:buClr>
                <a:schemeClr val="bg1">
                  <a:lumMod val="50000"/>
                </a:schemeClr>
              </a:buClr>
            </a:pPr>
            <a:r>
              <a:rPr lang="zh-CN" altLang="en-US"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网络可靠性需求</a:t>
            </a:r>
            <a:endParaRPr lang="en-US" altLang="zh-CN"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a:p>
            <a:r>
              <a:rPr lang="zh-CN" altLang="en-US" b="1" dirty="0">
                <a:latin typeface="Huawei Sans" panose="020C0503030203020204" pitchFamily="34" charset="0"/>
                <a:ea typeface="方正兰亭黑简体" panose="02000000000000000000" pitchFamily="2" charset="-122"/>
                <a:sym typeface="Huawei Sans" panose="020C0503030203020204" pitchFamily="34" charset="0"/>
              </a:rPr>
              <a:t>链路聚合技术原理与配置</a:t>
            </a:r>
            <a:endParaRPr lang="en-US" altLang="zh-CN" b="1" dirty="0">
              <a:latin typeface="Huawei Sans" panose="020C0503030203020204" pitchFamily="34" charset="0"/>
              <a:ea typeface="方正兰亭黑简体" panose="02000000000000000000" pitchFamily="2" charset="-122"/>
              <a:sym typeface="Huawei Sans" panose="020C0503030203020204" pitchFamily="34" charset="0"/>
            </a:endParaRPr>
          </a:p>
          <a:p>
            <a:pPr lvl="1">
              <a:buFont typeface="Huawei Sans" panose="020C0503030203020204" pitchFamily="34" charset="0"/>
              <a:buChar char="▪"/>
            </a:pPr>
            <a:r>
              <a:rPr lang="zh-CN" altLang="en-US" b="1" dirty="0">
                <a:latin typeface="Huawei Sans" panose="020C0503030203020204" pitchFamily="34" charset="0"/>
                <a:ea typeface="方正兰亭黑简体" panose="02000000000000000000" pitchFamily="2" charset="-122"/>
                <a:sym typeface="Huawei Sans" panose="020C0503030203020204" pitchFamily="34" charset="0"/>
              </a:rPr>
              <a:t>基本原理</a:t>
            </a:r>
            <a:endParaRPr lang="en-US" altLang="zh-CN" b="1" dirty="0">
              <a:latin typeface="Huawei Sans" panose="020C0503030203020204" pitchFamily="34" charset="0"/>
              <a:ea typeface="方正兰亭黑简体" panose="02000000000000000000" pitchFamily="2" charset="-122"/>
              <a:sym typeface="Huawei Sans" panose="020C0503030203020204" pitchFamily="34" charset="0"/>
            </a:endParaRPr>
          </a:p>
          <a:p>
            <a:pPr lvl="1"/>
            <a:r>
              <a:rPr lang="zh-CN" altLang="en-US"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手工模式</a:t>
            </a:r>
            <a:endParaRPr lang="en-US" altLang="zh-CN"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a:p>
            <a:pPr lvl="1"/>
            <a:r>
              <a:rPr lang="en-US" altLang="zh-CN"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LACP</a:t>
            </a:r>
            <a:r>
              <a:rPr lang="zh-CN" altLang="en-US" dirty="0" smtClean="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模式</a:t>
            </a:r>
            <a:endParaRPr lang="en-US" altLang="zh-CN" dirty="0" smtClean="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a:p>
            <a:pPr lvl="1"/>
            <a:r>
              <a:rPr lang="zh-CN" altLang="en-US" dirty="0" smtClean="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典型使用场景</a:t>
            </a:r>
            <a:endParaRPr lang="en-US" altLang="zh-CN"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a:p>
            <a:pPr lvl="1"/>
            <a:r>
              <a:rPr lang="zh-CN" altLang="en-US"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配置举例</a:t>
            </a:r>
            <a:endParaRPr lang="en-US" altLang="zh-CN"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a:p>
            <a:pPr>
              <a:buClr>
                <a:schemeClr val="bg1">
                  <a:lumMod val="50000"/>
                </a:schemeClr>
              </a:buClr>
            </a:pPr>
            <a:r>
              <a:rPr lang="zh-CN" altLang="en-US"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堆叠</a:t>
            </a:r>
            <a:r>
              <a:rPr lang="en-US" altLang="zh-CN"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a:t>
            </a:r>
            <a:r>
              <a:rPr lang="zh-CN" altLang="en-US"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集群概述</a:t>
            </a:r>
            <a:endParaRPr lang="en-US" altLang="zh-CN"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3352709365"/>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smtClean="0">
                <a:sym typeface="Huawei Sans" panose="020C0503030203020204" pitchFamily="34" charset="0"/>
              </a:rPr>
              <a:t>提升链路带宽</a:t>
            </a:r>
            <a:endParaRPr lang="zh-CN" altLang="en-US" dirty="0">
              <a:sym typeface="Huawei Sans" panose="020C0503030203020204" pitchFamily="34" charset="0"/>
            </a:endParaRPr>
          </a:p>
        </p:txBody>
      </p:sp>
      <p:sp>
        <p:nvSpPr>
          <p:cNvPr id="4" name="文本占位符 3"/>
          <p:cNvSpPr>
            <a:spLocks noGrp="1"/>
          </p:cNvSpPr>
          <p:nvPr>
            <p:ph type="body" sz="quarter" idx="10"/>
          </p:nvPr>
        </p:nvSpPr>
        <p:spPr/>
        <p:txBody>
          <a:bodyPr/>
          <a:lstStyle/>
          <a:p>
            <a:r>
              <a:rPr lang="zh-CN" altLang="en-US" smtClean="0">
                <a:sym typeface="Huawei Sans" panose="020C0503030203020204" pitchFamily="34" charset="0"/>
              </a:rPr>
              <a:t>设备之间存在多条链路时，由于</a:t>
            </a:r>
            <a:r>
              <a:rPr lang="en-US" altLang="zh-CN" smtClean="0">
                <a:sym typeface="Huawei Sans" panose="020C0503030203020204" pitchFamily="34" charset="0"/>
              </a:rPr>
              <a:t>STP</a:t>
            </a:r>
            <a:r>
              <a:rPr lang="zh-CN" altLang="en-US" smtClean="0">
                <a:sym typeface="Huawei Sans" panose="020C0503030203020204" pitchFamily="34" charset="0"/>
              </a:rPr>
              <a:t>的存在，实际只会有一条链路转发流量，设备间链路带宽无法得到提升。</a:t>
            </a:r>
          </a:p>
          <a:p>
            <a:endParaRPr lang="zh-CN" altLang="en-US" dirty="0">
              <a:sym typeface="Huawei Sans" panose="020C0503030203020204" pitchFamily="34" charset="0"/>
            </a:endParaRPr>
          </a:p>
        </p:txBody>
      </p:sp>
      <p:grpSp>
        <p:nvGrpSpPr>
          <p:cNvPr id="36" name="组合 35"/>
          <p:cNvGrpSpPr/>
          <p:nvPr/>
        </p:nvGrpSpPr>
        <p:grpSpPr>
          <a:xfrm>
            <a:off x="2856000" y="2354762"/>
            <a:ext cx="6480000" cy="3596654"/>
            <a:chOff x="3027960" y="2354762"/>
            <a:chExt cx="6480000" cy="3596654"/>
          </a:xfrm>
        </p:grpSpPr>
        <p:sp>
          <p:nvSpPr>
            <p:cNvPr id="8" name="圆角矩形 7"/>
            <p:cNvSpPr/>
            <p:nvPr/>
          </p:nvSpPr>
          <p:spPr>
            <a:xfrm>
              <a:off x="4087049" y="3761454"/>
              <a:ext cx="1174839" cy="2058018"/>
            </a:xfrm>
            <a:prstGeom prst="roundRect">
              <a:avLst>
                <a:gd name="adj" fmla="val 7243"/>
              </a:avLst>
            </a:prstGeom>
            <a:solidFill>
              <a:srgbClr val="F4FBFE"/>
            </a:solidFill>
            <a:ln w="9525" cap="flat" cmpd="sng" algn="ctr">
              <a:solidFill>
                <a:srgbClr val="99DFF9"/>
              </a:solidFill>
              <a:prstDash val="solid"/>
            </a:ln>
            <a:effectLst/>
          </p:spPr>
          <p:txBody>
            <a:bodyPr rtlCol="0" anchor="ctr"/>
            <a:lstStyle/>
            <a:p>
              <a:pPr algn="ctr" defTabSz="914034" fontAlgn="t">
                <a:spcBef>
                  <a:spcPct val="0"/>
                </a:spcBef>
                <a:spcAft>
                  <a:spcPct val="0"/>
                </a:spcAft>
                <a:defRPr/>
              </a:pPr>
              <a:endParaRPr lang="zh-CN" altLang="en-US" sz="16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 name="圆角矩形 8"/>
            <p:cNvSpPr/>
            <p:nvPr/>
          </p:nvSpPr>
          <p:spPr>
            <a:xfrm>
              <a:off x="7312276" y="3761454"/>
              <a:ext cx="1174839" cy="2058018"/>
            </a:xfrm>
            <a:prstGeom prst="roundRect">
              <a:avLst>
                <a:gd name="adj" fmla="val 7243"/>
              </a:avLst>
            </a:prstGeom>
            <a:solidFill>
              <a:srgbClr val="F4FBFE"/>
            </a:solidFill>
            <a:ln w="9525" cap="flat" cmpd="sng" algn="ctr">
              <a:solidFill>
                <a:srgbClr val="99DFF9"/>
              </a:solidFill>
              <a:prstDash val="solid"/>
            </a:ln>
            <a:effectLst/>
          </p:spPr>
          <p:txBody>
            <a:bodyPr rtlCol="0" anchor="ctr"/>
            <a:lstStyle/>
            <a:p>
              <a:pPr algn="ctr" defTabSz="914034" fontAlgn="t">
                <a:spcBef>
                  <a:spcPct val="0"/>
                </a:spcBef>
                <a:spcAft>
                  <a:spcPct val="0"/>
                </a:spcAft>
                <a:defRPr/>
              </a:pPr>
              <a:endParaRPr lang="zh-CN" altLang="en-US" sz="16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 name="矩形 9"/>
            <p:cNvSpPr/>
            <p:nvPr/>
          </p:nvSpPr>
          <p:spPr>
            <a:xfrm>
              <a:off x="4271164" y="3815228"/>
              <a:ext cx="863209" cy="338553"/>
            </a:xfrm>
            <a:prstGeom prst="rect">
              <a:avLst/>
            </a:prstGeom>
          </p:spPr>
          <p:txBody>
            <a:bodyPr wrap="square">
              <a:spAutoFit/>
            </a:bodyPr>
            <a:lstStyle/>
            <a:p>
              <a:pPr algn="ctr"/>
              <a:r>
                <a:rPr lang="en-US" altLang="zh-CN" sz="1600" b="1" dirty="0">
                  <a:latin typeface="Huawei Sans" panose="020C0503030203020204" pitchFamily="34" charset="0"/>
                  <a:ea typeface="方正兰亭黑简体" panose="02000000000000000000" pitchFamily="2" charset="-122"/>
                  <a:sym typeface="Huawei Sans" panose="020C0503030203020204" pitchFamily="34" charset="0"/>
                </a:rPr>
                <a:t>SW1</a:t>
              </a:r>
              <a:endParaRPr lang="zh-CN" altLang="en-US" sz="1600"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 name="矩形 10"/>
            <p:cNvSpPr/>
            <p:nvPr/>
          </p:nvSpPr>
          <p:spPr>
            <a:xfrm>
              <a:off x="7468091" y="3815228"/>
              <a:ext cx="863209" cy="338553"/>
            </a:xfrm>
            <a:prstGeom prst="rect">
              <a:avLst/>
            </a:prstGeom>
          </p:spPr>
          <p:txBody>
            <a:bodyPr wrap="square">
              <a:spAutoFit/>
            </a:bodyPr>
            <a:lstStyle/>
            <a:p>
              <a:pPr algn="ctr"/>
              <a:r>
                <a:rPr lang="en-US" altLang="zh-CN" sz="1600" b="1" dirty="0">
                  <a:latin typeface="Huawei Sans" panose="020C0503030203020204" pitchFamily="34" charset="0"/>
                  <a:ea typeface="方正兰亭黑简体" panose="02000000000000000000" pitchFamily="2" charset="-122"/>
                  <a:sym typeface="Huawei Sans" panose="020C0503030203020204" pitchFamily="34" charset="0"/>
                </a:rPr>
                <a:t>SW2</a:t>
              </a:r>
              <a:endParaRPr lang="zh-CN" altLang="en-US" sz="1600"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2" name="椭圆 11">
              <a:extLst>
                <a:ext uri="{FF2B5EF4-FFF2-40B4-BE49-F238E27FC236}">
                  <a16:creationId xmlns="" xmlns:a16="http://schemas.microsoft.com/office/drawing/2014/main" id="{7DBB15C3-7119-4BF5-AC36-6F6AFF9EB213}"/>
                </a:ext>
              </a:extLst>
            </p:cNvPr>
            <p:cNvSpPr/>
            <p:nvPr/>
          </p:nvSpPr>
          <p:spPr>
            <a:xfrm>
              <a:off x="3084379" y="2404171"/>
              <a:ext cx="281068" cy="281068"/>
            </a:xfrm>
            <a:prstGeom prst="ellipse">
              <a:avLst/>
            </a:prstGeom>
            <a:solidFill>
              <a:srgbClr val="8CCAA1"/>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F</a:t>
              </a:r>
              <a:endParaRPr lang="zh-CN" altLang="en-US" sz="14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3" name="TextBox 120">
              <a:extLst>
                <a:ext uri="{FF2B5EF4-FFF2-40B4-BE49-F238E27FC236}">
                  <a16:creationId xmlns="" xmlns:a16="http://schemas.microsoft.com/office/drawing/2014/main" id="{80742BB8-DAF7-4E24-BB0B-9F7C1C0F7EBA}"/>
                </a:ext>
              </a:extLst>
            </p:cNvPr>
            <p:cNvSpPr txBox="1"/>
            <p:nvPr/>
          </p:nvSpPr>
          <p:spPr>
            <a:xfrm>
              <a:off x="3385278" y="2354762"/>
              <a:ext cx="1992558" cy="338553"/>
            </a:xfrm>
            <a:prstGeom prst="rect">
              <a:avLst/>
            </a:prstGeom>
            <a:noFill/>
          </p:spPr>
          <p:txBody>
            <a:bodyPr wrap="square" rtlCol="0">
              <a:spAutoFit/>
            </a:bodyPr>
            <a:lstStyle/>
            <a:p>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转发流量的接口</a:t>
              </a:r>
            </a:p>
          </p:txBody>
        </p:sp>
        <p:sp>
          <p:nvSpPr>
            <p:cNvPr id="14" name="椭圆 13">
              <a:extLst>
                <a:ext uri="{FF2B5EF4-FFF2-40B4-BE49-F238E27FC236}">
                  <a16:creationId xmlns="" xmlns:a16="http://schemas.microsoft.com/office/drawing/2014/main" id="{E3AA826D-E4AC-459E-9C44-0CE0D8799DF1}"/>
                </a:ext>
              </a:extLst>
            </p:cNvPr>
            <p:cNvSpPr/>
            <p:nvPr/>
          </p:nvSpPr>
          <p:spPr>
            <a:xfrm>
              <a:off x="3084379" y="2808070"/>
              <a:ext cx="281068" cy="281068"/>
            </a:xfrm>
            <a:prstGeom prst="ellipse">
              <a:avLst/>
            </a:prstGeom>
            <a:solidFill>
              <a:srgbClr val="EC706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B</a:t>
              </a:r>
              <a:endParaRPr lang="zh-CN" altLang="en-US" sz="14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5" name="TextBox 120">
              <a:extLst>
                <a:ext uri="{FF2B5EF4-FFF2-40B4-BE49-F238E27FC236}">
                  <a16:creationId xmlns="" xmlns:a16="http://schemas.microsoft.com/office/drawing/2014/main" id="{BA178C7B-FB8C-4D9C-9731-7001BEE1F59D}"/>
                </a:ext>
              </a:extLst>
            </p:cNvPr>
            <p:cNvSpPr txBox="1"/>
            <p:nvPr/>
          </p:nvSpPr>
          <p:spPr>
            <a:xfrm>
              <a:off x="3385277" y="2833004"/>
              <a:ext cx="3075861" cy="338553"/>
            </a:xfrm>
            <a:prstGeom prst="rect">
              <a:avLst/>
            </a:prstGeom>
            <a:noFill/>
          </p:spPr>
          <p:txBody>
            <a:bodyPr wrap="square" rtlCol="0">
              <a:spAutoFit/>
            </a:bodyPr>
            <a:lstStyle/>
            <a:p>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STP</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阻塞端口，不转发流量</a:t>
              </a:r>
            </a:p>
          </p:txBody>
        </p:sp>
        <p:grpSp>
          <p:nvGrpSpPr>
            <p:cNvPr id="50" name="组合 49"/>
            <p:cNvGrpSpPr/>
            <p:nvPr/>
          </p:nvGrpSpPr>
          <p:grpSpPr>
            <a:xfrm>
              <a:off x="5110338" y="4140892"/>
              <a:ext cx="2355419" cy="281068"/>
              <a:chOff x="5057911" y="3170818"/>
              <a:chExt cx="1810135" cy="216000"/>
            </a:xfrm>
          </p:grpSpPr>
          <p:cxnSp>
            <p:nvCxnSpPr>
              <p:cNvPr id="6" name="直接连接符 5"/>
              <p:cNvCxnSpPr>
                <a:stCxn id="19" idx="2"/>
                <a:endCxn id="16" idx="6"/>
              </p:cNvCxnSpPr>
              <p:nvPr/>
            </p:nvCxnSpPr>
            <p:spPr bwMode="auto">
              <a:xfrm flipH="1">
                <a:off x="5273911" y="3278818"/>
                <a:ext cx="1378135" cy="0"/>
              </a:xfrm>
              <a:prstGeom prst="line">
                <a:avLst/>
              </a:prstGeom>
              <a:solidFill>
                <a:schemeClr val="accent1"/>
              </a:solidFill>
              <a:ln w="19050" cap="flat" cmpd="sng" algn="ctr">
                <a:solidFill>
                  <a:schemeClr val="tx1"/>
                </a:solidFill>
                <a:prstDash val="solid"/>
                <a:round/>
                <a:headEnd type="none" w="med" len="med"/>
                <a:tailEnd type="none" w="med" len="med"/>
              </a:ln>
              <a:effectLst/>
            </p:spPr>
          </p:cxnSp>
          <p:sp>
            <p:nvSpPr>
              <p:cNvPr id="16" name="椭圆 15">
                <a:extLst>
                  <a:ext uri="{FF2B5EF4-FFF2-40B4-BE49-F238E27FC236}">
                    <a16:creationId xmlns="" xmlns:a16="http://schemas.microsoft.com/office/drawing/2014/main" id="{7DBB15C3-7119-4BF5-AC36-6F6AFF9EB213}"/>
                  </a:ext>
                </a:extLst>
              </p:cNvPr>
              <p:cNvSpPr/>
              <p:nvPr/>
            </p:nvSpPr>
            <p:spPr>
              <a:xfrm>
                <a:off x="5057911" y="3170818"/>
                <a:ext cx="216000" cy="216000"/>
              </a:xfrm>
              <a:prstGeom prst="ellipse">
                <a:avLst/>
              </a:prstGeom>
              <a:solidFill>
                <a:srgbClr val="8CCAA1"/>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F</a:t>
                </a:r>
                <a:endParaRPr lang="zh-CN" altLang="en-US" sz="14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9" name="椭圆 18">
                <a:extLst>
                  <a:ext uri="{FF2B5EF4-FFF2-40B4-BE49-F238E27FC236}">
                    <a16:creationId xmlns="" xmlns:a16="http://schemas.microsoft.com/office/drawing/2014/main" id="{7DBB15C3-7119-4BF5-AC36-6F6AFF9EB213}"/>
                  </a:ext>
                </a:extLst>
              </p:cNvPr>
              <p:cNvSpPr/>
              <p:nvPr/>
            </p:nvSpPr>
            <p:spPr>
              <a:xfrm>
                <a:off x="6652046" y="3170818"/>
                <a:ext cx="216000" cy="216000"/>
              </a:xfrm>
              <a:prstGeom prst="ellipse">
                <a:avLst/>
              </a:prstGeom>
              <a:solidFill>
                <a:srgbClr val="8CCAA1"/>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F</a:t>
                </a:r>
                <a:endParaRPr lang="zh-CN" altLang="en-US" sz="14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nvGrpSpPr>
            <p:cNvPr id="51" name="组合 50"/>
            <p:cNvGrpSpPr/>
            <p:nvPr/>
          </p:nvGrpSpPr>
          <p:grpSpPr>
            <a:xfrm>
              <a:off x="5110338" y="4547171"/>
              <a:ext cx="2355419" cy="281068"/>
              <a:chOff x="5057911" y="3483043"/>
              <a:chExt cx="1810135" cy="216000"/>
            </a:xfrm>
          </p:grpSpPr>
          <p:cxnSp>
            <p:nvCxnSpPr>
              <p:cNvPr id="5" name="直接连接符 4"/>
              <p:cNvCxnSpPr>
                <a:stCxn id="20" idx="2"/>
                <a:endCxn id="17" idx="6"/>
              </p:cNvCxnSpPr>
              <p:nvPr/>
            </p:nvCxnSpPr>
            <p:spPr bwMode="auto">
              <a:xfrm flipH="1">
                <a:off x="5273911" y="3591043"/>
                <a:ext cx="1378135" cy="0"/>
              </a:xfrm>
              <a:prstGeom prst="line">
                <a:avLst/>
              </a:prstGeom>
              <a:solidFill>
                <a:schemeClr val="accent1"/>
              </a:solidFill>
              <a:ln w="19050" cap="flat" cmpd="sng" algn="ctr">
                <a:solidFill>
                  <a:schemeClr val="tx1"/>
                </a:solidFill>
                <a:prstDash val="solid"/>
                <a:round/>
                <a:headEnd type="none" w="med" len="med"/>
                <a:tailEnd type="none" w="med" len="med"/>
              </a:ln>
              <a:effectLst/>
            </p:spPr>
          </p:cxnSp>
          <p:sp>
            <p:nvSpPr>
              <p:cNvPr id="17" name="椭圆 16">
                <a:extLst>
                  <a:ext uri="{FF2B5EF4-FFF2-40B4-BE49-F238E27FC236}">
                    <a16:creationId xmlns="" xmlns:a16="http://schemas.microsoft.com/office/drawing/2014/main" id="{E3AA826D-E4AC-459E-9C44-0CE0D8799DF1}"/>
                  </a:ext>
                </a:extLst>
              </p:cNvPr>
              <p:cNvSpPr/>
              <p:nvPr/>
            </p:nvSpPr>
            <p:spPr>
              <a:xfrm>
                <a:off x="5057911" y="3483043"/>
                <a:ext cx="216000" cy="216000"/>
              </a:xfrm>
              <a:prstGeom prst="ellipse">
                <a:avLst/>
              </a:prstGeom>
              <a:solidFill>
                <a:srgbClr val="8CCAA1"/>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b="1" dirty="0" smtClea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F</a:t>
                </a:r>
                <a:endParaRPr lang="zh-CN" altLang="en-US" sz="14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0" name="椭圆 19">
                <a:extLst>
                  <a:ext uri="{FF2B5EF4-FFF2-40B4-BE49-F238E27FC236}">
                    <a16:creationId xmlns="" xmlns:a16="http://schemas.microsoft.com/office/drawing/2014/main" id="{E3AA826D-E4AC-459E-9C44-0CE0D8799DF1}"/>
                  </a:ext>
                </a:extLst>
              </p:cNvPr>
              <p:cNvSpPr/>
              <p:nvPr/>
            </p:nvSpPr>
            <p:spPr>
              <a:xfrm>
                <a:off x="6652046" y="3483043"/>
                <a:ext cx="216000" cy="216000"/>
              </a:xfrm>
              <a:prstGeom prst="ellipse">
                <a:avLst/>
              </a:prstGeom>
              <a:solidFill>
                <a:srgbClr val="EC706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B</a:t>
                </a:r>
                <a:endParaRPr lang="zh-CN" altLang="en-US" sz="14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nvGrpSpPr>
            <p:cNvPr id="52" name="组合 51"/>
            <p:cNvGrpSpPr/>
            <p:nvPr/>
          </p:nvGrpSpPr>
          <p:grpSpPr>
            <a:xfrm>
              <a:off x="5110338" y="4922349"/>
              <a:ext cx="2355419" cy="281068"/>
              <a:chOff x="5057911" y="3771367"/>
              <a:chExt cx="1810135" cy="216000"/>
            </a:xfrm>
          </p:grpSpPr>
          <p:cxnSp>
            <p:nvCxnSpPr>
              <p:cNvPr id="7" name="直接连接符 6"/>
              <p:cNvCxnSpPr>
                <a:endCxn id="18" idx="6"/>
              </p:cNvCxnSpPr>
              <p:nvPr/>
            </p:nvCxnSpPr>
            <p:spPr bwMode="auto">
              <a:xfrm flipH="1">
                <a:off x="5273911" y="3879367"/>
                <a:ext cx="1378135" cy="0"/>
              </a:xfrm>
              <a:prstGeom prst="line">
                <a:avLst/>
              </a:prstGeom>
              <a:solidFill>
                <a:schemeClr val="accent1"/>
              </a:solidFill>
              <a:ln w="19050" cap="flat" cmpd="sng" algn="ctr">
                <a:solidFill>
                  <a:schemeClr val="tx1"/>
                </a:solidFill>
                <a:prstDash val="solid"/>
                <a:round/>
                <a:headEnd type="none" w="med" len="med"/>
                <a:tailEnd type="none" w="med" len="med"/>
              </a:ln>
              <a:effectLst/>
            </p:spPr>
          </p:cxnSp>
          <p:sp>
            <p:nvSpPr>
              <p:cNvPr id="18" name="椭圆 17">
                <a:extLst>
                  <a:ext uri="{FF2B5EF4-FFF2-40B4-BE49-F238E27FC236}">
                    <a16:creationId xmlns="" xmlns:a16="http://schemas.microsoft.com/office/drawing/2014/main" id="{E3AA826D-E4AC-459E-9C44-0CE0D8799DF1}"/>
                  </a:ext>
                </a:extLst>
              </p:cNvPr>
              <p:cNvSpPr/>
              <p:nvPr/>
            </p:nvSpPr>
            <p:spPr>
              <a:xfrm>
                <a:off x="5057911" y="3771367"/>
                <a:ext cx="216000" cy="216000"/>
              </a:xfrm>
              <a:prstGeom prst="ellipse">
                <a:avLst/>
              </a:prstGeom>
              <a:solidFill>
                <a:srgbClr val="8CCAA1"/>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b="1" dirty="0" smtClea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F</a:t>
                </a:r>
                <a:endParaRPr lang="zh-CN" altLang="en-US" sz="14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1" name="椭圆 20">
                <a:extLst>
                  <a:ext uri="{FF2B5EF4-FFF2-40B4-BE49-F238E27FC236}">
                    <a16:creationId xmlns="" xmlns:a16="http://schemas.microsoft.com/office/drawing/2014/main" id="{E3AA826D-E4AC-459E-9C44-0CE0D8799DF1}"/>
                  </a:ext>
                </a:extLst>
              </p:cNvPr>
              <p:cNvSpPr/>
              <p:nvPr/>
            </p:nvSpPr>
            <p:spPr>
              <a:xfrm>
                <a:off x="6652046" y="3771367"/>
                <a:ext cx="216000" cy="216000"/>
              </a:xfrm>
              <a:prstGeom prst="ellipse">
                <a:avLst/>
              </a:prstGeom>
              <a:solidFill>
                <a:srgbClr val="EC706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B</a:t>
                </a:r>
                <a:endParaRPr lang="zh-CN" altLang="en-US" sz="14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nvGrpSpPr>
            <p:cNvPr id="53" name="组合 52"/>
            <p:cNvGrpSpPr/>
            <p:nvPr/>
          </p:nvGrpSpPr>
          <p:grpSpPr>
            <a:xfrm>
              <a:off x="5110338" y="5302441"/>
              <a:ext cx="2355419" cy="281068"/>
              <a:chOff x="5057911" y="4063467"/>
              <a:chExt cx="1810135" cy="216000"/>
            </a:xfrm>
          </p:grpSpPr>
          <p:cxnSp>
            <p:nvCxnSpPr>
              <p:cNvPr id="31" name="直接连接符 30"/>
              <p:cNvCxnSpPr>
                <a:stCxn id="33" idx="2"/>
                <a:endCxn id="32" idx="6"/>
              </p:cNvCxnSpPr>
              <p:nvPr/>
            </p:nvCxnSpPr>
            <p:spPr bwMode="auto">
              <a:xfrm flipH="1">
                <a:off x="5273911" y="4171467"/>
                <a:ext cx="1378135" cy="0"/>
              </a:xfrm>
              <a:prstGeom prst="line">
                <a:avLst/>
              </a:prstGeom>
              <a:solidFill>
                <a:schemeClr val="accent1"/>
              </a:solidFill>
              <a:ln w="19050" cap="flat" cmpd="sng" algn="ctr">
                <a:solidFill>
                  <a:schemeClr val="tx1"/>
                </a:solidFill>
                <a:prstDash val="solid"/>
                <a:round/>
                <a:headEnd type="none" w="med" len="med"/>
                <a:tailEnd type="none" w="med" len="med"/>
              </a:ln>
              <a:effectLst/>
            </p:spPr>
          </p:cxnSp>
          <p:sp>
            <p:nvSpPr>
              <p:cNvPr id="32" name="椭圆 31">
                <a:extLst>
                  <a:ext uri="{FF2B5EF4-FFF2-40B4-BE49-F238E27FC236}">
                    <a16:creationId xmlns="" xmlns:a16="http://schemas.microsoft.com/office/drawing/2014/main" id="{E3AA826D-E4AC-459E-9C44-0CE0D8799DF1}"/>
                  </a:ext>
                </a:extLst>
              </p:cNvPr>
              <p:cNvSpPr/>
              <p:nvPr/>
            </p:nvSpPr>
            <p:spPr>
              <a:xfrm>
                <a:off x="5057911" y="4063467"/>
                <a:ext cx="216000" cy="216000"/>
              </a:xfrm>
              <a:prstGeom prst="ellipse">
                <a:avLst/>
              </a:prstGeom>
              <a:solidFill>
                <a:srgbClr val="8CCAA1"/>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b="1" dirty="0" smtClea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F</a:t>
                </a:r>
                <a:endParaRPr lang="zh-CN" altLang="en-US" sz="14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3" name="椭圆 32">
                <a:extLst>
                  <a:ext uri="{FF2B5EF4-FFF2-40B4-BE49-F238E27FC236}">
                    <a16:creationId xmlns="" xmlns:a16="http://schemas.microsoft.com/office/drawing/2014/main" id="{E3AA826D-E4AC-459E-9C44-0CE0D8799DF1}"/>
                  </a:ext>
                </a:extLst>
              </p:cNvPr>
              <p:cNvSpPr/>
              <p:nvPr/>
            </p:nvSpPr>
            <p:spPr>
              <a:xfrm>
                <a:off x="6652046" y="4063467"/>
                <a:ext cx="216000" cy="216000"/>
              </a:xfrm>
              <a:prstGeom prst="ellipse">
                <a:avLst/>
              </a:prstGeom>
              <a:solidFill>
                <a:srgbClr val="EC706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B</a:t>
                </a:r>
                <a:endParaRPr lang="zh-CN" altLang="en-US" sz="14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nvGrpSpPr>
            <p:cNvPr id="55" name="组合 54"/>
            <p:cNvGrpSpPr/>
            <p:nvPr/>
          </p:nvGrpSpPr>
          <p:grpSpPr>
            <a:xfrm>
              <a:off x="3027960" y="3758098"/>
              <a:ext cx="929573" cy="2193318"/>
              <a:chOff x="3457608" y="2904334"/>
              <a:chExt cx="714375" cy="1685560"/>
            </a:xfrm>
          </p:grpSpPr>
          <p:sp>
            <p:nvSpPr>
              <p:cNvPr id="22" name="任意多边形 21"/>
              <p:cNvSpPr/>
              <p:nvPr/>
            </p:nvSpPr>
            <p:spPr>
              <a:xfrm>
                <a:off x="3457608" y="2904334"/>
                <a:ext cx="714375" cy="396000"/>
              </a:xfrm>
              <a:custGeom>
                <a:avLst/>
                <a:gdLst>
                  <a:gd name="connsiteX0" fmla="*/ 0 w 714375"/>
                  <a:gd name="connsiteY0" fmla="*/ 0 h 628650"/>
                  <a:gd name="connsiteX1" fmla="*/ 200025 w 714375"/>
                  <a:gd name="connsiteY1" fmla="*/ 504825 h 628650"/>
                  <a:gd name="connsiteX2" fmla="*/ 714375 w 714375"/>
                  <a:gd name="connsiteY2" fmla="*/ 628650 h 628650"/>
                </a:gdLst>
                <a:ahLst/>
                <a:cxnLst>
                  <a:cxn ang="0">
                    <a:pos x="connsiteX0" y="connsiteY0"/>
                  </a:cxn>
                  <a:cxn ang="0">
                    <a:pos x="connsiteX1" y="connsiteY1"/>
                  </a:cxn>
                  <a:cxn ang="0">
                    <a:pos x="connsiteX2" y="connsiteY2"/>
                  </a:cxn>
                </a:cxnLst>
                <a:rect l="l" t="t" r="r" b="b"/>
                <a:pathLst>
                  <a:path w="714375" h="628650">
                    <a:moveTo>
                      <a:pt x="0" y="0"/>
                    </a:moveTo>
                    <a:cubicBezTo>
                      <a:pt x="40481" y="200025"/>
                      <a:pt x="80963" y="400050"/>
                      <a:pt x="200025" y="504825"/>
                    </a:cubicBezTo>
                    <a:cubicBezTo>
                      <a:pt x="319088" y="609600"/>
                      <a:pt x="625475" y="614362"/>
                      <a:pt x="714375" y="628650"/>
                    </a:cubicBezTo>
                  </a:path>
                </a:pathLst>
              </a:custGeom>
              <a:noFill/>
              <a:ln w="25400" cap="flat" cmpd="sng" algn="ctr">
                <a:solidFill>
                  <a:srgbClr val="00B0F0"/>
                </a:solidFill>
                <a:prstDash val="solid"/>
                <a:headEnd type="none" w="med" len="med"/>
                <a:tailEnd type="triangle" w="med" len="med"/>
              </a:ln>
              <a:effectLst>
                <a:outerShdw blurRad="152400" dist="38100" dir="5400000" algn="t" rotWithShape="0">
                  <a:prstClr val="black">
                    <a:alpha val="12000"/>
                  </a:prstClr>
                </a:outerShdw>
              </a:effectLst>
            </p:spPr>
            <p:txBody>
              <a:bodyPr rtlCol="0" anchor="ctr"/>
              <a:lstStyle/>
              <a:p>
                <a:pPr algn="ctr"/>
                <a:endParaRPr lang="zh-CN" altLang="en-US" sz="20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3" name="任意多边形 22"/>
              <p:cNvSpPr/>
              <p:nvPr/>
            </p:nvSpPr>
            <p:spPr>
              <a:xfrm flipV="1">
                <a:off x="3457608" y="4193894"/>
                <a:ext cx="714375" cy="396000"/>
              </a:xfrm>
              <a:custGeom>
                <a:avLst/>
                <a:gdLst>
                  <a:gd name="connsiteX0" fmla="*/ 0 w 714375"/>
                  <a:gd name="connsiteY0" fmla="*/ 0 h 628650"/>
                  <a:gd name="connsiteX1" fmla="*/ 200025 w 714375"/>
                  <a:gd name="connsiteY1" fmla="*/ 504825 h 628650"/>
                  <a:gd name="connsiteX2" fmla="*/ 714375 w 714375"/>
                  <a:gd name="connsiteY2" fmla="*/ 628650 h 628650"/>
                </a:gdLst>
                <a:ahLst/>
                <a:cxnLst>
                  <a:cxn ang="0">
                    <a:pos x="connsiteX0" y="connsiteY0"/>
                  </a:cxn>
                  <a:cxn ang="0">
                    <a:pos x="connsiteX1" y="connsiteY1"/>
                  </a:cxn>
                  <a:cxn ang="0">
                    <a:pos x="connsiteX2" y="connsiteY2"/>
                  </a:cxn>
                </a:cxnLst>
                <a:rect l="l" t="t" r="r" b="b"/>
                <a:pathLst>
                  <a:path w="714375" h="628650">
                    <a:moveTo>
                      <a:pt x="0" y="0"/>
                    </a:moveTo>
                    <a:cubicBezTo>
                      <a:pt x="40481" y="200025"/>
                      <a:pt x="80963" y="400050"/>
                      <a:pt x="200025" y="504825"/>
                    </a:cubicBezTo>
                    <a:cubicBezTo>
                      <a:pt x="319088" y="609600"/>
                      <a:pt x="625475" y="614362"/>
                      <a:pt x="714375" y="628650"/>
                    </a:cubicBezTo>
                  </a:path>
                </a:pathLst>
              </a:custGeom>
              <a:noFill/>
              <a:ln w="25400" cap="flat" cmpd="sng" algn="ctr">
                <a:solidFill>
                  <a:srgbClr val="00B0F0"/>
                </a:solidFill>
                <a:prstDash val="solid"/>
                <a:headEnd type="none" w="med" len="med"/>
                <a:tailEnd type="triangle" w="med" len="med"/>
              </a:ln>
              <a:effectLst>
                <a:outerShdw blurRad="152400" dist="38100" dir="5400000" algn="t" rotWithShape="0">
                  <a:prstClr val="black">
                    <a:alpha val="12000"/>
                  </a:prstClr>
                </a:outerShdw>
              </a:effectLst>
            </p:spPr>
            <p:txBody>
              <a:bodyPr rtlCol="0" anchor="ctr"/>
              <a:lstStyle/>
              <a:p>
                <a:pPr algn="ctr"/>
                <a:endParaRPr lang="zh-CN" altLang="en-US" sz="200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24" name="直接箭头连接符 23"/>
              <p:cNvCxnSpPr/>
              <p:nvPr/>
            </p:nvCxnSpPr>
            <p:spPr>
              <a:xfrm>
                <a:off x="3490450" y="3896040"/>
                <a:ext cx="681533" cy="0"/>
              </a:xfrm>
              <a:prstGeom prst="straightConnector1">
                <a:avLst/>
              </a:prstGeom>
              <a:noFill/>
              <a:ln w="25400" cap="flat" cmpd="sng" algn="ctr">
                <a:solidFill>
                  <a:srgbClr val="00B0F0"/>
                </a:solidFill>
                <a:prstDash val="solid"/>
                <a:headEnd type="none" w="med" len="med"/>
                <a:tailEnd type="triangle" w="med" len="med"/>
              </a:ln>
              <a:effectLst>
                <a:outerShdw blurRad="152400" dist="38100" dir="5400000" algn="t" rotWithShape="0">
                  <a:prstClr val="black">
                    <a:alpha val="12000"/>
                  </a:prstClr>
                </a:outerShdw>
              </a:effectLst>
            </p:spPr>
          </p:cxnSp>
          <p:cxnSp>
            <p:nvCxnSpPr>
              <p:cNvPr id="34" name="直接箭头连接符 33"/>
              <p:cNvCxnSpPr/>
              <p:nvPr/>
            </p:nvCxnSpPr>
            <p:spPr>
              <a:xfrm>
                <a:off x="3490450" y="3598187"/>
                <a:ext cx="681533" cy="0"/>
              </a:xfrm>
              <a:prstGeom prst="straightConnector1">
                <a:avLst/>
              </a:prstGeom>
              <a:noFill/>
              <a:ln w="25400" cap="flat" cmpd="sng" algn="ctr">
                <a:solidFill>
                  <a:srgbClr val="00B0F0"/>
                </a:solidFill>
                <a:prstDash val="solid"/>
                <a:headEnd type="none" w="med" len="med"/>
                <a:tailEnd type="triangle" w="med" len="med"/>
              </a:ln>
              <a:effectLst>
                <a:outerShdw blurRad="152400" dist="38100" dir="5400000" algn="t" rotWithShape="0">
                  <a:prstClr val="black">
                    <a:alpha val="12000"/>
                  </a:prstClr>
                </a:outerShdw>
              </a:effectLst>
            </p:spPr>
          </p:cxnSp>
        </p:grpSp>
        <p:cxnSp>
          <p:nvCxnSpPr>
            <p:cNvPr id="25" name="直接箭头连接符 24">
              <a:extLst>
                <a:ext uri="{FF2B5EF4-FFF2-40B4-BE49-F238E27FC236}">
                  <a16:creationId xmlns="" xmlns:a16="http://schemas.microsoft.com/office/drawing/2014/main" id="{25FFCF9E-B77D-4002-8CAE-8C36C256A152}"/>
                </a:ext>
              </a:extLst>
            </p:cNvPr>
            <p:cNvCxnSpPr>
              <a:cxnSpLocks/>
            </p:cNvCxnSpPr>
            <p:nvPr/>
          </p:nvCxnSpPr>
          <p:spPr>
            <a:xfrm>
              <a:off x="5853793" y="4336490"/>
              <a:ext cx="753574" cy="0"/>
            </a:xfrm>
            <a:prstGeom prst="straightConnector1">
              <a:avLst/>
            </a:prstGeom>
            <a:noFill/>
            <a:ln w="25400" cap="flat" cmpd="sng" algn="ctr">
              <a:solidFill>
                <a:srgbClr val="00B0F0"/>
              </a:solidFill>
              <a:prstDash val="solid"/>
              <a:headEnd type="none" w="med" len="med"/>
              <a:tailEnd type="triangle" w="med" len="med"/>
            </a:ln>
            <a:effectLst>
              <a:outerShdw blurRad="152400" dist="38100" dir="5400000" algn="t" rotWithShape="0">
                <a:prstClr val="black">
                  <a:alpha val="12000"/>
                </a:prstClr>
              </a:outerShdw>
            </a:effectLst>
          </p:spPr>
        </p:cxnSp>
        <p:cxnSp>
          <p:nvCxnSpPr>
            <p:cNvPr id="26" name="直接箭头连接符 25">
              <a:extLst>
                <a:ext uri="{FF2B5EF4-FFF2-40B4-BE49-F238E27FC236}">
                  <a16:creationId xmlns="" xmlns:a16="http://schemas.microsoft.com/office/drawing/2014/main" id="{25FFCF9E-B77D-4002-8CAE-8C36C256A152}"/>
                </a:ext>
              </a:extLst>
            </p:cNvPr>
            <p:cNvCxnSpPr>
              <a:cxnSpLocks/>
            </p:cNvCxnSpPr>
            <p:nvPr/>
          </p:nvCxnSpPr>
          <p:spPr>
            <a:xfrm>
              <a:off x="5853793" y="4210288"/>
              <a:ext cx="753574" cy="0"/>
            </a:xfrm>
            <a:prstGeom prst="straightConnector1">
              <a:avLst/>
            </a:prstGeom>
            <a:noFill/>
            <a:ln w="25400" cap="flat" cmpd="sng" algn="ctr">
              <a:solidFill>
                <a:srgbClr val="00B0F0"/>
              </a:solidFill>
              <a:prstDash val="solid"/>
              <a:headEnd type="none" w="med" len="med"/>
              <a:tailEnd type="triangle" w="med" len="med"/>
            </a:ln>
            <a:effectLst>
              <a:outerShdw blurRad="152400" dist="38100" dir="5400000" algn="t" rotWithShape="0">
                <a:prstClr val="black">
                  <a:alpha val="12000"/>
                </a:prstClr>
              </a:outerShdw>
            </a:effectLst>
          </p:spPr>
        </p:cxnSp>
        <p:cxnSp>
          <p:nvCxnSpPr>
            <p:cNvPr id="27" name="直接箭头连接符 26">
              <a:extLst>
                <a:ext uri="{FF2B5EF4-FFF2-40B4-BE49-F238E27FC236}">
                  <a16:creationId xmlns="" xmlns:a16="http://schemas.microsoft.com/office/drawing/2014/main" id="{25FFCF9E-B77D-4002-8CAE-8C36C256A152}"/>
                </a:ext>
              </a:extLst>
            </p:cNvPr>
            <p:cNvCxnSpPr>
              <a:cxnSpLocks/>
            </p:cNvCxnSpPr>
            <p:nvPr/>
          </p:nvCxnSpPr>
          <p:spPr>
            <a:xfrm>
              <a:off x="5853793" y="4432211"/>
              <a:ext cx="753574" cy="0"/>
            </a:xfrm>
            <a:prstGeom prst="straightConnector1">
              <a:avLst/>
            </a:prstGeom>
            <a:noFill/>
            <a:ln w="25400" cap="flat" cmpd="sng" algn="ctr">
              <a:solidFill>
                <a:srgbClr val="00B0F0"/>
              </a:solidFill>
              <a:prstDash val="solid"/>
              <a:headEnd type="none" w="med" len="med"/>
              <a:tailEnd type="triangle" w="med" len="med"/>
            </a:ln>
            <a:effectLst>
              <a:outerShdw blurRad="152400" dist="38100" dir="5400000" algn="t" rotWithShape="0">
                <a:prstClr val="black">
                  <a:alpha val="12000"/>
                </a:prstClr>
              </a:outerShdw>
            </a:effectLst>
          </p:spPr>
        </p:cxnSp>
        <p:cxnSp>
          <p:nvCxnSpPr>
            <p:cNvPr id="38" name="直接箭头连接符 37">
              <a:extLst>
                <a:ext uri="{FF2B5EF4-FFF2-40B4-BE49-F238E27FC236}">
                  <a16:creationId xmlns="" xmlns:a16="http://schemas.microsoft.com/office/drawing/2014/main" id="{25FFCF9E-B77D-4002-8CAE-8C36C256A152}"/>
                </a:ext>
              </a:extLst>
            </p:cNvPr>
            <p:cNvCxnSpPr>
              <a:cxnSpLocks/>
            </p:cNvCxnSpPr>
            <p:nvPr/>
          </p:nvCxnSpPr>
          <p:spPr>
            <a:xfrm>
              <a:off x="5853793" y="4114566"/>
              <a:ext cx="753574" cy="0"/>
            </a:xfrm>
            <a:prstGeom prst="straightConnector1">
              <a:avLst/>
            </a:prstGeom>
            <a:noFill/>
            <a:ln w="25400" cap="flat" cmpd="sng" algn="ctr">
              <a:solidFill>
                <a:srgbClr val="00B0F0"/>
              </a:solidFill>
              <a:prstDash val="solid"/>
              <a:headEnd type="none" w="med" len="med"/>
              <a:tailEnd type="triangle" w="med" len="med"/>
            </a:ln>
            <a:effectLst>
              <a:outerShdw blurRad="152400" dist="38100" dir="5400000" algn="t" rotWithShape="0">
                <a:prstClr val="black">
                  <a:alpha val="12000"/>
                </a:prstClr>
              </a:outerShdw>
            </a:effectLst>
          </p:spPr>
        </p:cxnSp>
        <p:grpSp>
          <p:nvGrpSpPr>
            <p:cNvPr id="56" name="组合 55"/>
            <p:cNvGrpSpPr/>
            <p:nvPr/>
          </p:nvGrpSpPr>
          <p:grpSpPr>
            <a:xfrm>
              <a:off x="8614702" y="3857172"/>
              <a:ext cx="893258" cy="1995173"/>
              <a:chOff x="7751008" y="2848950"/>
              <a:chExt cx="686467" cy="1533287"/>
            </a:xfrm>
          </p:grpSpPr>
          <p:sp>
            <p:nvSpPr>
              <p:cNvPr id="28" name="任意多边形 27"/>
              <p:cNvSpPr/>
              <p:nvPr/>
            </p:nvSpPr>
            <p:spPr>
              <a:xfrm flipH="1">
                <a:off x="7753475" y="2848950"/>
                <a:ext cx="684000" cy="396000"/>
              </a:xfrm>
              <a:custGeom>
                <a:avLst/>
                <a:gdLst>
                  <a:gd name="connsiteX0" fmla="*/ 0 w 714375"/>
                  <a:gd name="connsiteY0" fmla="*/ 0 h 628650"/>
                  <a:gd name="connsiteX1" fmla="*/ 200025 w 714375"/>
                  <a:gd name="connsiteY1" fmla="*/ 504825 h 628650"/>
                  <a:gd name="connsiteX2" fmla="*/ 714375 w 714375"/>
                  <a:gd name="connsiteY2" fmla="*/ 628650 h 628650"/>
                </a:gdLst>
                <a:ahLst/>
                <a:cxnLst>
                  <a:cxn ang="0">
                    <a:pos x="connsiteX0" y="connsiteY0"/>
                  </a:cxn>
                  <a:cxn ang="0">
                    <a:pos x="connsiteX1" y="connsiteY1"/>
                  </a:cxn>
                  <a:cxn ang="0">
                    <a:pos x="connsiteX2" y="connsiteY2"/>
                  </a:cxn>
                </a:cxnLst>
                <a:rect l="l" t="t" r="r" b="b"/>
                <a:pathLst>
                  <a:path w="714375" h="628650">
                    <a:moveTo>
                      <a:pt x="0" y="0"/>
                    </a:moveTo>
                    <a:cubicBezTo>
                      <a:pt x="40481" y="200025"/>
                      <a:pt x="80963" y="400050"/>
                      <a:pt x="200025" y="504825"/>
                    </a:cubicBezTo>
                    <a:cubicBezTo>
                      <a:pt x="319088" y="609600"/>
                      <a:pt x="625475" y="614362"/>
                      <a:pt x="714375" y="628650"/>
                    </a:cubicBezTo>
                  </a:path>
                </a:pathLst>
              </a:custGeom>
              <a:noFill/>
              <a:ln w="25400" cap="flat" cmpd="sng" algn="ctr">
                <a:solidFill>
                  <a:srgbClr val="00B0F0"/>
                </a:solidFill>
                <a:prstDash val="solid"/>
                <a:headEnd type="arrow" w="med" len="med"/>
                <a:tailEnd type="none" w="med" len="med"/>
              </a:ln>
              <a:effectLst>
                <a:outerShdw blurRad="152400" dist="38100" dir="5400000" algn="t" rotWithShape="0">
                  <a:prstClr val="black">
                    <a:alpha val="12000"/>
                  </a:prstClr>
                </a:outerShdw>
              </a:effectLst>
            </p:spPr>
            <p:txBody>
              <a:bodyPr rtlCol="0" anchor="ctr"/>
              <a:lstStyle/>
              <a:p>
                <a:pPr algn="ctr"/>
                <a:endParaRPr lang="zh-CN" altLang="en-US" sz="20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9" name="任意多边形 28"/>
              <p:cNvSpPr/>
              <p:nvPr/>
            </p:nvSpPr>
            <p:spPr>
              <a:xfrm flipH="1" flipV="1">
                <a:off x="7751008" y="3986237"/>
                <a:ext cx="684000" cy="396000"/>
              </a:xfrm>
              <a:custGeom>
                <a:avLst/>
                <a:gdLst>
                  <a:gd name="connsiteX0" fmla="*/ 0 w 714375"/>
                  <a:gd name="connsiteY0" fmla="*/ 0 h 628650"/>
                  <a:gd name="connsiteX1" fmla="*/ 200025 w 714375"/>
                  <a:gd name="connsiteY1" fmla="*/ 504825 h 628650"/>
                  <a:gd name="connsiteX2" fmla="*/ 714375 w 714375"/>
                  <a:gd name="connsiteY2" fmla="*/ 628650 h 628650"/>
                </a:gdLst>
                <a:ahLst/>
                <a:cxnLst>
                  <a:cxn ang="0">
                    <a:pos x="connsiteX0" y="connsiteY0"/>
                  </a:cxn>
                  <a:cxn ang="0">
                    <a:pos x="connsiteX1" y="connsiteY1"/>
                  </a:cxn>
                  <a:cxn ang="0">
                    <a:pos x="connsiteX2" y="connsiteY2"/>
                  </a:cxn>
                </a:cxnLst>
                <a:rect l="l" t="t" r="r" b="b"/>
                <a:pathLst>
                  <a:path w="714375" h="628650">
                    <a:moveTo>
                      <a:pt x="0" y="0"/>
                    </a:moveTo>
                    <a:cubicBezTo>
                      <a:pt x="40481" y="200025"/>
                      <a:pt x="80963" y="400050"/>
                      <a:pt x="200025" y="504825"/>
                    </a:cubicBezTo>
                    <a:cubicBezTo>
                      <a:pt x="319088" y="609600"/>
                      <a:pt x="625475" y="614362"/>
                      <a:pt x="714375" y="628650"/>
                    </a:cubicBezTo>
                  </a:path>
                </a:pathLst>
              </a:custGeom>
              <a:noFill/>
              <a:ln w="25400" cap="flat" cmpd="sng" algn="ctr">
                <a:solidFill>
                  <a:srgbClr val="00B0F0"/>
                </a:solidFill>
                <a:prstDash val="solid"/>
                <a:headEnd type="arrow" w="med" len="med"/>
                <a:tailEnd type="none" w="med" len="med"/>
              </a:ln>
              <a:effectLst>
                <a:outerShdw blurRad="152400" dist="38100" dir="5400000" algn="t" rotWithShape="0">
                  <a:prstClr val="black">
                    <a:alpha val="12000"/>
                  </a:prstClr>
                </a:outerShdw>
              </a:effectLst>
            </p:spPr>
            <p:txBody>
              <a:bodyPr rtlCol="0" anchor="ctr"/>
              <a:lstStyle/>
              <a:p>
                <a:pPr algn="ctr"/>
                <a:endParaRPr lang="zh-CN" altLang="en-US" sz="200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30" name="直接箭头连接符 29"/>
              <p:cNvCxnSpPr/>
              <p:nvPr/>
            </p:nvCxnSpPr>
            <p:spPr>
              <a:xfrm>
                <a:off x="7753475" y="3685583"/>
                <a:ext cx="681533" cy="0"/>
              </a:xfrm>
              <a:prstGeom prst="straightConnector1">
                <a:avLst/>
              </a:prstGeom>
              <a:noFill/>
              <a:ln w="25400" cap="flat" cmpd="sng" algn="ctr">
                <a:solidFill>
                  <a:srgbClr val="00B0F0"/>
                </a:solidFill>
                <a:prstDash val="solid"/>
                <a:headEnd type="none" w="med" len="med"/>
                <a:tailEnd type="triangle" w="med" len="med"/>
              </a:ln>
              <a:effectLst>
                <a:outerShdw blurRad="152400" dist="38100" dir="5400000" algn="t" rotWithShape="0">
                  <a:prstClr val="black">
                    <a:alpha val="12000"/>
                  </a:prstClr>
                </a:outerShdw>
              </a:effectLst>
            </p:spPr>
          </p:cxnSp>
          <p:cxnSp>
            <p:nvCxnSpPr>
              <p:cNvPr id="54" name="直接箭头连接符 53"/>
              <p:cNvCxnSpPr/>
              <p:nvPr/>
            </p:nvCxnSpPr>
            <p:spPr>
              <a:xfrm>
                <a:off x="7753475" y="3465266"/>
                <a:ext cx="681533" cy="0"/>
              </a:xfrm>
              <a:prstGeom prst="straightConnector1">
                <a:avLst/>
              </a:prstGeom>
              <a:noFill/>
              <a:ln w="25400" cap="flat" cmpd="sng" algn="ctr">
                <a:solidFill>
                  <a:srgbClr val="00B0F0"/>
                </a:solidFill>
                <a:prstDash val="solid"/>
                <a:headEnd type="none" w="med" len="med"/>
                <a:tailEnd type="triangle" w="med" len="med"/>
              </a:ln>
              <a:effectLst>
                <a:outerShdw blurRad="152400" dist="38100" dir="5400000" algn="t" rotWithShape="0">
                  <a:prstClr val="black">
                    <a:alpha val="12000"/>
                  </a:prstClr>
                </a:outerShdw>
              </a:effectLst>
            </p:spPr>
          </p:cxnSp>
        </p:grpSp>
        <p:sp>
          <p:nvSpPr>
            <p:cNvPr id="43" name="矩形 42"/>
            <p:cNvSpPr/>
            <p:nvPr/>
          </p:nvSpPr>
          <p:spPr>
            <a:xfrm>
              <a:off x="4271536" y="4466280"/>
              <a:ext cx="863209" cy="584775"/>
            </a:xfrm>
            <a:prstGeom prst="rect">
              <a:avLst/>
            </a:prstGeom>
          </p:spPr>
          <p:txBody>
            <a:bodyPr wrap="square">
              <a:spAutoFit/>
            </a:bodyPr>
            <a:lstStyle/>
            <a:p>
              <a:pPr algn="ctr"/>
              <a:r>
                <a:rPr lang="en-US" altLang="zh-CN" sz="1600" b="1" dirty="0" smtClean="0">
                  <a:latin typeface="Huawei Sans" panose="020C0503030203020204" pitchFamily="34" charset="0"/>
                  <a:ea typeface="方正兰亭黑简体" panose="02000000000000000000" pitchFamily="2" charset="-122"/>
                  <a:sym typeface="Huawei Sans" panose="020C0503030203020204" pitchFamily="34" charset="0"/>
                </a:rPr>
                <a:t>STP</a:t>
              </a:r>
            </a:p>
            <a:p>
              <a:pPr algn="ctr"/>
              <a:r>
                <a:rPr lang="zh-CN" altLang="en-US" sz="1600" b="1" dirty="0">
                  <a:latin typeface="Huawei Sans" panose="020C0503030203020204" pitchFamily="34" charset="0"/>
                  <a:ea typeface="方正兰亭黑简体" panose="02000000000000000000" pitchFamily="2" charset="-122"/>
                  <a:sym typeface="Huawei Sans" panose="020C0503030203020204" pitchFamily="34" charset="0"/>
                </a:rPr>
                <a:t>根桥</a:t>
              </a:r>
            </a:p>
          </p:txBody>
        </p:sp>
      </p:grpSp>
    </p:spTree>
    <p:extLst>
      <p:ext uri="{BB962C8B-B14F-4D97-AF65-F5344CB8AC3E}">
        <p14:creationId xmlns:p14="http://schemas.microsoft.com/office/powerpoint/2010/main" val="1166535419"/>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smtClean="0">
                <a:sym typeface="Huawei Sans" panose="020C0503030203020204" pitchFamily="34" charset="0"/>
              </a:rPr>
              <a:t>以太网链路聚合</a:t>
            </a:r>
            <a:endParaRPr lang="zh-CN" altLang="en-US" dirty="0">
              <a:sym typeface="Huawei Sans" panose="020C0503030203020204" pitchFamily="34" charset="0"/>
            </a:endParaRPr>
          </a:p>
        </p:txBody>
      </p:sp>
      <p:sp>
        <p:nvSpPr>
          <p:cNvPr id="25" name="文本占位符 112"/>
          <p:cNvSpPr>
            <a:spLocks noGrp="1"/>
          </p:cNvSpPr>
          <p:nvPr>
            <p:ph type="body" sz="quarter" idx="10"/>
          </p:nvPr>
        </p:nvSpPr>
        <p:spPr/>
        <p:txBody>
          <a:bodyPr/>
          <a:lstStyle/>
          <a:p>
            <a:r>
              <a:rPr lang="zh-CN" altLang="en-US" smtClean="0">
                <a:sym typeface="Huawei Sans" panose="020C0503030203020204" pitchFamily="34" charset="0"/>
              </a:rPr>
              <a:t>以太网链路聚合</a:t>
            </a:r>
            <a:r>
              <a:rPr lang="en-US" altLang="zh-CN" smtClean="0">
                <a:sym typeface="Huawei Sans" panose="020C0503030203020204" pitchFamily="34" charset="0"/>
              </a:rPr>
              <a:t>Eth-Trunk</a:t>
            </a:r>
            <a:r>
              <a:rPr lang="zh-CN" altLang="en-US" smtClean="0">
                <a:sym typeface="Huawei Sans" panose="020C0503030203020204" pitchFamily="34" charset="0"/>
              </a:rPr>
              <a:t>：简称链路聚合，通过将多个物理接口捆绑成为一个逻辑接口，可以在不进行硬件升级的条件下，达到增加链路带宽的目的。</a:t>
            </a:r>
            <a:endParaRPr lang="en-US" altLang="zh-CN" dirty="0">
              <a:sym typeface="Huawei Sans" panose="020C0503030203020204" pitchFamily="34" charset="0"/>
            </a:endParaRPr>
          </a:p>
        </p:txBody>
      </p:sp>
      <p:sp>
        <p:nvSpPr>
          <p:cNvPr id="154" name="圆角矩形 153"/>
          <p:cNvSpPr/>
          <p:nvPr/>
        </p:nvSpPr>
        <p:spPr>
          <a:xfrm>
            <a:off x="3881786" y="3669521"/>
            <a:ext cx="1078124" cy="1888598"/>
          </a:xfrm>
          <a:prstGeom prst="roundRect">
            <a:avLst>
              <a:gd name="adj" fmla="val 7243"/>
            </a:avLst>
          </a:prstGeom>
          <a:solidFill>
            <a:srgbClr val="F4FBFE"/>
          </a:solidFill>
          <a:ln w="9525" cap="flat" cmpd="sng" algn="ctr">
            <a:solidFill>
              <a:srgbClr val="99DFF9"/>
            </a:solidFill>
            <a:prstDash val="solid"/>
          </a:ln>
          <a:effectLst/>
        </p:spPr>
        <p:txBody>
          <a:bodyPr rtlCol="0" anchor="ctr"/>
          <a:lstStyle/>
          <a:p>
            <a:pPr algn="ctr" defTabSz="914034" fontAlgn="t">
              <a:spcBef>
                <a:spcPct val="0"/>
              </a:spcBef>
              <a:spcAft>
                <a:spcPct val="0"/>
              </a:spcAft>
              <a:defRPr/>
            </a:pPr>
            <a:endParaRPr lang="zh-CN" altLang="en-US" sz="16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55" name="圆角矩形 154"/>
          <p:cNvSpPr/>
          <p:nvPr/>
        </p:nvSpPr>
        <p:spPr>
          <a:xfrm>
            <a:off x="7374950" y="3669521"/>
            <a:ext cx="1078124" cy="1888598"/>
          </a:xfrm>
          <a:prstGeom prst="roundRect">
            <a:avLst>
              <a:gd name="adj" fmla="val 7243"/>
            </a:avLst>
          </a:prstGeom>
          <a:solidFill>
            <a:srgbClr val="F4FBFE"/>
          </a:solidFill>
          <a:ln w="9525" cap="flat" cmpd="sng" algn="ctr">
            <a:solidFill>
              <a:srgbClr val="99DFF9"/>
            </a:solidFill>
            <a:prstDash val="solid"/>
          </a:ln>
          <a:effectLst/>
        </p:spPr>
        <p:txBody>
          <a:bodyPr rtlCol="0" anchor="ctr"/>
          <a:lstStyle/>
          <a:p>
            <a:pPr algn="ctr" defTabSz="914034" fontAlgn="t">
              <a:spcBef>
                <a:spcPct val="0"/>
              </a:spcBef>
              <a:spcAft>
                <a:spcPct val="0"/>
              </a:spcAft>
              <a:defRPr/>
            </a:pPr>
            <a:endParaRPr lang="zh-CN" altLang="en-US" sz="16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56" name="矩形 155"/>
          <p:cNvSpPr/>
          <p:nvPr/>
        </p:nvSpPr>
        <p:spPr>
          <a:xfrm>
            <a:off x="4050745" y="3718868"/>
            <a:ext cx="792148" cy="338554"/>
          </a:xfrm>
          <a:prstGeom prst="rect">
            <a:avLst/>
          </a:prstGeom>
        </p:spPr>
        <p:txBody>
          <a:bodyPr wrap="square">
            <a:spAutoFit/>
          </a:bodyPr>
          <a:lstStyle/>
          <a:p>
            <a:pPr algn="ctr"/>
            <a:r>
              <a:rPr lang="en-US" altLang="zh-CN" sz="1600" b="1" dirty="0">
                <a:latin typeface="Huawei Sans" panose="020C0503030203020204" pitchFamily="34" charset="0"/>
                <a:ea typeface="方正兰亭黑简体" panose="02000000000000000000" pitchFamily="2" charset="-122"/>
                <a:sym typeface="Huawei Sans" panose="020C0503030203020204" pitchFamily="34" charset="0"/>
              </a:rPr>
              <a:t>SW1</a:t>
            </a:r>
            <a:endParaRPr lang="zh-CN" altLang="en-US" sz="1600"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57" name="矩形 156"/>
          <p:cNvSpPr/>
          <p:nvPr/>
        </p:nvSpPr>
        <p:spPr>
          <a:xfrm>
            <a:off x="7517939" y="3718868"/>
            <a:ext cx="792148" cy="338554"/>
          </a:xfrm>
          <a:prstGeom prst="rect">
            <a:avLst/>
          </a:prstGeom>
        </p:spPr>
        <p:txBody>
          <a:bodyPr wrap="square">
            <a:spAutoFit/>
          </a:bodyPr>
          <a:lstStyle/>
          <a:p>
            <a:pPr algn="ctr"/>
            <a:r>
              <a:rPr lang="en-US" altLang="zh-CN" sz="1600" b="1" dirty="0">
                <a:latin typeface="Huawei Sans" panose="020C0503030203020204" pitchFamily="34" charset="0"/>
                <a:ea typeface="方正兰亭黑简体" panose="02000000000000000000" pitchFamily="2" charset="-122"/>
                <a:sym typeface="Huawei Sans" panose="020C0503030203020204" pitchFamily="34" charset="0"/>
              </a:rPr>
              <a:t>SW2</a:t>
            </a:r>
            <a:endParaRPr lang="zh-CN" altLang="en-US" sz="1600" b="1"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12" name="组合 11"/>
          <p:cNvGrpSpPr/>
          <p:nvPr/>
        </p:nvGrpSpPr>
        <p:grpSpPr>
          <a:xfrm>
            <a:off x="5227343" y="3909012"/>
            <a:ext cx="1780031" cy="1267685"/>
            <a:chOff x="6632552" y="2127803"/>
            <a:chExt cx="2078272" cy="1061607"/>
          </a:xfrm>
          <a:solidFill>
            <a:srgbClr val="F4FBFE"/>
          </a:solidFill>
        </p:grpSpPr>
        <p:sp>
          <p:nvSpPr>
            <p:cNvPr id="182" name="任意多边形: 形状 67">
              <a:extLst>
                <a:ext uri="{FF2B5EF4-FFF2-40B4-BE49-F238E27FC236}">
                  <a16:creationId xmlns="" xmlns:a16="http://schemas.microsoft.com/office/drawing/2014/main" id="{DDE7F5E3-EC99-4B98-9942-9CF564C3EC09}"/>
                </a:ext>
              </a:extLst>
            </p:cNvPr>
            <p:cNvSpPr/>
            <p:nvPr/>
          </p:nvSpPr>
          <p:spPr>
            <a:xfrm flipH="1">
              <a:off x="6632552" y="2127803"/>
              <a:ext cx="1978706" cy="1061607"/>
            </a:xfrm>
            <a:custGeom>
              <a:avLst/>
              <a:gdLst>
                <a:gd name="connsiteX0" fmla="*/ 0 w 1703698"/>
                <a:gd name="connsiteY0" fmla="*/ 0 h 627538"/>
                <a:gd name="connsiteX1" fmla="*/ 1572253 w 1703698"/>
                <a:gd name="connsiteY1" fmla="*/ 0 h 627538"/>
                <a:gd name="connsiteX2" fmla="*/ 1703698 w 1703698"/>
                <a:gd name="connsiteY2" fmla="*/ 313769 h 627538"/>
                <a:gd name="connsiteX3" fmla="*/ 1572253 w 1703698"/>
                <a:gd name="connsiteY3" fmla="*/ 627538 h 627538"/>
                <a:gd name="connsiteX4" fmla="*/ 1572249 w 1703698"/>
                <a:gd name="connsiteY4" fmla="*/ 627537 h 627538"/>
                <a:gd name="connsiteX5" fmla="*/ 0 w 1703698"/>
                <a:gd name="connsiteY5" fmla="*/ 627537 h 627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03698" h="627538">
                  <a:moveTo>
                    <a:pt x="0" y="0"/>
                  </a:moveTo>
                  <a:lnTo>
                    <a:pt x="1572253" y="0"/>
                  </a:lnTo>
                  <a:cubicBezTo>
                    <a:pt x="1644848" y="0"/>
                    <a:pt x="1703698" y="140479"/>
                    <a:pt x="1703698" y="313769"/>
                  </a:cubicBezTo>
                  <a:cubicBezTo>
                    <a:pt x="1703698" y="487059"/>
                    <a:pt x="1644848" y="627538"/>
                    <a:pt x="1572253" y="627538"/>
                  </a:cubicBezTo>
                  <a:lnTo>
                    <a:pt x="1572249" y="627537"/>
                  </a:lnTo>
                  <a:lnTo>
                    <a:pt x="0" y="627537"/>
                  </a:lnTo>
                  <a:close/>
                </a:path>
              </a:pathLst>
            </a:custGeom>
            <a:grpFill/>
            <a:ln w="12700">
              <a:solidFill>
                <a:srgbClr val="99DFF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83" name="椭圆 182">
              <a:extLst>
                <a:ext uri="{FF2B5EF4-FFF2-40B4-BE49-F238E27FC236}">
                  <a16:creationId xmlns="" xmlns:a16="http://schemas.microsoft.com/office/drawing/2014/main" id="{7EEDE773-BD04-46B5-ACD7-D793E0BC1578}"/>
                </a:ext>
              </a:extLst>
            </p:cNvPr>
            <p:cNvSpPr/>
            <p:nvPr/>
          </p:nvSpPr>
          <p:spPr>
            <a:xfrm>
              <a:off x="8511691" y="2127803"/>
              <a:ext cx="199133" cy="1061607"/>
            </a:xfrm>
            <a:prstGeom prst="ellipse">
              <a:avLst/>
            </a:prstGeom>
            <a:grpFill/>
            <a:ln w="12700">
              <a:solidFill>
                <a:srgbClr val="99DFF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grpSp>
      <p:cxnSp>
        <p:nvCxnSpPr>
          <p:cNvPr id="171" name="直接箭头连接符 170">
            <a:extLst>
              <a:ext uri="{FF2B5EF4-FFF2-40B4-BE49-F238E27FC236}">
                <a16:creationId xmlns="" xmlns:a16="http://schemas.microsoft.com/office/drawing/2014/main" id="{25FFCF9E-B77D-4002-8CAE-8C36C256A152}"/>
              </a:ext>
            </a:extLst>
          </p:cNvPr>
          <p:cNvCxnSpPr>
            <a:cxnSpLocks/>
          </p:cNvCxnSpPr>
          <p:nvPr/>
        </p:nvCxnSpPr>
        <p:spPr>
          <a:xfrm>
            <a:off x="5779973" y="4612601"/>
            <a:ext cx="691538" cy="0"/>
          </a:xfrm>
          <a:prstGeom prst="straightConnector1">
            <a:avLst/>
          </a:prstGeom>
          <a:noFill/>
          <a:ln w="25400" cap="flat" cmpd="sng" algn="ctr">
            <a:solidFill>
              <a:srgbClr val="00B0F0"/>
            </a:solidFill>
            <a:prstDash val="solid"/>
            <a:headEnd type="none" w="med" len="med"/>
            <a:tailEnd type="triangle" w="med" len="med"/>
          </a:ln>
          <a:effectLst>
            <a:outerShdw blurRad="152400" dist="38100" dir="5400000" algn="t" rotWithShape="0">
              <a:prstClr val="black">
                <a:alpha val="12000"/>
              </a:prstClr>
            </a:outerShdw>
          </a:effectLst>
        </p:spPr>
      </p:cxnSp>
      <p:cxnSp>
        <p:nvCxnSpPr>
          <p:cNvPr id="172" name="直接箭头连接符 171">
            <a:extLst>
              <a:ext uri="{FF2B5EF4-FFF2-40B4-BE49-F238E27FC236}">
                <a16:creationId xmlns="" xmlns:a16="http://schemas.microsoft.com/office/drawing/2014/main" id="{25FFCF9E-B77D-4002-8CAE-8C36C256A152}"/>
              </a:ext>
            </a:extLst>
          </p:cNvPr>
          <p:cNvCxnSpPr>
            <a:cxnSpLocks/>
          </p:cNvCxnSpPr>
          <p:nvPr/>
        </p:nvCxnSpPr>
        <p:spPr>
          <a:xfrm>
            <a:off x="5779973" y="4288853"/>
            <a:ext cx="691538" cy="0"/>
          </a:xfrm>
          <a:prstGeom prst="straightConnector1">
            <a:avLst/>
          </a:prstGeom>
          <a:noFill/>
          <a:ln w="25400" cap="flat" cmpd="sng" algn="ctr">
            <a:solidFill>
              <a:srgbClr val="00B0F0"/>
            </a:solidFill>
            <a:prstDash val="solid"/>
            <a:headEnd type="none" w="med" len="med"/>
            <a:tailEnd type="triangle" w="med" len="med"/>
          </a:ln>
          <a:effectLst>
            <a:outerShdw blurRad="152400" dist="38100" dir="5400000" algn="t" rotWithShape="0">
              <a:prstClr val="black">
                <a:alpha val="12000"/>
              </a:prstClr>
            </a:outerShdw>
          </a:effectLst>
        </p:spPr>
      </p:cxnSp>
      <p:cxnSp>
        <p:nvCxnSpPr>
          <p:cNvPr id="173" name="直接箭头连接符 172">
            <a:extLst>
              <a:ext uri="{FF2B5EF4-FFF2-40B4-BE49-F238E27FC236}">
                <a16:creationId xmlns="" xmlns:a16="http://schemas.microsoft.com/office/drawing/2014/main" id="{25FFCF9E-B77D-4002-8CAE-8C36C256A152}"/>
              </a:ext>
            </a:extLst>
          </p:cNvPr>
          <p:cNvCxnSpPr>
            <a:cxnSpLocks/>
          </p:cNvCxnSpPr>
          <p:nvPr/>
        </p:nvCxnSpPr>
        <p:spPr>
          <a:xfrm>
            <a:off x="5779973" y="4936348"/>
            <a:ext cx="691538" cy="0"/>
          </a:xfrm>
          <a:prstGeom prst="straightConnector1">
            <a:avLst/>
          </a:prstGeom>
          <a:noFill/>
          <a:ln w="25400" cap="flat" cmpd="sng" algn="ctr">
            <a:solidFill>
              <a:srgbClr val="00B0F0"/>
            </a:solidFill>
            <a:prstDash val="solid"/>
            <a:headEnd type="none" w="med" len="med"/>
            <a:tailEnd type="triangle" w="med" len="med"/>
          </a:ln>
          <a:effectLst>
            <a:outerShdw blurRad="152400" dist="38100" dir="5400000" algn="t" rotWithShape="0">
              <a:prstClr val="black">
                <a:alpha val="12000"/>
              </a:prstClr>
            </a:outerShdw>
          </a:effectLst>
        </p:spPr>
      </p:cxnSp>
      <p:sp>
        <p:nvSpPr>
          <p:cNvPr id="184" name="TextBox 120">
            <a:extLst>
              <a:ext uri="{FF2B5EF4-FFF2-40B4-BE49-F238E27FC236}">
                <a16:creationId xmlns="" xmlns:a16="http://schemas.microsoft.com/office/drawing/2014/main" id="{890033A1-CB2B-46C1-843C-A395BBB7F123}"/>
              </a:ext>
            </a:extLst>
          </p:cNvPr>
          <p:cNvSpPr txBox="1"/>
          <p:nvPr/>
        </p:nvSpPr>
        <p:spPr>
          <a:xfrm>
            <a:off x="5316189" y="5249620"/>
            <a:ext cx="1551528" cy="400110"/>
          </a:xfrm>
          <a:prstGeom prst="rect">
            <a:avLst/>
          </a:prstGeom>
          <a:noFill/>
        </p:spPr>
        <p:txBody>
          <a:bodyPr wrap="square" rtlCol="0" anchor="ctr">
            <a:spAutoFit/>
          </a:bodyPr>
          <a:lstStyle/>
          <a:p>
            <a:pPr algn="ctr"/>
            <a:r>
              <a:rPr lang="en-US" altLang="zh-CN" sz="2000" b="1" dirty="0">
                <a:latin typeface="Huawei Sans" panose="020C0503030203020204" pitchFamily="34" charset="0"/>
                <a:ea typeface="方正兰亭黑简体" panose="02000000000000000000" pitchFamily="2" charset="-122"/>
                <a:sym typeface="Huawei Sans" panose="020C0503030203020204" pitchFamily="34" charset="0"/>
              </a:rPr>
              <a:t>Eth-Trunk</a:t>
            </a:r>
            <a:endParaRPr lang="zh-CN" altLang="en-US" sz="2000" b="1"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72" name="组合 71"/>
          <p:cNvGrpSpPr/>
          <p:nvPr/>
        </p:nvGrpSpPr>
        <p:grpSpPr>
          <a:xfrm>
            <a:off x="2856000" y="3669520"/>
            <a:ext cx="853049" cy="2012760"/>
            <a:chOff x="3457608" y="2904334"/>
            <a:chExt cx="714375" cy="1685560"/>
          </a:xfrm>
        </p:grpSpPr>
        <p:sp>
          <p:nvSpPr>
            <p:cNvPr id="74" name="任意多边形 73"/>
            <p:cNvSpPr/>
            <p:nvPr/>
          </p:nvSpPr>
          <p:spPr>
            <a:xfrm>
              <a:off x="3457608" y="2904334"/>
              <a:ext cx="714375" cy="396000"/>
            </a:xfrm>
            <a:custGeom>
              <a:avLst/>
              <a:gdLst>
                <a:gd name="connsiteX0" fmla="*/ 0 w 714375"/>
                <a:gd name="connsiteY0" fmla="*/ 0 h 628650"/>
                <a:gd name="connsiteX1" fmla="*/ 200025 w 714375"/>
                <a:gd name="connsiteY1" fmla="*/ 504825 h 628650"/>
                <a:gd name="connsiteX2" fmla="*/ 714375 w 714375"/>
                <a:gd name="connsiteY2" fmla="*/ 628650 h 628650"/>
              </a:gdLst>
              <a:ahLst/>
              <a:cxnLst>
                <a:cxn ang="0">
                  <a:pos x="connsiteX0" y="connsiteY0"/>
                </a:cxn>
                <a:cxn ang="0">
                  <a:pos x="connsiteX1" y="connsiteY1"/>
                </a:cxn>
                <a:cxn ang="0">
                  <a:pos x="connsiteX2" y="connsiteY2"/>
                </a:cxn>
              </a:cxnLst>
              <a:rect l="l" t="t" r="r" b="b"/>
              <a:pathLst>
                <a:path w="714375" h="628650">
                  <a:moveTo>
                    <a:pt x="0" y="0"/>
                  </a:moveTo>
                  <a:cubicBezTo>
                    <a:pt x="40481" y="200025"/>
                    <a:pt x="80963" y="400050"/>
                    <a:pt x="200025" y="504825"/>
                  </a:cubicBezTo>
                  <a:cubicBezTo>
                    <a:pt x="319088" y="609600"/>
                    <a:pt x="625475" y="614362"/>
                    <a:pt x="714375" y="628650"/>
                  </a:cubicBezTo>
                </a:path>
              </a:pathLst>
            </a:custGeom>
            <a:noFill/>
            <a:ln w="25400" cap="flat" cmpd="sng" algn="ctr">
              <a:solidFill>
                <a:srgbClr val="00B0F0"/>
              </a:solidFill>
              <a:prstDash val="solid"/>
              <a:headEnd type="none" w="med" len="med"/>
              <a:tailEnd type="triangle" w="med" len="med"/>
            </a:ln>
            <a:effectLst>
              <a:outerShdw blurRad="152400" dist="38100" dir="5400000" algn="t" rotWithShape="0">
                <a:prstClr val="black">
                  <a:alpha val="12000"/>
                </a:prstClr>
              </a:outerShdw>
            </a:effectLst>
          </p:spPr>
          <p:txBody>
            <a:bodyPr rtlCol="0" anchor="ctr"/>
            <a:lstStyle/>
            <a:p>
              <a:pPr algn="ctr"/>
              <a:endParaRPr lang="zh-CN" altLang="en-US" sz="20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5" name="任意多边形 74"/>
            <p:cNvSpPr/>
            <p:nvPr/>
          </p:nvSpPr>
          <p:spPr>
            <a:xfrm flipV="1">
              <a:off x="3457608" y="4193894"/>
              <a:ext cx="714375" cy="396000"/>
            </a:xfrm>
            <a:custGeom>
              <a:avLst/>
              <a:gdLst>
                <a:gd name="connsiteX0" fmla="*/ 0 w 714375"/>
                <a:gd name="connsiteY0" fmla="*/ 0 h 628650"/>
                <a:gd name="connsiteX1" fmla="*/ 200025 w 714375"/>
                <a:gd name="connsiteY1" fmla="*/ 504825 h 628650"/>
                <a:gd name="connsiteX2" fmla="*/ 714375 w 714375"/>
                <a:gd name="connsiteY2" fmla="*/ 628650 h 628650"/>
              </a:gdLst>
              <a:ahLst/>
              <a:cxnLst>
                <a:cxn ang="0">
                  <a:pos x="connsiteX0" y="connsiteY0"/>
                </a:cxn>
                <a:cxn ang="0">
                  <a:pos x="connsiteX1" y="connsiteY1"/>
                </a:cxn>
                <a:cxn ang="0">
                  <a:pos x="connsiteX2" y="connsiteY2"/>
                </a:cxn>
              </a:cxnLst>
              <a:rect l="l" t="t" r="r" b="b"/>
              <a:pathLst>
                <a:path w="714375" h="628650">
                  <a:moveTo>
                    <a:pt x="0" y="0"/>
                  </a:moveTo>
                  <a:cubicBezTo>
                    <a:pt x="40481" y="200025"/>
                    <a:pt x="80963" y="400050"/>
                    <a:pt x="200025" y="504825"/>
                  </a:cubicBezTo>
                  <a:cubicBezTo>
                    <a:pt x="319088" y="609600"/>
                    <a:pt x="625475" y="614362"/>
                    <a:pt x="714375" y="628650"/>
                  </a:cubicBezTo>
                </a:path>
              </a:pathLst>
            </a:custGeom>
            <a:noFill/>
            <a:ln w="25400" cap="flat" cmpd="sng" algn="ctr">
              <a:solidFill>
                <a:srgbClr val="00B0F0"/>
              </a:solidFill>
              <a:prstDash val="solid"/>
              <a:headEnd type="none" w="med" len="med"/>
              <a:tailEnd type="triangle" w="med" len="med"/>
            </a:ln>
            <a:effectLst>
              <a:outerShdw blurRad="152400" dist="38100" dir="5400000" algn="t" rotWithShape="0">
                <a:prstClr val="black">
                  <a:alpha val="12000"/>
                </a:prstClr>
              </a:outerShdw>
            </a:effectLst>
          </p:spPr>
          <p:txBody>
            <a:bodyPr rtlCol="0" anchor="ctr"/>
            <a:lstStyle/>
            <a:p>
              <a:pPr algn="ctr"/>
              <a:endParaRPr lang="zh-CN" altLang="en-US" sz="200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76" name="直接箭头连接符 75"/>
            <p:cNvCxnSpPr/>
            <p:nvPr/>
          </p:nvCxnSpPr>
          <p:spPr>
            <a:xfrm>
              <a:off x="3490450" y="3896040"/>
              <a:ext cx="681533" cy="0"/>
            </a:xfrm>
            <a:prstGeom prst="straightConnector1">
              <a:avLst/>
            </a:prstGeom>
            <a:noFill/>
            <a:ln w="25400" cap="flat" cmpd="sng" algn="ctr">
              <a:solidFill>
                <a:srgbClr val="00B0F0"/>
              </a:solidFill>
              <a:prstDash val="solid"/>
              <a:headEnd type="none" w="med" len="med"/>
              <a:tailEnd type="triangle" w="med" len="med"/>
            </a:ln>
            <a:effectLst>
              <a:outerShdw blurRad="152400" dist="38100" dir="5400000" algn="t" rotWithShape="0">
                <a:prstClr val="black">
                  <a:alpha val="12000"/>
                </a:prstClr>
              </a:outerShdw>
            </a:effectLst>
          </p:spPr>
        </p:cxnSp>
        <p:cxnSp>
          <p:nvCxnSpPr>
            <p:cNvPr id="77" name="直接箭头连接符 76"/>
            <p:cNvCxnSpPr/>
            <p:nvPr/>
          </p:nvCxnSpPr>
          <p:spPr>
            <a:xfrm>
              <a:off x="3490450" y="3598187"/>
              <a:ext cx="681533" cy="0"/>
            </a:xfrm>
            <a:prstGeom prst="straightConnector1">
              <a:avLst/>
            </a:prstGeom>
            <a:noFill/>
            <a:ln w="25400" cap="flat" cmpd="sng" algn="ctr">
              <a:solidFill>
                <a:srgbClr val="00B0F0"/>
              </a:solidFill>
              <a:prstDash val="solid"/>
              <a:headEnd type="none" w="med" len="med"/>
              <a:tailEnd type="triangle" w="med" len="med"/>
            </a:ln>
            <a:effectLst>
              <a:outerShdw blurRad="152400" dist="38100" dir="5400000" algn="t" rotWithShape="0">
                <a:prstClr val="black">
                  <a:alpha val="12000"/>
                </a:prstClr>
              </a:outerShdw>
            </a:effectLst>
          </p:spPr>
        </p:cxnSp>
      </p:grpSp>
      <p:grpSp>
        <p:nvGrpSpPr>
          <p:cNvPr id="78" name="组合 77"/>
          <p:cNvGrpSpPr/>
          <p:nvPr/>
        </p:nvGrpSpPr>
        <p:grpSpPr>
          <a:xfrm>
            <a:off x="8516277" y="3760438"/>
            <a:ext cx="819723" cy="1830927"/>
            <a:chOff x="7751008" y="2848950"/>
            <a:chExt cx="686467" cy="1533287"/>
          </a:xfrm>
        </p:grpSpPr>
        <p:sp>
          <p:nvSpPr>
            <p:cNvPr id="80" name="任意多边形 79"/>
            <p:cNvSpPr/>
            <p:nvPr/>
          </p:nvSpPr>
          <p:spPr>
            <a:xfrm flipH="1">
              <a:off x="7753475" y="2848950"/>
              <a:ext cx="684000" cy="396000"/>
            </a:xfrm>
            <a:custGeom>
              <a:avLst/>
              <a:gdLst>
                <a:gd name="connsiteX0" fmla="*/ 0 w 714375"/>
                <a:gd name="connsiteY0" fmla="*/ 0 h 628650"/>
                <a:gd name="connsiteX1" fmla="*/ 200025 w 714375"/>
                <a:gd name="connsiteY1" fmla="*/ 504825 h 628650"/>
                <a:gd name="connsiteX2" fmla="*/ 714375 w 714375"/>
                <a:gd name="connsiteY2" fmla="*/ 628650 h 628650"/>
              </a:gdLst>
              <a:ahLst/>
              <a:cxnLst>
                <a:cxn ang="0">
                  <a:pos x="connsiteX0" y="connsiteY0"/>
                </a:cxn>
                <a:cxn ang="0">
                  <a:pos x="connsiteX1" y="connsiteY1"/>
                </a:cxn>
                <a:cxn ang="0">
                  <a:pos x="connsiteX2" y="connsiteY2"/>
                </a:cxn>
              </a:cxnLst>
              <a:rect l="l" t="t" r="r" b="b"/>
              <a:pathLst>
                <a:path w="714375" h="628650">
                  <a:moveTo>
                    <a:pt x="0" y="0"/>
                  </a:moveTo>
                  <a:cubicBezTo>
                    <a:pt x="40481" y="200025"/>
                    <a:pt x="80963" y="400050"/>
                    <a:pt x="200025" y="504825"/>
                  </a:cubicBezTo>
                  <a:cubicBezTo>
                    <a:pt x="319088" y="609600"/>
                    <a:pt x="625475" y="614362"/>
                    <a:pt x="714375" y="628650"/>
                  </a:cubicBezTo>
                </a:path>
              </a:pathLst>
            </a:custGeom>
            <a:noFill/>
            <a:ln w="25400" cap="flat" cmpd="sng" algn="ctr">
              <a:solidFill>
                <a:srgbClr val="00B0F0"/>
              </a:solidFill>
              <a:prstDash val="solid"/>
              <a:headEnd type="arrow" w="med" len="med"/>
              <a:tailEnd type="none" w="med" len="med"/>
            </a:ln>
            <a:effectLst>
              <a:outerShdw blurRad="152400" dist="38100" dir="5400000" algn="t" rotWithShape="0">
                <a:prstClr val="black">
                  <a:alpha val="12000"/>
                </a:prstClr>
              </a:outerShdw>
            </a:effectLst>
          </p:spPr>
          <p:txBody>
            <a:bodyPr rtlCol="0" anchor="ctr"/>
            <a:lstStyle/>
            <a:p>
              <a:pPr algn="ctr"/>
              <a:endParaRPr lang="zh-CN" altLang="en-US" sz="20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2" name="任意多边形 81"/>
            <p:cNvSpPr/>
            <p:nvPr/>
          </p:nvSpPr>
          <p:spPr>
            <a:xfrm flipH="1" flipV="1">
              <a:off x="7751008" y="3986237"/>
              <a:ext cx="684000" cy="396000"/>
            </a:xfrm>
            <a:custGeom>
              <a:avLst/>
              <a:gdLst>
                <a:gd name="connsiteX0" fmla="*/ 0 w 714375"/>
                <a:gd name="connsiteY0" fmla="*/ 0 h 628650"/>
                <a:gd name="connsiteX1" fmla="*/ 200025 w 714375"/>
                <a:gd name="connsiteY1" fmla="*/ 504825 h 628650"/>
                <a:gd name="connsiteX2" fmla="*/ 714375 w 714375"/>
                <a:gd name="connsiteY2" fmla="*/ 628650 h 628650"/>
              </a:gdLst>
              <a:ahLst/>
              <a:cxnLst>
                <a:cxn ang="0">
                  <a:pos x="connsiteX0" y="connsiteY0"/>
                </a:cxn>
                <a:cxn ang="0">
                  <a:pos x="connsiteX1" y="connsiteY1"/>
                </a:cxn>
                <a:cxn ang="0">
                  <a:pos x="connsiteX2" y="connsiteY2"/>
                </a:cxn>
              </a:cxnLst>
              <a:rect l="l" t="t" r="r" b="b"/>
              <a:pathLst>
                <a:path w="714375" h="628650">
                  <a:moveTo>
                    <a:pt x="0" y="0"/>
                  </a:moveTo>
                  <a:cubicBezTo>
                    <a:pt x="40481" y="200025"/>
                    <a:pt x="80963" y="400050"/>
                    <a:pt x="200025" y="504825"/>
                  </a:cubicBezTo>
                  <a:cubicBezTo>
                    <a:pt x="319088" y="609600"/>
                    <a:pt x="625475" y="614362"/>
                    <a:pt x="714375" y="628650"/>
                  </a:cubicBezTo>
                </a:path>
              </a:pathLst>
            </a:custGeom>
            <a:noFill/>
            <a:ln w="25400" cap="flat" cmpd="sng" algn="ctr">
              <a:solidFill>
                <a:srgbClr val="00B0F0"/>
              </a:solidFill>
              <a:prstDash val="solid"/>
              <a:headEnd type="arrow" w="med" len="med"/>
              <a:tailEnd type="none" w="med" len="med"/>
            </a:ln>
            <a:effectLst>
              <a:outerShdw blurRad="152400" dist="38100" dir="5400000" algn="t" rotWithShape="0">
                <a:prstClr val="black">
                  <a:alpha val="12000"/>
                </a:prstClr>
              </a:outerShdw>
            </a:effectLst>
          </p:spPr>
          <p:txBody>
            <a:bodyPr rtlCol="0" anchor="ctr"/>
            <a:lstStyle/>
            <a:p>
              <a:pPr algn="ctr"/>
              <a:endParaRPr lang="zh-CN" altLang="en-US" sz="200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83" name="直接箭头连接符 82"/>
            <p:cNvCxnSpPr/>
            <p:nvPr/>
          </p:nvCxnSpPr>
          <p:spPr>
            <a:xfrm>
              <a:off x="7753475" y="3685583"/>
              <a:ext cx="681533" cy="0"/>
            </a:xfrm>
            <a:prstGeom prst="straightConnector1">
              <a:avLst/>
            </a:prstGeom>
            <a:noFill/>
            <a:ln w="25400" cap="flat" cmpd="sng" algn="ctr">
              <a:solidFill>
                <a:srgbClr val="00B0F0"/>
              </a:solidFill>
              <a:prstDash val="solid"/>
              <a:headEnd type="none" w="med" len="med"/>
              <a:tailEnd type="triangle" w="med" len="med"/>
            </a:ln>
            <a:effectLst>
              <a:outerShdw blurRad="152400" dist="38100" dir="5400000" algn="t" rotWithShape="0">
                <a:prstClr val="black">
                  <a:alpha val="12000"/>
                </a:prstClr>
              </a:outerShdw>
            </a:effectLst>
          </p:spPr>
        </p:cxnSp>
        <p:cxnSp>
          <p:nvCxnSpPr>
            <p:cNvPr id="84" name="直接箭头连接符 83"/>
            <p:cNvCxnSpPr/>
            <p:nvPr/>
          </p:nvCxnSpPr>
          <p:spPr>
            <a:xfrm>
              <a:off x="7753475" y="3465266"/>
              <a:ext cx="681533" cy="0"/>
            </a:xfrm>
            <a:prstGeom prst="straightConnector1">
              <a:avLst/>
            </a:prstGeom>
            <a:noFill/>
            <a:ln w="25400" cap="flat" cmpd="sng" algn="ctr">
              <a:solidFill>
                <a:srgbClr val="00B0F0"/>
              </a:solidFill>
              <a:prstDash val="solid"/>
              <a:headEnd type="none" w="med" len="med"/>
              <a:tailEnd type="triangle" w="med" len="med"/>
            </a:ln>
            <a:effectLst>
              <a:outerShdw blurRad="152400" dist="38100" dir="5400000" algn="t" rotWithShape="0">
                <a:prstClr val="black">
                  <a:alpha val="12000"/>
                </a:prstClr>
              </a:outerShdw>
            </a:effectLst>
          </p:spPr>
        </p:cxnSp>
      </p:grpSp>
      <p:sp>
        <p:nvSpPr>
          <p:cNvPr id="162" name="椭圆 161">
            <a:extLst>
              <a:ext uri="{FF2B5EF4-FFF2-40B4-BE49-F238E27FC236}">
                <a16:creationId xmlns="" xmlns:a16="http://schemas.microsoft.com/office/drawing/2014/main" id="{7DBB15C3-7119-4BF5-AC36-6F6AFF9EB213}"/>
              </a:ext>
            </a:extLst>
          </p:cNvPr>
          <p:cNvSpPr/>
          <p:nvPr/>
        </p:nvSpPr>
        <p:spPr>
          <a:xfrm>
            <a:off x="4807638" y="3909011"/>
            <a:ext cx="257930" cy="257930"/>
          </a:xfrm>
          <a:prstGeom prst="ellipse">
            <a:avLst/>
          </a:prstGeom>
          <a:solidFill>
            <a:srgbClr val="8CCAA1"/>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F</a:t>
            </a:r>
            <a:endParaRPr lang="zh-CN" altLang="en-US" sz="14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65" name="椭圆 164">
            <a:extLst>
              <a:ext uri="{FF2B5EF4-FFF2-40B4-BE49-F238E27FC236}">
                <a16:creationId xmlns="" xmlns:a16="http://schemas.microsoft.com/office/drawing/2014/main" id="{7DBB15C3-7119-4BF5-AC36-6F6AFF9EB213}"/>
              </a:ext>
            </a:extLst>
          </p:cNvPr>
          <p:cNvSpPr/>
          <p:nvPr/>
        </p:nvSpPr>
        <p:spPr>
          <a:xfrm>
            <a:off x="7279925" y="3909011"/>
            <a:ext cx="257930" cy="257930"/>
          </a:xfrm>
          <a:prstGeom prst="ellipse">
            <a:avLst/>
          </a:prstGeom>
          <a:solidFill>
            <a:srgbClr val="8CCAA1"/>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F</a:t>
            </a:r>
            <a:endParaRPr lang="zh-CN" altLang="en-US" sz="14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85" name="直接连接符 84"/>
          <p:cNvCxnSpPr>
            <a:stCxn id="165" idx="2"/>
            <a:endCxn id="162" idx="6"/>
          </p:cNvCxnSpPr>
          <p:nvPr/>
        </p:nvCxnSpPr>
        <p:spPr bwMode="auto">
          <a:xfrm flipH="1">
            <a:off x="5065569" y="4037976"/>
            <a:ext cx="2214357" cy="0"/>
          </a:xfrm>
          <a:prstGeom prst="line">
            <a:avLst/>
          </a:prstGeom>
          <a:solidFill>
            <a:schemeClr val="accent1"/>
          </a:solidFill>
          <a:ln w="19050" cap="flat" cmpd="sng" algn="ctr">
            <a:solidFill>
              <a:schemeClr val="tx1"/>
            </a:solidFill>
            <a:prstDash val="solid"/>
            <a:round/>
            <a:headEnd type="none" w="med" len="med"/>
            <a:tailEnd type="none" w="med" len="med"/>
          </a:ln>
          <a:effectLst/>
        </p:spPr>
      </p:cxnSp>
      <p:sp>
        <p:nvSpPr>
          <p:cNvPr id="88" name="椭圆 87">
            <a:extLst>
              <a:ext uri="{FF2B5EF4-FFF2-40B4-BE49-F238E27FC236}">
                <a16:creationId xmlns="" xmlns:a16="http://schemas.microsoft.com/office/drawing/2014/main" id="{7DBB15C3-7119-4BF5-AC36-6F6AFF9EB213}"/>
              </a:ext>
            </a:extLst>
          </p:cNvPr>
          <p:cNvSpPr/>
          <p:nvPr/>
        </p:nvSpPr>
        <p:spPr>
          <a:xfrm>
            <a:off x="4807638" y="4269183"/>
            <a:ext cx="257930" cy="257930"/>
          </a:xfrm>
          <a:prstGeom prst="ellipse">
            <a:avLst/>
          </a:prstGeom>
          <a:solidFill>
            <a:srgbClr val="8CCAA1"/>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F</a:t>
            </a:r>
            <a:endParaRPr lang="zh-CN" altLang="en-US" sz="14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2" name="椭圆 91">
            <a:extLst>
              <a:ext uri="{FF2B5EF4-FFF2-40B4-BE49-F238E27FC236}">
                <a16:creationId xmlns="" xmlns:a16="http://schemas.microsoft.com/office/drawing/2014/main" id="{7DBB15C3-7119-4BF5-AC36-6F6AFF9EB213}"/>
              </a:ext>
            </a:extLst>
          </p:cNvPr>
          <p:cNvSpPr/>
          <p:nvPr/>
        </p:nvSpPr>
        <p:spPr>
          <a:xfrm>
            <a:off x="7279925" y="4269183"/>
            <a:ext cx="257930" cy="257930"/>
          </a:xfrm>
          <a:prstGeom prst="ellipse">
            <a:avLst/>
          </a:prstGeom>
          <a:solidFill>
            <a:srgbClr val="8CCAA1"/>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b="1" smtClea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F</a:t>
            </a:r>
            <a:endParaRPr lang="zh-CN" altLang="en-US" sz="14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93" name="直接连接符 92"/>
          <p:cNvCxnSpPr>
            <a:stCxn id="92" idx="2"/>
            <a:endCxn id="88" idx="6"/>
          </p:cNvCxnSpPr>
          <p:nvPr/>
        </p:nvCxnSpPr>
        <p:spPr bwMode="auto">
          <a:xfrm flipH="1">
            <a:off x="5065569" y="4398148"/>
            <a:ext cx="2214357" cy="0"/>
          </a:xfrm>
          <a:prstGeom prst="line">
            <a:avLst/>
          </a:prstGeom>
          <a:solidFill>
            <a:schemeClr val="accent1"/>
          </a:solidFill>
          <a:ln w="19050" cap="flat" cmpd="sng" algn="ctr">
            <a:solidFill>
              <a:schemeClr val="tx1"/>
            </a:solidFill>
            <a:prstDash val="solid"/>
            <a:round/>
            <a:headEnd type="none" w="med" len="med"/>
            <a:tailEnd type="none" w="med" len="med"/>
          </a:ln>
          <a:effectLst/>
        </p:spPr>
      </p:cxnSp>
      <p:sp>
        <p:nvSpPr>
          <p:cNvPr id="95" name="椭圆 94">
            <a:extLst>
              <a:ext uri="{FF2B5EF4-FFF2-40B4-BE49-F238E27FC236}">
                <a16:creationId xmlns="" xmlns:a16="http://schemas.microsoft.com/office/drawing/2014/main" id="{7DBB15C3-7119-4BF5-AC36-6F6AFF9EB213}"/>
              </a:ext>
            </a:extLst>
          </p:cNvPr>
          <p:cNvSpPr/>
          <p:nvPr/>
        </p:nvSpPr>
        <p:spPr>
          <a:xfrm>
            <a:off x="4807638" y="4629355"/>
            <a:ext cx="257930" cy="257930"/>
          </a:xfrm>
          <a:prstGeom prst="ellipse">
            <a:avLst/>
          </a:prstGeom>
          <a:solidFill>
            <a:srgbClr val="8CCAA1"/>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b="1" smtClea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F</a:t>
            </a:r>
            <a:endParaRPr lang="zh-CN" altLang="en-US" sz="14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6" name="椭圆 95">
            <a:extLst>
              <a:ext uri="{FF2B5EF4-FFF2-40B4-BE49-F238E27FC236}">
                <a16:creationId xmlns="" xmlns:a16="http://schemas.microsoft.com/office/drawing/2014/main" id="{7DBB15C3-7119-4BF5-AC36-6F6AFF9EB213}"/>
              </a:ext>
            </a:extLst>
          </p:cNvPr>
          <p:cNvSpPr/>
          <p:nvPr/>
        </p:nvSpPr>
        <p:spPr>
          <a:xfrm>
            <a:off x="7279925" y="4629355"/>
            <a:ext cx="257930" cy="257930"/>
          </a:xfrm>
          <a:prstGeom prst="ellipse">
            <a:avLst/>
          </a:prstGeom>
          <a:solidFill>
            <a:srgbClr val="8CCAA1"/>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F</a:t>
            </a:r>
            <a:endParaRPr lang="zh-CN" altLang="en-US" sz="14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97" name="直接连接符 96"/>
          <p:cNvCxnSpPr>
            <a:stCxn id="96" idx="2"/>
            <a:endCxn id="95" idx="6"/>
          </p:cNvCxnSpPr>
          <p:nvPr/>
        </p:nvCxnSpPr>
        <p:spPr bwMode="auto">
          <a:xfrm flipH="1">
            <a:off x="5065569" y="4758321"/>
            <a:ext cx="2214357" cy="0"/>
          </a:xfrm>
          <a:prstGeom prst="line">
            <a:avLst/>
          </a:prstGeom>
          <a:solidFill>
            <a:schemeClr val="accent1"/>
          </a:solidFill>
          <a:ln w="19050" cap="flat" cmpd="sng" algn="ctr">
            <a:solidFill>
              <a:schemeClr val="tx1"/>
            </a:solidFill>
            <a:prstDash val="solid"/>
            <a:round/>
            <a:headEnd type="none" w="med" len="med"/>
            <a:tailEnd type="none" w="med" len="med"/>
          </a:ln>
          <a:effectLst/>
        </p:spPr>
      </p:cxnSp>
      <p:sp>
        <p:nvSpPr>
          <p:cNvPr id="111" name="椭圆 110">
            <a:extLst>
              <a:ext uri="{FF2B5EF4-FFF2-40B4-BE49-F238E27FC236}">
                <a16:creationId xmlns="" xmlns:a16="http://schemas.microsoft.com/office/drawing/2014/main" id="{7DBB15C3-7119-4BF5-AC36-6F6AFF9EB213}"/>
              </a:ext>
            </a:extLst>
          </p:cNvPr>
          <p:cNvSpPr/>
          <p:nvPr/>
        </p:nvSpPr>
        <p:spPr>
          <a:xfrm>
            <a:off x="4807638" y="4989529"/>
            <a:ext cx="257930" cy="257930"/>
          </a:xfrm>
          <a:prstGeom prst="ellipse">
            <a:avLst/>
          </a:prstGeom>
          <a:solidFill>
            <a:srgbClr val="8CCAA1"/>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F</a:t>
            </a:r>
            <a:endParaRPr lang="zh-CN" altLang="en-US" sz="14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2" name="椭圆 111">
            <a:extLst>
              <a:ext uri="{FF2B5EF4-FFF2-40B4-BE49-F238E27FC236}">
                <a16:creationId xmlns="" xmlns:a16="http://schemas.microsoft.com/office/drawing/2014/main" id="{7DBB15C3-7119-4BF5-AC36-6F6AFF9EB213}"/>
              </a:ext>
            </a:extLst>
          </p:cNvPr>
          <p:cNvSpPr/>
          <p:nvPr/>
        </p:nvSpPr>
        <p:spPr>
          <a:xfrm>
            <a:off x="7279925" y="4989529"/>
            <a:ext cx="257930" cy="257930"/>
          </a:xfrm>
          <a:prstGeom prst="ellipse">
            <a:avLst/>
          </a:prstGeom>
          <a:solidFill>
            <a:srgbClr val="8CCAA1"/>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F</a:t>
            </a:r>
            <a:endParaRPr lang="zh-CN" altLang="en-US" sz="14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113" name="直接连接符 112"/>
          <p:cNvCxnSpPr>
            <a:stCxn id="112" idx="2"/>
            <a:endCxn id="111" idx="6"/>
          </p:cNvCxnSpPr>
          <p:nvPr/>
        </p:nvCxnSpPr>
        <p:spPr bwMode="auto">
          <a:xfrm flipH="1">
            <a:off x="5065569" y="5118494"/>
            <a:ext cx="2214357" cy="0"/>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114" name="直接箭头连接符 113">
            <a:extLst>
              <a:ext uri="{FF2B5EF4-FFF2-40B4-BE49-F238E27FC236}">
                <a16:creationId xmlns="" xmlns:a16="http://schemas.microsoft.com/office/drawing/2014/main" id="{25FFCF9E-B77D-4002-8CAE-8C36C256A152}"/>
              </a:ext>
            </a:extLst>
          </p:cNvPr>
          <p:cNvCxnSpPr>
            <a:cxnSpLocks/>
          </p:cNvCxnSpPr>
          <p:nvPr/>
        </p:nvCxnSpPr>
        <p:spPr>
          <a:xfrm>
            <a:off x="5779973" y="3965105"/>
            <a:ext cx="691538" cy="0"/>
          </a:xfrm>
          <a:prstGeom prst="straightConnector1">
            <a:avLst/>
          </a:prstGeom>
          <a:noFill/>
          <a:ln w="25400" cap="flat" cmpd="sng" algn="ctr">
            <a:solidFill>
              <a:srgbClr val="00B0F0"/>
            </a:solidFill>
            <a:prstDash val="solid"/>
            <a:headEnd type="none" w="med" len="med"/>
            <a:tailEnd type="triangle" w="med" len="med"/>
          </a:ln>
          <a:effectLst>
            <a:outerShdw blurRad="152400" dist="38100" dir="5400000" algn="t" rotWithShape="0">
              <a:prstClr val="black">
                <a:alpha val="12000"/>
              </a:prstClr>
            </a:outerShdw>
          </a:effectLst>
        </p:spPr>
      </p:cxnSp>
      <p:sp>
        <p:nvSpPr>
          <p:cNvPr id="43" name="椭圆 42">
            <a:extLst>
              <a:ext uri="{FF2B5EF4-FFF2-40B4-BE49-F238E27FC236}">
                <a16:creationId xmlns="" xmlns:a16="http://schemas.microsoft.com/office/drawing/2014/main" id="{7DBB15C3-7119-4BF5-AC36-6F6AFF9EB213}"/>
              </a:ext>
            </a:extLst>
          </p:cNvPr>
          <p:cNvSpPr/>
          <p:nvPr/>
        </p:nvSpPr>
        <p:spPr>
          <a:xfrm>
            <a:off x="2912419" y="2605864"/>
            <a:ext cx="281068" cy="281068"/>
          </a:xfrm>
          <a:prstGeom prst="ellipse">
            <a:avLst/>
          </a:prstGeom>
          <a:solidFill>
            <a:srgbClr val="8CCAA1"/>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F</a:t>
            </a:r>
            <a:endParaRPr lang="zh-CN" altLang="en-US" sz="14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4" name="TextBox 120">
            <a:extLst>
              <a:ext uri="{FF2B5EF4-FFF2-40B4-BE49-F238E27FC236}">
                <a16:creationId xmlns="" xmlns:a16="http://schemas.microsoft.com/office/drawing/2014/main" id="{80742BB8-DAF7-4E24-BB0B-9F7C1C0F7EBA}"/>
              </a:ext>
            </a:extLst>
          </p:cNvPr>
          <p:cNvSpPr txBox="1"/>
          <p:nvPr/>
        </p:nvSpPr>
        <p:spPr>
          <a:xfrm>
            <a:off x="3282524" y="2571407"/>
            <a:ext cx="1992558" cy="338553"/>
          </a:xfrm>
          <a:prstGeom prst="rect">
            <a:avLst/>
          </a:prstGeom>
          <a:noFill/>
        </p:spPr>
        <p:txBody>
          <a:bodyPr wrap="square" rtlCol="0">
            <a:spAutoFit/>
          </a:bodyPr>
          <a:lstStyle/>
          <a:p>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转发流量的接口</a:t>
            </a:r>
          </a:p>
        </p:txBody>
      </p:sp>
    </p:spTree>
    <p:extLst>
      <p:ext uri="{BB962C8B-B14F-4D97-AF65-F5344CB8AC3E}">
        <p14:creationId xmlns:p14="http://schemas.microsoft.com/office/powerpoint/2010/main" val="3006570786"/>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sym typeface="Huawei Sans" panose="020C0503030203020204" pitchFamily="34" charset="0"/>
              </a:rPr>
              <a:t>链路聚合基本术语</a:t>
            </a:r>
            <a:r>
              <a:rPr lang="en-US" altLang="zh-CN" smtClean="0">
                <a:sym typeface="Huawei Sans" panose="020C0503030203020204" pitchFamily="34" charset="0"/>
              </a:rPr>
              <a:t>/</a:t>
            </a:r>
            <a:r>
              <a:rPr lang="zh-CN" altLang="en-US" smtClean="0">
                <a:sym typeface="Huawei Sans" panose="020C0503030203020204" pitchFamily="34" charset="0"/>
              </a:rPr>
              <a:t>概念</a:t>
            </a:r>
            <a:endParaRPr lang="zh-CN" altLang="en-US" dirty="0">
              <a:sym typeface="Huawei Sans" panose="020C0503030203020204" pitchFamily="34" charset="0"/>
            </a:endParaRPr>
          </a:p>
        </p:txBody>
      </p:sp>
      <p:sp>
        <p:nvSpPr>
          <p:cNvPr id="68" name="文本占位符 3"/>
          <p:cNvSpPr txBox="1">
            <a:spLocks/>
          </p:cNvSpPr>
          <p:nvPr/>
        </p:nvSpPr>
        <p:spPr bwMode="auto">
          <a:xfrm>
            <a:off x="5710872" y="1771228"/>
            <a:ext cx="6030456" cy="4256418"/>
          </a:xfrm>
          <a:prstGeom prst="rect">
            <a:avLst/>
          </a:prstGeom>
          <a:noFill/>
          <a:ln w="9525">
            <a:noFill/>
            <a:miter lim="800000"/>
            <a:headEnd/>
            <a:tailEnd/>
          </a:ln>
        </p:spPr>
        <p:txBody>
          <a:bodyPr vert="horz" wrap="square" lIns="80110" tIns="40055" rIns="80110" bIns="40055" numCol="1" anchor="t" anchorCtr="0" compatLnSpc="1">
            <a:prstTxWarp prst="textNoShape">
              <a:avLst/>
            </a:prstTxWarp>
          </a:bodyPr>
          <a:lstStyle>
            <a:lvl1pPr marL="301625" indent="-301625" algn="just" defTabSz="801688" rtl="0" eaLnBrk="1" fontAlgn="ctr" latinLnBrk="0" hangingPunct="1">
              <a:lnSpc>
                <a:spcPct val="140000"/>
              </a:lnSpc>
              <a:spcBef>
                <a:spcPct val="30000"/>
              </a:spcBef>
              <a:spcAft>
                <a:spcPct val="0"/>
              </a:spcAft>
              <a:buClr>
                <a:schemeClr val="bg1">
                  <a:lumMod val="50000"/>
                </a:schemeClr>
              </a:buClr>
              <a:buSzPct val="60000"/>
              <a:buFont typeface="Wingdings" pitchFamily="2" charset="2"/>
              <a:buChar char="l"/>
              <a:defRPr sz="2200">
                <a:solidFill>
                  <a:schemeClr val="tx1"/>
                </a:solidFill>
                <a:latin typeface="+mn-ea"/>
                <a:ea typeface="+mn-ea"/>
                <a:cs typeface="Arial" panose="020B0604020202020204" pitchFamily="34" charset="0"/>
              </a:defRPr>
            </a:lvl1pPr>
            <a:lvl2pPr marL="654050" indent="-252413" algn="l" defTabSz="801688" rtl="0" eaLnBrk="1" fontAlgn="ctr" hangingPunct="1">
              <a:lnSpc>
                <a:spcPct val="140000"/>
              </a:lnSpc>
              <a:spcBef>
                <a:spcPct val="30000"/>
              </a:spcBef>
              <a:spcAft>
                <a:spcPct val="0"/>
              </a:spcAft>
              <a:buClr>
                <a:schemeClr val="tx1"/>
              </a:buClr>
              <a:buSzPct val="50000"/>
              <a:buFont typeface="Wingdings" pitchFamily="2" charset="2"/>
              <a:buChar char="p"/>
              <a:defRPr sz="2000">
                <a:solidFill>
                  <a:schemeClr val="tx1"/>
                </a:solidFill>
                <a:latin typeface="+mn-lt"/>
                <a:ea typeface="+mn-ea"/>
              </a:defRPr>
            </a:lvl2pPr>
            <a:lvl3pPr marL="1003300" indent="-201613" algn="l" defTabSz="801688" rtl="0" eaLnBrk="1" fontAlgn="ctr" hangingPunct="1">
              <a:lnSpc>
                <a:spcPct val="140000"/>
              </a:lnSpc>
              <a:spcBef>
                <a:spcPct val="30000"/>
              </a:spcBef>
              <a:spcAft>
                <a:spcPct val="0"/>
              </a:spcAft>
              <a:buSzPct val="50000"/>
              <a:buFont typeface="Wingdings" pitchFamily="2" charset="2"/>
              <a:buChar char="n"/>
              <a:defRPr>
                <a:solidFill>
                  <a:schemeClr val="tx1"/>
                </a:solidFill>
                <a:latin typeface="FrutigerNext LT Light" pitchFamily="34" charset="0"/>
                <a:ea typeface="+mn-ea"/>
              </a:defRPr>
            </a:lvl3pPr>
            <a:lvl4pPr marL="1400175" indent="-198438" algn="l" defTabSz="801688" rtl="0" eaLnBrk="1" fontAlgn="ctr" hangingPunct="1">
              <a:lnSpc>
                <a:spcPct val="140000"/>
              </a:lnSpc>
              <a:spcBef>
                <a:spcPct val="30000"/>
              </a:spcBef>
              <a:spcAft>
                <a:spcPct val="0"/>
              </a:spcAft>
              <a:buChar char="–"/>
              <a:defRPr sz="1600">
                <a:solidFill>
                  <a:schemeClr val="tx1"/>
                </a:solidFill>
                <a:latin typeface="+mj-lt"/>
                <a:ea typeface="+mn-ea"/>
              </a:defRPr>
            </a:lvl4pPr>
            <a:lvl5pPr marL="1801813" indent="-201613" algn="l" defTabSz="801688" rtl="0" eaLnBrk="1" fontAlgn="ctr" hangingPunct="1">
              <a:lnSpc>
                <a:spcPct val="140000"/>
              </a:lnSpc>
              <a:spcBef>
                <a:spcPct val="30000"/>
              </a:spcBef>
              <a:spcAft>
                <a:spcPct val="0"/>
              </a:spcAft>
              <a:buFont typeface="FrutigerNext LT Medium" pitchFamily="34" charset="0"/>
              <a:buChar char="~"/>
              <a:defRPr sz="1600">
                <a:solidFill>
                  <a:schemeClr val="tx1"/>
                </a:solidFill>
                <a:latin typeface="+mj-lt"/>
                <a:ea typeface="+mn-ea"/>
              </a:defRPr>
            </a:lvl5pPr>
            <a:lvl6pPr marL="2259013" indent="-201613" algn="l" defTabSz="801688" rtl="0" fontAlgn="ctr">
              <a:lnSpc>
                <a:spcPct val="140000"/>
              </a:lnSpc>
              <a:spcBef>
                <a:spcPct val="30000"/>
              </a:spcBef>
              <a:spcAft>
                <a:spcPct val="0"/>
              </a:spcAft>
              <a:buFont typeface="FrutigerNext LT Medium" pitchFamily="34" charset="0"/>
              <a:buChar char="~"/>
              <a:defRPr sz="1600">
                <a:solidFill>
                  <a:schemeClr val="tx1"/>
                </a:solidFill>
                <a:latin typeface="+mj-lt"/>
                <a:ea typeface="+mn-ea"/>
              </a:defRPr>
            </a:lvl6pPr>
            <a:lvl7pPr marL="2716213" indent="-201613" algn="l" defTabSz="801688" rtl="0" fontAlgn="base">
              <a:lnSpc>
                <a:spcPct val="140000"/>
              </a:lnSpc>
              <a:spcBef>
                <a:spcPct val="30000"/>
              </a:spcBef>
              <a:spcAft>
                <a:spcPct val="0"/>
              </a:spcAft>
              <a:buFont typeface="FrutigerNext LT Medium" pitchFamily="34" charset="0"/>
              <a:buChar char="~"/>
              <a:defRPr sz="1600">
                <a:solidFill>
                  <a:schemeClr val="tx1"/>
                </a:solidFill>
                <a:latin typeface="+mj-lt"/>
                <a:ea typeface="+mn-ea"/>
              </a:defRPr>
            </a:lvl7pPr>
            <a:lvl8pPr marL="3173413" indent="-201613" algn="l" defTabSz="801688" rtl="0" fontAlgn="base">
              <a:lnSpc>
                <a:spcPct val="140000"/>
              </a:lnSpc>
              <a:spcBef>
                <a:spcPct val="30000"/>
              </a:spcBef>
              <a:spcAft>
                <a:spcPct val="0"/>
              </a:spcAft>
              <a:buFont typeface="FrutigerNext LT Medium" pitchFamily="34" charset="0"/>
              <a:buChar char="~"/>
              <a:defRPr sz="1600">
                <a:solidFill>
                  <a:schemeClr val="tx1"/>
                </a:solidFill>
                <a:latin typeface="+mj-lt"/>
                <a:ea typeface="+mn-ea"/>
              </a:defRPr>
            </a:lvl8pPr>
            <a:lvl9pPr marL="3630613" indent="-201613" algn="l" defTabSz="801688" rtl="0" fontAlgn="base">
              <a:lnSpc>
                <a:spcPct val="140000"/>
              </a:lnSpc>
              <a:spcBef>
                <a:spcPct val="30000"/>
              </a:spcBef>
              <a:spcAft>
                <a:spcPct val="0"/>
              </a:spcAft>
              <a:buFont typeface="FrutigerNext LT Medium" pitchFamily="34" charset="0"/>
              <a:buChar char="~"/>
              <a:defRPr sz="1600">
                <a:solidFill>
                  <a:schemeClr val="tx1"/>
                </a:solidFill>
                <a:latin typeface="+mj-lt"/>
                <a:ea typeface="+mn-ea"/>
              </a:defRPr>
            </a:lvl9pPr>
          </a:lstStyle>
          <a:p>
            <a:pPr algn="l">
              <a:buClrTx/>
              <a:buSzPct val="100000"/>
              <a:buFont typeface="Arial" panose="020B0604020202020204" pitchFamily="34" charset="0"/>
              <a:buChar char="•"/>
            </a:pPr>
            <a:r>
              <a:rPr lang="zh-CN" altLang="en-US" sz="1399"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聚合</a:t>
            </a:r>
            <a:r>
              <a:rPr lang="zh-CN" altLang="en-US" sz="1399" kern="0"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组（</a:t>
            </a:r>
            <a:r>
              <a:rPr lang="en-US" altLang="zh-CN" sz="1399" kern="0"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Link </a:t>
            </a:r>
            <a:r>
              <a:rPr lang="en-US" altLang="zh-CN" sz="1399"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Aggregation </a:t>
            </a:r>
            <a:r>
              <a:rPr lang="en-US" altLang="zh-CN" sz="1399" kern="0"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Group</a:t>
            </a:r>
            <a:r>
              <a:rPr lang="zh-CN" altLang="en-US" sz="1399" kern="0"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399" kern="0"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LAG</a:t>
            </a:r>
            <a:r>
              <a:rPr lang="zh-CN" altLang="en-US" sz="1399" kern="0"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）：若干</a:t>
            </a:r>
            <a:r>
              <a:rPr lang="zh-CN" altLang="en-US" sz="1399"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条链路捆绑在一起所形成的的逻辑链路。每个聚合组唯一对应着一个逻辑接口，这个逻辑</a:t>
            </a:r>
            <a:r>
              <a:rPr lang="zh-CN" altLang="en-US" sz="1399" kern="0"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接口又被称为链路</a:t>
            </a:r>
            <a:r>
              <a:rPr lang="zh-CN" altLang="en-US" sz="1399"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聚合接口或</a:t>
            </a:r>
            <a:r>
              <a:rPr lang="en-US" altLang="zh-CN" sz="1399"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Eth-Trunk</a:t>
            </a:r>
            <a:r>
              <a:rPr lang="zh-CN" altLang="en-US" sz="1399"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接口</a:t>
            </a:r>
            <a:r>
              <a:rPr lang="zh-CN" altLang="en-US" sz="1399" kern="0"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a:t>
            </a:r>
            <a:endParaRPr lang="en-US" altLang="zh-CN" sz="1399" kern="0"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algn="l">
              <a:buClrTx/>
              <a:buSzPct val="100000"/>
              <a:buFont typeface="Arial" panose="020B0604020202020204" pitchFamily="34" charset="0"/>
              <a:buChar char="•"/>
            </a:pP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成员接口和成员链路：组成</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Eth-Trunk</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接口的各个物理接口称为成员接口。成员接口对应的链路称为成员</a:t>
            </a:r>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链路。</a:t>
            </a:r>
            <a:endParaRPr lang="en-US" altLang="zh-CN" sz="1399"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algn="l">
              <a:buClrTx/>
              <a:buSzPct val="100000"/>
              <a:buFont typeface="Arial" panose="020B0604020202020204" pitchFamily="34" charset="0"/>
              <a:buChar char="•"/>
            </a:pPr>
            <a:r>
              <a:rPr lang="zh-CN" altLang="en-US" sz="1399" kern="0"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活动接口和活动链路：活动接口又</a:t>
            </a:r>
            <a:r>
              <a:rPr lang="zh-CN" altLang="en-US" sz="1399"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叫选中</a:t>
            </a:r>
            <a:r>
              <a:rPr lang="zh-CN" altLang="en-US" sz="1399" kern="0"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399"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S</a:t>
            </a:r>
            <a:r>
              <a:rPr lang="en-US" altLang="zh-CN" sz="1399" kern="0"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elected</a:t>
            </a:r>
            <a:r>
              <a:rPr lang="zh-CN" altLang="en-US" sz="1399" kern="0"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a:t>
            </a:r>
            <a:r>
              <a:rPr lang="zh-CN" altLang="en-US" sz="1399"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接口</a:t>
            </a:r>
            <a:r>
              <a:rPr lang="zh-CN" altLang="en-US" sz="1399" kern="0"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，是参与数据</a:t>
            </a:r>
            <a:r>
              <a:rPr lang="zh-CN" altLang="en-US" sz="1399"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转发的成员</a:t>
            </a:r>
            <a:r>
              <a:rPr lang="zh-CN" altLang="en-US" sz="1399" kern="0"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接口。活动接口对应</a:t>
            </a:r>
            <a:r>
              <a:rPr lang="zh-CN" altLang="en-US" sz="1399"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的</a:t>
            </a:r>
            <a:r>
              <a:rPr lang="zh-CN" altLang="en-US" sz="1399" kern="0"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链路被称为活动链路（</a:t>
            </a:r>
            <a:r>
              <a:rPr lang="en-US" altLang="zh-CN" sz="1399" kern="0"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Active link</a:t>
            </a:r>
            <a:r>
              <a:rPr lang="zh-CN" altLang="en-US" sz="1399" kern="0"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a:t>
            </a:r>
            <a:endParaRPr lang="en-US" altLang="zh-CN" sz="1399"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algn="l">
              <a:buClrTx/>
              <a:buSzPct val="100000"/>
              <a:buFont typeface="Arial" panose="020B0604020202020204" pitchFamily="34" charset="0"/>
              <a:buChar char="•"/>
            </a:pPr>
            <a:r>
              <a:rPr lang="zh-CN" altLang="en-US" sz="1399" kern="0"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非</a:t>
            </a:r>
            <a:r>
              <a:rPr lang="zh-CN" altLang="en-US" sz="1399"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活动</a:t>
            </a:r>
            <a:r>
              <a:rPr lang="zh-CN" altLang="en-US" sz="1399" kern="0"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接口和非活动链路：又叫非选中（</a:t>
            </a:r>
            <a:r>
              <a:rPr lang="en-US" altLang="zh-CN" sz="1399" kern="0"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Unselected</a:t>
            </a:r>
            <a:r>
              <a:rPr lang="zh-CN" altLang="en-US" sz="1399" kern="0"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）接口，是不参与转发</a:t>
            </a:r>
            <a:r>
              <a:rPr lang="zh-CN" altLang="en-US" sz="1399"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数据的成员接口</a:t>
            </a:r>
            <a:r>
              <a:rPr lang="zh-CN" altLang="en-US" sz="1399" kern="0"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。非</a:t>
            </a:r>
            <a:r>
              <a:rPr lang="zh-CN" altLang="en-US" sz="1399"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活动接口对应的</a:t>
            </a:r>
            <a:r>
              <a:rPr lang="zh-CN" altLang="en-US" sz="1399" kern="0"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链路被称为非活动链路（</a:t>
            </a:r>
            <a:r>
              <a:rPr lang="en-US" altLang="zh-CN" sz="1399"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I</a:t>
            </a:r>
            <a:r>
              <a:rPr lang="en-US" altLang="zh-CN" sz="1399" kern="0"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nactive link</a:t>
            </a:r>
            <a:r>
              <a:rPr lang="zh-CN" altLang="en-US" sz="1399" kern="0"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a:t>
            </a:r>
            <a:endParaRPr lang="zh-CN" altLang="en-US" sz="1399"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algn="l">
              <a:buClrTx/>
              <a:buSzPct val="100000"/>
              <a:buFont typeface="Arial" panose="020B0604020202020204" pitchFamily="34" charset="0"/>
              <a:buChar char="•"/>
            </a:pPr>
            <a:r>
              <a:rPr lang="zh-CN" altLang="en-US" sz="1399" kern="0"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聚合模式 ：根据</a:t>
            </a:r>
            <a:r>
              <a:rPr lang="zh-CN" altLang="en-US" sz="1399"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是否开启</a:t>
            </a:r>
            <a:r>
              <a:rPr lang="en-US" altLang="zh-CN" sz="1399" kern="0"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LACP</a:t>
            </a:r>
            <a:r>
              <a:rPr lang="zh-CN" altLang="en-US" sz="1399" kern="0"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399" kern="0"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Link </a:t>
            </a:r>
            <a:r>
              <a:rPr lang="en-US" altLang="zh-CN" sz="1399"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Aggregation Control Protocol</a:t>
            </a:r>
            <a:r>
              <a:rPr lang="zh-CN" altLang="en-US" sz="1399"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，链路聚合</a:t>
            </a:r>
            <a:r>
              <a:rPr lang="zh-CN" altLang="en-US" sz="1399" kern="0"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控制协议），</a:t>
            </a:r>
            <a:r>
              <a:rPr lang="zh-CN" altLang="en-US" sz="1399"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链路聚合可以分为手工模式和</a:t>
            </a:r>
            <a:r>
              <a:rPr lang="en-US" altLang="zh-CN" sz="1399"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LACP</a:t>
            </a:r>
            <a:r>
              <a:rPr lang="zh-CN" altLang="en-US" sz="1399"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模式</a:t>
            </a:r>
            <a:r>
              <a:rPr lang="zh-CN" altLang="en-US" sz="1399" kern="0" dirty="0" smtClean="0">
                <a:latin typeface="Huawei Sans" panose="020C0503030203020204" pitchFamily="34" charset="0"/>
                <a:ea typeface="方正兰亭黑简体" panose="02000000000000000000" pitchFamily="2" charset="-122"/>
                <a:sym typeface="Huawei Sans" panose="020C0503030203020204" pitchFamily="34" charset="0"/>
              </a:rPr>
              <a:t>。</a:t>
            </a:r>
            <a:endParaRPr lang="en-US" altLang="zh-CN" sz="1399" kern="0" dirty="0" smtClean="0">
              <a:latin typeface="Huawei Sans" panose="020C0503030203020204" pitchFamily="34" charset="0"/>
              <a:ea typeface="方正兰亭黑简体" panose="02000000000000000000" pitchFamily="2" charset="-122"/>
              <a:sym typeface="Huawei Sans" panose="020C0503030203020204" pitchFamily="34" charset="0"/>
            </a:endParaRPr>
          </a:p>
          <a:p>
            <a:pPr algn="l">
              <a:buClrTx/>
              <a:buSzPct val="100000"/>
              <a:buFont typeface="Arial" panose="020B0604020202020204" pitchFamily="34" charset="0"/>
              <a:buChar char="•"/>
            </a:pPr>
            <a:r>
              <a:rPr lang="zh-CN" altLang="en-US" sz="1399" kern="0" dirty="0" smtClean="0">
                <a:latin typeface="Huawei Sans" panose="020C0503030203020204" pitchFamily="34" charset="0"/>
                <a:ea typeface="方正兰亭黑简体" panose="02000000000000000000" pitchFamily="2" charset="-122"/>
                <a:sym typeface="Huawei Sans" panose="020C0503030203020204" pitchFamily="34" charset="0"/>
              </a:rPr>
              <a:t>其他概念：活动接口上限阈值和活动接口下限阈值。</a:t>
            </a:r>
            <a:endParaRPr lang="zh-CN" altLang="en-US" sz="1399"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6" name="矩形 65"/>
          <p:cNvSpPr/>
          <p:nvPr/>
        </p:nvSpPr>
        <p:spPr bwMode="auto">
          <a:xfrm>
            <a:off x="826170" y="5458300"/>
            <a:ext cx="4669954" cy="248147"/>
          </a:xfrm>
          <a:prstGeom prst="rect">
            <a:avLst/>
          </a:prstGeom>
          <a:noFill/>
          <a:ln w="9525" cap="flat" cmpd="sng" algn="ctr">
            <a:noFill/>
            <a:prstDash val="dash"/>
            <a:round/>
            <a:headEnd type="none" w="med" len="med"/>
            <a:tailEnd type="none" w="med" len="med"/>
          </a:ln>
          <a:effectLst/>
        </p:spPr>
        <p:txBody>
          <a:bodyPr vert="horz" wrap="square" lIns="91404" tIns="45702" rIns="91404" bIns="45702" numCol="1" rtlCol="0" anchor="t" anchorCtr="0" compatLnSpc="1">
            <a:prstTxWarp prst="textNoShape">
              <a:avLst/>
            </a:prstTxWarp>
          </a:bodyPr>
          <a:lstStyle/>
          <a:p>
            <a:pPr defTabSz="1001248" eaLnBrk="0" hangingPunct="0"/>
            <a:r>
              <a:rPr lang="zh-CN" altLang="en-US" sz="1200" dirty="0">
                <a:solidFill>
                  <a:srgbClr val="000000"/>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活动接口</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7" name="矩形 66"/>
          <p:cNvSpPr/>
          <p:nvPr/>
        </p:nvSpPr>
        <p:spPr bwMode="auto">
          <a:xfrm>
            <a:off x="826172" y="5781494"/>
            <a:ext cx="2656278" cy="248147"/>
          </a:xfrm>
          <a:prstGeom prst="rect">
            <a:avLst/>
          </a:prstGeom>
          <a:noFill/>
          <a:ln w="9525" cap="flat" cmpd="sng" algn="ctr">
            <a:noFill/>
            <a:prstDash val="dash"/>
            <a:round/>
            <a:headEnd type="none" w="med" len="med"/>
            <a:tailEnd type="none" w="med" len="med"/>
          </a:ln>
          <a:effectLst/>
        </p:spPr>
        <p:txBody>
          <a:bodyPr vert="horz" wrap="square" lIns="91404" tIns="45702" rIns="91404" bIns="45702" numCol="1" rtlCol="0" anchor="t" anchorCtr="0" compatLnSpc="1">
            <a:prstTxWarp prst="textNoShape">
              <a:avLst/>
            </a:prstTxWarp>
          </a:bodyPr>
          <a:lstStyle/>
          <a:p>
            <a:pPr defTabSz="1001248" eaLnBrk="0" hangingPunct="0"/>
            <a:r>
              <a:rPr lang="zh-CN" altLang="en-US" sz="1200" dirty="0">
                <a:solidFill>
                  <a:srgbClr val="000000"/>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非活动接口</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9" name="圆角矩形 28"/>
          <p:cNvSpPr/>
          <p:nvPr/>
        </p:nvSpPr>
        <p:spPr>
          <a:xfrm>
            <a:off x="1594178" y="1694627"/>
            <a:ext cx="3104018" cy="869695"/>
          </a:xfrm>
          <a:prstGeom prst="roundRect">
            <a:avLst>
              <a:gd name="adj" fmla="val 7243"/>
            </a:avLst>
          </a:prstGeom>
          <a:solidFill>
            <a:srgbClr val="F4FBFE"/>
          </a:solidFill>
          <a:ln w="9525" cap="flat" cmpd="sng" algn="ctr">
            <a:solidFill>
              <a:srgbClr val="99DFF9"/>
            </a:solidFill>
            <a:prstDash val="solid"/>
          </a:ln>
          <a:effectLst/>
        </p:spPr>
        <p:txBody>
          <a:bodyPr rtlCol="0" anchor="ctr"/>
          <a:lstStyle/>
          <a:p>
            <a:pPr algn="ctr" defTabSz="914034" fontAlgn="t">
              <a:spcBef>
                <a:spcPct val="0"/>
              </a:spcBef>
              <a:spcAft>
                <a:spcPct val="0"/>
              </a:spcAft>
              <a:defRPr/>
            </a:pP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1" name="TextBox 77"/>
          <p:cNvSpPr txBox="1"/>
          <p:nvPr/>
        </p:nvSpPr>
        <p:spPr bwMode="auto">
          <a:xfrm>
            <a:off x="1205857" y="2245908"/>
            <a:ext cx="1390745" cy="316268"/>
          </a:xfrm>
          <a:prstGeom prst="rect">
            <a:avLst/>
          </a:prstGeom>
          <a:noFill/>
          <a:ln w="9525">
            <a:noFill/>
            <a:miter lim="800000"/>
            <a:headEnd/>
            <a:tailEnd/>
          </a:ln>
        </p:spPr>
        <p:txBody>
          <a:bodyPr wrap="square" lIns="99941" tIns="49966" rIns="99941" bIns="49966" rtlCol="0">
            <a:spAutoFit/>
          </a:bodyPr>
          <a:lstStyle/>
          <a:p>
            <a:pPr algn="ctr" defTabSz="1001248" eaLnBrk="0" hangingPunct="0"/>
            <a:r>
              <a:rPr lang="en-US" altLang="zh-CN" sz="1399" b="1" dirty="0">
                <a:solidFill>
                  <a:srgbClr val="000000"/>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SW1</a:t>
            </a:r>
          </a:p>
        </p:txBody>
      </p:sp>
      <p:sp>
        <p:nvSpPr>
          <p:cNvPr id="34" name="圆角矩形 33"/>
          <p:cNvSpPr/>
          <p:nvPr/>
        </p:nvSpPr>
        <p:spPr bwMode="auto">
          <a:xfrm>
            <a:off x="2333112" y="2070903"/>
            <a:ext cx="1574006" cy="484013"/>
          </a:xfrm>
          <a:prstGeom prst="roundRect">
            <a:avLst>
              <a:gd name="adj" fmla="val 3521"/>
            </a:avLst>
          </a:prstGeom>
          <a:solidFill>
            <a:schemeClr val="bg1"/>
          </a:solidFill>
          <a:ln w="12700" cap="flat" cmpd="sng" algn="ctr">
            <a:solidFill>
              <a:schemeClr val="bg1">
                <a:lumMod val="50000"/>
              </a:schemeClr>
            </a:solidFill>
            <a:prstDash val="solid"/>
            <a:round/>
            <a:headEnd type="none" w="med" len="med"/>
            <a:tailEnd type="none" w="med" len="med"/>
          </a:ln>
          <a:effectLst/>
        </p:spPr>
        <p:txBody>
          <a:bodyPr vert="horz" wrap="square" lIns="91404" tIns="45702" rIns="91404" bIns="45702" numCol="1" rtlCol="0" anchor="t" anchorCtr="0" compatLnSpc="1">
            <a:prstTxWarp prst="textNoShape">
              <a:avLst/>
            </a:prstTxWarp>
          </a:bodyPr>
          <a:lstStyle/>
          <a:p>
            <a:pPr defTabSz="914034" fontAlgn="t">
              <a:spcBef>
                <a:spcPct val="0"/>
              </a:spcBef>
              <a:spcAft>
                <a:spcPct val="0"/>
              </a:spcAft>
            </a:pPr>
            <a:endParaRPr lang="zh-CN" altLang="en-US" sz="10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4" name="矩形: 圆角 26">
            <a:extLst>
              <a:ext uri="{FF2B5EF4-FFF2-40B4-BE49-F238E27FC236}">
                <a16:creationId xmlns="" xmlns:a16="http://schemas.microsoft.com/office/drawing/2014/main" id="{CDFFDDAC-2C24-493B-9451-7DBEF959DDAD}"/>
              </a:ext>
            </a:extLst>
          </p:cNvPr>
          <p:cNvSpPr/>
          <p:nvPr/>
        </p:nvSpPr>
        <p:spPr>
          <a:xfrm>
            <a:off x="2525296" y="2451847"/>
            <a:ext cx="1241778" cy="257686"/>
          </a:xfrm>
          <a:prstGeom prst="roundRect">
            <a:avLst/>
          </a:prstGeom>
          <a:solidFill>
            <a:srgbClr val="FFFFCC"/>
          </a:solidFill>
          <a:ln w="9525">
            <a:solidFill>
              <a:srgbClr val="FFD17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5" name="TextBox 77"/>
          <p:cNvSpPr txBox="1"/>
          <p:nvPr/>
        </p:nvSpPr>
        <p:spPr bwMode="auto">
          <a:xfrm>
            <a:off x="2424742" y="2068695"/>
            <a:ext cx="1390745" cy="316351"/>
          </a:xfrm>
          <a:prstGeom prst="rect">
            <a:avLst/>
          </a:prstGeom>
          <a:noFill/>
          <a:ln w="9525">
            <a:noFill/>
            <a:miter lim="800000"/>
            <a:headEnd/>
            <a:tailEnd/>
          </a:ln>
        </p:spPr>
        <p:txBody>
          <a:bodyPr wrap="square" lIns="99941" tIns="49966" rIns="99941" bIns="49966" rtlCol="0">
            <a:spAutoFit/>
          </a:bodyPr>
          <a:lstStyle/>
          <a:p>
            <a:pPr algn="ctr" defTabSz="1001248" eaLnBrk="0" hangingPunct="0"/>
            <a:r>
              <a:rPr lang="zh-CN" altLang="en-US" sz="1400" dirty="0">
                <a:solidFill>
                  <a:srgbClr val="000000"/>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链路聚合接口</a:t>
            </a:r>
            <a:endParaRPr lang="en-US" altLang="zh-CN" sz="1400" dirty="0">
              <a:solidFill>
                <a:srgbClr val="000000"/>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sp>
        <p:nvSpPr>
          <p:cNvPr id="52" name="圆角矩形 51"/>
          <p:cNvSpPr/>
          <p:nvPr/>
        </p:nvSpPr>
        <p:spPr>
          <a:xfrm>
            <a:off x="1594177" y="4506766"/>
            <a:ext cx="3104018" cy="869695"/>
          </a:xfrm>
          <a:prstGeom prst="roundRect">
            <a:avLst>
              <a:gd name="adj" fmla="val 7243"/>
            </a:avLst>
          </a:prstGeom>
          <a:solidFill>
            <a:srgbClr val="F4FBFE"/>
          </a:solidFill>
          <a:ln w="9525" cap="flat" cmpd="sng" algn="ctr">
            <a:solidFill>
              <a:srgbClr val="99DFF9"/>
            </a:solidFill>
            <a:prstDash val="solid"/>
          </a:ln>
          <a:effectLst/>
        </p:spPr>
        <p:txBody>
          <a:bodyPr rtlCol="0" anchor="ctr"/>
          <a:lstStyle/>
          <a:p>
            <a:pPr algn="ctr" defTabSz="914034" fontAlgn="t">
              <a:spcBef>
                <a:spcPct val="0"/>
              </a:spcBef>
              <a:spcAft>
                <a:spcPct val="0"/>
              </a:spcAft>
              <a:defRPr/>
            </a:pP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3" name="圆角矩形 52"/>
          <p:cNvSpPr/>
          <p:nvPr/>
        </p:nvSpPr>
        <p:spPr bwMode="auto">
          <a:xfrm>
            <a:off x="2333112" y="4496659"/>
            <a:ext cx="1574006" cy="484013"/>
          </a:xfrm>
          <a:prstGeom prst="roundRect">
            <a:avLst>
              <a:gd name="adj" fmla="val 3521"/>
            </a:avLst>
          </a:prstGeom>
          <a:solidFill>
            <a:schemeClr val="bg1"/>
          </a:solidFill>
          <a:ln w="12700" cap="flat" cmpd="sng" algn="ctr">
            <a:solidFill>
              <a:schemeClr val="bg1">
                <a:lumMod val="50000"/>
              </a:schemeClr>
            </a:solidFill>
            <a:prstDash val="solid"/>
            <a:round/>
            <a:headEnd type="none" w="med" len="med"/>
            <a:tailEnd type="none" w="med" len="med"/>
          </a:ln>
          <a:effectLst/>
        </p:spPr>
        <p:txBody>
          <a:bodyPr vert="horz" wrap="square" lIns="91404" tIns="45702" rIns="91404" bIns="45702" numCol="1" rtlCol="0" anchor="t" anchorCtr="0" compatLnSpc="1">
            <a:prstTxWarp prst="textNoShape">
              <a:avLst/>
            </a:prstTxWarp>
          </a:bodyPr>
          <a:lstStyle/>
          <a:p>
            <a:pPr defTabSz="914034" fontAlgn="t">
              <a:spcBef>
                <a:spcPct val="0"/>
              </a:spcBef>
              <a:spcAft>
                <a:spcPct val="0"/>
              </a:spcAft>
            </a:pPr>
            <a:endParaRPr lang="zh-CN" altLang="en-US" sz="10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6" name="矩形: 圆角 26">
            <a:extLst>
              <a:ext uri="{FF2B5EF4-FFF2-40B4-BE49-F238E27FC236}">
                <a16:creationId xmlns="" xmlns:a16="http://schemas.microsoft.com/office/drawing/2014/main" id="{CDFFDDAC-2C24-493B-9451-7DBEF959DDAD}"/>
              </a:ext>
            </a:extLst>
          </p:cNvPr>
          <p:cNvSpPr/>
          <p:nvPr/>
        </p:nvSpPr>
        <p:spPr>
          <a:xfrm>
            <a:off x="2525296" y="4322084"/>
            <a:ext cx="1241778" cy="257686"/>
          </a:xfrm>
          <a:prstGeom prst="roundRect">
            <a:avLst/>
          </a:prstGeom>
          <a:solidFill>
            <a:srgbClr val="FFFFCC"/>
          </a:solidFill>
          <a:ln w="9525">
            <a:solidFill>
              <a:srgbClr val="FFD17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4" name="TextBox 77"/>
          <p:cNvSpPr txBox="1"/>
          <p:nvPr/>
        </p:nvSpPr>
        <p:spPr bwMode="auto">
          <a:xfrm>
            <a:off x="2424742" y="4655596"/>
            <a:ext cx="1390745" cy="316351"/>
          </a:xfrm>
          <a:prstGeom prst="rect">
            <a:avLst/>
          </a:prstGeom>
          <a:noFill/>
          <a:ln w="9525">
            <a:noFill/>
            <a:miter lim="800000"/>
            <a:headEnd/>
            <a:tailEnd/>
          </a:ln>
        </p:spPr>
        <p:txBody>
          <a:bodyPr wrap="square" lIns="99941" tIns="49966" rIns="99941" bIns="49966" rtlCol="0">
            <a:spAutoFit/>
          </a:bodyPr>
          <a:lstStyle/>
          <a:p>
            <a:pPr algn="ctr" defTabSz="1001248" eaLnBrk="0" hangingPunct="0"/>
            <a:r>
              <a:rPr lang="zh-CN" altLang="en-US" sz="1400" dirty="0">
                <a:solidFill>
                  <a:srgbClr val="000000"/>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链路聚合接口</a:t>
            </a:r>
            <a:endParaRPr lang="en-US" altLang="zh-CN" sz="1400" dirty="0">
              <a:solidFill>
                <a:srgbClr val="000000"/>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cxnSp>
        <p:nvCxnSpPr>
          <p:cNvPr id="61" name="直接连接符 60"/>
          <p:cNvCxnSpPr>
            <a:stCxn id="86" idx="0"/>
            <a:endCxn id="72" idx="4"/>
          </p:cNvCxnSpPr>
          <p:nvPr/>
        </p:nvCxnSpPr>
        <p:spPr bwMode="auto">
          <a:xfrm flipV="1">
            <a:off x="2695257" y="2698751"/>
            <a:ext cx="0" cy="1654074"/>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62" name="直接连接符 61"/>
          <p:cNvCxnSpPr>
            <a:stCxn id="89" idx="0"/>
            <a:endCxn id="80" idx="4"/>
          </p:cNvCxnSpPr>
          <p:nvPr/>
        </p:nvCxnSpPr>
        <p:spPr bwMode="auto">
          <a:xfrm flipV="1">
            <a:off x="3587269" y="2698751"/>
            <a:ext cx="0" cy="1654074"/>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64" name="直接连接符 63"/>
          <p:cNvCxnSpPr>
            <a:stCxn id="87" idx="0"/>
            <a:endCxn id="73" idx="4"/>
          </p:cNvCxnSpPr>
          <p:nvPr/>
        </p:nvCxnSpPr>
        <p:spPr bwMode="auto">
          <a:xfrm flipV="1">
            <a:off x="3289931" y="2698751"/>
            <a:ext cx="0" cy="1654074"/>
          </a:xfrm>
          <a:prstGeom prst="line">
            <a:avLst/>
          </a:prstGeom>
          <a:solidFill>
            <a:schemeClr val="accent1"/>
          </a:solidFill>
          <a:ln w="19050" cap="flat" cmpd="sng" algn="ctr">
            <a:solidFill>
              <a:schemeClr val="tx1"/>
            </a:solidFill>
            <a:prstDash val="solid"/>
            <a:round/>
            <a:headEnd type="none" w="med" len="med"/>
            <a:tailEnd type="none" w="med" len="med"/>
          </a:ln>
          <a:effectLst/>
        </p:spPr>
      </p:cxnSp>
      <p:sp>
        <p:nvSpPr>
          <p:cNvPr id="69" name="椭圆 68">
            <a:extLst>
              <a:ext uri="{FF2B5EF4-FFF2-40B4-BE49-F238E27FC236}">
                <a16:creationId xmlns="" xmlns:a16="http://schemas.microsoft.com/office/drawing/2014/main" id="{7DBB15C3-7119-4BF5-AC36-6F6AFF9EB213}"/>
              </a:ext>
            </a:extLst>
          </p:cNvPr>
          <p:cNvSpPr/>
          <p:nvPr/>
        </p:nvSpPr>
        <p:spPr>
          <a:xfrm>
            <a:off x="611423" y="5501456"/>
            <a:ext cx="215916" cy="215916"/>
          </a:xfrm>
          <a:prstGeom prst="ellipse">
            <a:avLst/>
          </a:prstGeom>
          <a:solidFill>
            <a:srgbClr val="8CCAA1"/>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100" b="1">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S</a:t>
            </a:r>
            <a:endParaRPr lang="zh-CN" altLang="en-US" sz="11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1" name="椭圆 70">
            <a:extLst>
              <a:ext uri="{FF2B5EF4-FFF2-40B4-BE49-F238E27FC236}">
                <a16:creationId xmlns="" xmlns:a16="http://schemas.microsoft.com/office/drawing/2014/main" id="{E3AA826D-E4AC-459E-9C44-0CE0D8799DF1}"/>
              </a:ext>
            </a:extLst>
          </p:cNvPr>
          <p:cNvSpPr/>
          <p:nvPr/>
        </p:nvSpPr>
        <p:spPr>
          <a:xfrm>
            <a:off x="611423" y="5811730"/>
            <a:ext cx="215916" cy="215916"/>
          </a:xfrm>
          <a:prstGeom prst="ellipse">
            <a:avLst/>
          </a:prstGeom>
          <a:solidFill>
            <a:srgbClr val="EC706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1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U</a:t>
            </a:r>
            <a:endParaRPr lang="zh-CN" altLang="en-US" sz="11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2" name="椭圆 71">
            <a:extLst>
              <a:ext uri="{FF2B5EF4-FFF2-40B4-BE49-F238E27FC236}">
                <a16:creationId xmlns="" xmlns:a16="http://schemas.microsoft.com/office/drawing/2014/main" id="{7DBB15C3-7119-4BF5-AC36-6F6AFF9EB213}"/>
              </a:ext>
            </a:extLst>
          </p:cNvPr>
          <p:cNvSpPr/>
          <p:nvPr/>
        </p:nvSpPr>
        <p:spPr>
          <a:xfrm>
            <a:off x="2587299" y="2482835"/>
            <a:ext cx="215916" cy="215916"/>
          </a:xfrm>
          <a:prstGeom prst="ellipse">
            <a:avLst/>
          </a:prstGeom>
          <a:solidFill>
            <a:srgbClr val="8CCAA1"/>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100" b="1" smtClea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S</a:t>
            </a:r>
            <a:endParaRPr lang="zh-CN" altLang="en-US" sz="11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3" name="椭圆 72">
            <a:extLst>
              <a:ext uri="{FF2B5EF4-FFF2-40B4-BE49-F238E27FC236}">
                <a16:creationId xmlns="" xmlns:a16="http://schemas.microsoft.com/office/drawing/2014/main" id="{E3AA826D-E4AC-459E-9C44-0CE0D8799DF1}"/>
              </a:ext>
            </a:extLst>
          </p:cNvPr>
          <p:cNvSpPr/>
          <p:nvPr/>
        </p:nvSpPr>
        <p:spPr>
          <a:xfrm>
            <a:off x="3181973" y="2482835"/>
            <a:ext cx="215916" cy="215916"/>
          </a:xfrm>
          <a:prstGeom prst="ellipse">
            <a:avLst/>
          </a:prstGeom>
          <a:solidFill>
            <a:srgbClr val="EC706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100" b="1" dirty="0" smtClea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U</a:t>
            </a:r>
            <a:endParaRPr lang="zh-CN" altLang="en-US" sz="11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8" name="椭圆 77">
            <a:extLst>
              <a:ext uri="{FF2B5EF4-FFF2-40B4-BE49-F238E27FC236}">
                <a16:creationId xmlns="" xmlns:a16="http://schemas.microsoft.com/office/drawing/2014/main" id="{7DBB15C3-7119-4BF5-AC36-6F6AFF9EB213}"/>
              </a:ext>
            </a:extLst>
          </p:cNvPr>
          <p:cNvSpPr/>
          <p:nvPr/>
        </p:nvSpPr>
        <p:spPr>
          <a:xfrm>
            <a:off x="2884636" y="2482835"/>
            <a:ext cx="215916" cy="215916"/>
          </a:xfrm>
          <a:prstGeom prst="ellipse">
            <a:avLst/>
          </a:prstGeom>
          <a:solidFill>
            <a:srgbClr val="8CCAA1"/>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100" b="1" smtClea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S</a:t>
            </a:r>
            <a:endParaRPr lang="zh-CN" altLang="en-US" sz="11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0" name="椭圆 79">
            <a:extLst>
              <a:ext uri="{FF2B5EF4-FFF2-40B4-BE49-F238E27FC236}">
                <a16:creationId xmlns="" xmlns:a16="http://schemas.microsoft.com/office/drawing/2014/main" id="{E3AA826D-E4AC-459E-9C44-0CE0D8799DF1}"/>
              </a:ext>
            </a:extLst>
          </p:cNvPr>
          <p:cNvSpPr/>
          <p:nvPr/>
        </p:nvSpPr>
        <p:spPr>
          <a:xfrm>
            <a:off x="3479311" y="2482835"/>
            <a:ext cx="215916" cy="215916"/>
          </a:xfrm>
          <a:prstGeom prst="ellipse">
            <a:avLst/>
          </a:prstGeom>
          <a:solidFill>
            <a:srgbClr val="EC706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100" b="1" smtClea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U</a:t>
            </a:r>
            <a:endParaRPr lang="zh-CN" altLang="en-US" sz="11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5" name="TextBox 77"/>
          <p:cNvSpPr txBox="1"/>
          <p:nvPr/>
        </p:nvSpPr>
        <p:spPr bwMode="auto">
          <a:xfrm>
            <a:off x="1157453" y="4514026"/>
            <a:ext cx="1390745" cy="316268"/>
          </a:xfrm>
          <a:prstGeom prst="rect">
            <a:avLst/>
          </a:prstGeom>
          <a:noFill/>
          <a:ln w="9525">
            <a:noFill/>
            <a:miter lim="800000"/>
            <a:headEnd/>
            <a:tailEnd/>
          </a:ln>
        </p:spPr>
        <p:txBody>
          <a:bodyPr wrap="square" lIns="99941" tIns="49966" rIns="99941" bIns="49966" rtlCol="0">
            <a:spAutoFit/>
          </a:bodyPr>
          <a:lstStyle/>
          <a:p>
            <a:pPr algn="ctr" defTabSz="1001248" eaLnBrk="0" hangingPunct="0"/>
            <a:r>
              <a:rPr lang="en-US" altLang="zh-CN" sz="1399" b="1" dirty="0">
                <a:solidFill>
                  <a:srgbClr val="000000"/>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SW2</a:t>
            </a:r>
          </a:p>
        </p:txBody>
      </p:sp>
      <p:sp>
        <p:nvSpPr>
          <p:cNvPr id="86" name="椭圆 85">
            <a:extLst>
              <a:ext uri="{FF2B5EF4-FFF2-40B4-BE49-F238E27FC236}">
                <a16:creationId xmlns="" xmlns:a16="http://schemas.microsoft.com/office/drawing/2014/main" id="{7DBB15C3-7119-4BF5-AC36-6F6AFF9EB213}"/>
              </a:ext>
            </a:extLst>
          </p:cNvPr>
          <p:cNvSpPr/>
          <p:nvPr/>
        </p:nvSpPr>
        <p:spPr>
          <a:xfrm>
            <a:off x="2587299" y="4352824"/>
            <a:ext cx="215916" cy="215916"/>
          </a:xfrm>
          <a:prstGeom prst="ellipse">
            <a:avLst/>
          </a:prstGeom>
          <a:solidFill>
            <a:srgbClr val="8CCAA1"/>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100" b="1" smtClea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S</a:t>
            </a:r>
            <a:endParaRPr lang="zh-CN" altLang="en-US" sz="11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7" name="椭圆 86">
            <a:extLst>
              <a:ext uri="{FF2B5EF4-FFF2-40B4-BE49-F238E27FC236}">
                <a16:creationId xmlns="" xmlns:a16="http://schemas.microsoft.com/office/drawing/2014/main" id="{E3AA826D-E4AC-459E-9C44-0CE0D8799DF1}"/>
              </a:ext>
            </a:extLst>
          </p:cNvPr>
          <p:cNvSpPr/>
          <p:nvPr/>
        </p:nvSpPr>
        <p:spPr>
          <a:xfrm>
            <a:off x="3181973" y="4352824"/>
            <a:ext cx="215916" cy="215916"/>
          </a:xfrm>
          <a:prstGeom prst="ellipse">
            <a:avLst/>
          </a:prstGeom>
          <a:solidFill>
            <a:srgbClr val="EC706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100" b="1" dirty="0" smtClea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U</a:t>
            </a:r>
            <a:endParaRPr lang="zh-CN" altLang="en-US" sz="11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8" name="椭圆 87">
            <a:extLst>
              <a:ext uri="{FF2B5EF4-FFF2-40B4-BE49-F238E27FC236}">
                <a16:creationId xmlns="" xmlns:a16="http://schemas.microsoft.com/office/drawing/2014/main" id="{7DBB15C3-7119-4BF5-AC36-6F6AFF9EB213}"/>
              </a:ext>
            </a:extLst>
          </p:cNvPr>
          <p:cNvSpPr/>
          <p:nvPr/>
        </p:nvSpPr>
        <p:spPr>
          <a:xfrm>
            <a:off x="2884636" y="4352824"/>
            <a:ext cx="215916" cy="215916"/>
          </a:xfrm>
          <a:prstGeom prst="ellipse">
            <a:avLst/>
          </a:prstGeom>
          <a:solidFill>
            <a:srgbClr val="8CCAA1"/>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100" b="1" smtClea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S</a:t>
            </a:r>
            <a:endParaRPr lang="zh-CN" altLang="en-US" sz="11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9" name="椭圆 88">
            <a:extLst>
              <a:ext uri="{FF2B5EF4-FFF2-40B4-BE49-F238E27FC236}">
                <a16:creationId xmlns="" xmlns:a16="http://schemas.microsoft.com/office/drawing/2014/main" id="{E3AA826D-E4AC-459E-9C44-0CE0D8799DF1}"/>
              </a:ext>
            </a:extLst>
          </p:cNvPr>
          <p:cNvSpPr/>
          <p:nvPr/>
        </p:nvSpPr>
        <p:spPr>
          <a:xfrm>
            <a:off x="3479311" y="4352824"/>
            <a:ext cx="215916" cy="215916"/>
          </a:xfrm>
          <a:prstGeom prst="ellipse">
            <a:avLst/>
          </a:prstGeom>
          <a:solidFill>
            <a:srgbClr val="EC706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100" b="1" smtClea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U</a:t>
            </a:r>
            <a:endParaRPr lang="zh-CN" altLang="en-US" sz="11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1" name="矩形: 圆角 90">
            <a:extLst>
              <a:ext uri="{FF2B5EF4-FFF2-40B4-BE49-F238E27FC236}">
                <a16:creationId xmlns="" xmlns:a16="http://schemas.microsoft.com/office/drawing/2014/main" id="{B453FC51-4FB9-4368-8B4C-3C2E2F8C106B}"/>
              </a:ext>
            </a:extLst>
          </p:cNvPr>
          <p:cNvSpPr/>
          <p:nvPr/>
        </p:nvSpPr>
        <p:spPr>
          <a:xfrm>
            <a:off x="697833" y="3416306"/>
            <a:ext cx="970546" cy="275446"/>
          </a:xfrm>
          <a:prstGeom prst="roundRect">
            <a:avLst>
              <a:gd name="adj" fmla="val 16667"/>
            </a:avLst>
          </a:prstGeom>
          <a:solidFill>
            <a:srgbClr val="F4FBFE"/>
          </a:solidFill>
          <a:ln w="12700">
            <a:solidFill>
              <a:srgbClr val="99DFF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成员接口</a:t>
            </a:r>
            <a:endParaRPr lang="zh-CN" altLang="en-US" sz="1400" b="1" dirty="0">
              <a:solidFill>
                <a:srgbClr val="FF0000"/>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cxnSp>
        <p:nvCxnSpPr>
          <p:cNvPr id="92" name="直接连接符 91">
            <a:extLst>
              <a:ext uri="{FF2B5EF4-FFF2-40B4-BE49-F238E27FC236}">
                <a16:creationId xmlns="" xmlns:a16="http://schemas.microsoft.com/office/drawing/2014/main" id="{927AD331-23D3-4BE6-8DF7-31B7006A5D7F}"/>
              </a:ext>
            </a:extLst>
          </p:cNvPr>
          <p:cNvCxnSpPr>
            <a:cxnSpLocks/>
            <a:stCxn id="91" idx="3"/>
            <a:endCxn id="94" idx="1"/>
          </p:cNvCxnSpPr>
          <p:nvPr/>
        </p:nvCxnSpPr>
        <p:spPr>
          <a:xfrm flipV="1">
            <a:off x="1668379" y="2580690"/>
            <a:ext cx="856917" cy="973339"/>
          </a:xfrm>
          <a:prstGeom prst="line">
            <a:avLst/>
          </a:prstGeom>
          <a:solidFill>
            <a:srgbClr val="F2F2F2"/>
          </a:solidFill>
          <a:ln w="127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cxnSp>
      <p:cxnSp>
        <p:nvCxnSpPr>
          <p:cNvPr id="97" name="直接连接符 96">
            <a:extLst>
              <a:ext uri="{FF2B5EF4-FFF2-40B4-BE49-F238E27FC236}">
                <a16:creationId xmlns="" xmlns:a16="http://schemas.microsoft.com/office/drawing/2014/main" id="{927AD331-23D3-4BE6-8DF7-31B7006A5D7F}"/>
              </a:ext>
            </a:extLst>
          </p:cNvPr>
          <p:cNvCxnSpPr>
            <a:cxnSpLocks/>
            <a:stCxn id="91" idx="3"/>
            <a:endCxn id="96" idx="1"/>
          </p:cNvCxnSpPr>
          <p:nvPr/>
        </p:nvCxnSpPr>
        <p:spPr>
          <a:xfrm>
            <a:off x="1668379" y="3554029"/>
            <a:ext cx="856917" cy="896898"/>
          </a:xfrm>
          <a:prstGeom prst="line">
            <a:avLst/>
          </a:prstGeom>
          <a:solidFill>
            <a:srgbClr val="F2F2F2"/>
          </a:solidFill>
          <a:ln w="127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cxnSp>
      <p:cxnSp>
        <p:nvCxnSpPr>
          <p:cNvPr id="48" name="直接连接符 47"/>
          <p:cNvCxnSpPr>
            <a:stCxn id="88" idx="0"/>
            <a:endCxn id="78" idx="4"/>
          </p:cNvCxnSpPr>
          <p:nvPr/>
        </p:nvCxnSpPr>
        <p:spPr bwMode="auto">
          <a:xfrm flipV="1">
            <a:off x="2992594" y="2698751"/>
            <a:ext cx="0" cy="1654074"/>
          </a:xfrm>
          <a:prstGeom prst="line">
            <a:avLst/>
          </a:prstGeom>
          <a:solidFill>
            <a:schemeClr val="accent1"/>
          </a:solidFill>
          <a:ln w="19050" cap="flat" cmpd="sng" algn="ctr">
            <a:solidFill>
              <a:schemeClr val="tx1"/>
            </a:solidFill>
            <a:prstDash val="solid"/>
            <a:round/>
            <a:headEnd type="none" w="med" len="med"/>
            <a:tailEnd type="none" w="med" len="med"/>
          </a:ln>
          <a:effectLst/>
        </p:spPr>
      </p:cxnSp>
      <p:sp>
        <p:nvSpPr>
          <p:cNvPr id="104" name="矩形: 圆角 90">
            <a:extLst>
              <a:ext uri="{FF2B5EF4-FFF2-40B4-BE49-F238E27FC236}">
                <a16:creationId xmlns="" xmlns:a16="http://schemas.microsoft.com/office/drawing/2014/main" id="{B453FC51-4FB9-4368-8B4C-3C2E2F8C106B}"/>
              </a:ext>
            </a:extLst>
          </p:cNvPr>
          <p:cNvSpPr/>
          <p:nvPr/>
        </p:nvSpPr>
        <p:spPr>
          <a:xfrm>
            <a:off x="4024149" y="3019045"/>
            <a:ext cx="940883" cy="264793"/>
          </a:xfrm>
          <a:prstGeom prst="roundRect">
            <a:avLst>
              <a:gd name="adj" fmla="val 16667"/>
            </a:avLst>
          </a:prstGeom>
          <a:solidFill>
            <a:srgbClr val="F4FBFE"/>
          </a:solidFill>
          <a:ln w="12700">
            <a:solidFill>
              <a:srgbClr val="99DFF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成员链路</a:t>
            </a:r>
            <a:endParaRPr lang="zh-CN" altLang="en-US" sz="1400" b="1" dirty="0">
              <a:solidFill>
                <a:srgbClr val="FF0000"/>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cxnSp>
        <p:nvCxnSpPr>
          <p:cNvPr id="105" name="直接连接符 104">
            <a:extLst>
              <a:ext uri="{FF2B5EF4-FFF2-40B4-BE49-F238E27FC236}">
                <a16:creationId xmlns="" xmlns:a16="http://schemas.microsoft.com/office/drawing/2014/main" id="{927AD331-23D3-4BE6-8DF7-31B7006A5D7F}"/>
              </a:ext>
            </a:extLst>
          </p:cNvPr>
          <p:cNvCxnSpPr>
            <a:cxnSpLocks/>
            <a:endCxn id="104" idx="1"/>
          </p:cNvCxnSpPr>
          <p:nvPr/>
        </p:nvCxnSpPr>
        <p:spPr>
          <a:xfrm>
            <a:off x="2695257" y="2767009"/>
            <a:ext cx="1328892" cy="384433"/>
          </a:xfrm>
          <a:prstGeom prst="line">
            <a:avLst/>
          </a:prstGeom>
          <a:solidFill>
            <a:srgbClr val="F2F2F2"/>
          </a:solidFill>
          <a:ln w="127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cxnSp>
      <p:cxnSp>
        <p:nvCxnSpPr>
          <p:cNvPr id="108" name="直接连接符 107">
            <a:extLst>
              <a:ext uri="{FF2B5EF4-FFF2-40B4-BE49-F238E27FC236}">
                <a16:creationId xmlns="" xmlns:a16="http://schemas.microsoft.com/office/drawing/2014/main" id="{927AD331-23D3-4BE6-8DF7-31B7006A5D7F}"/>
              </a:ext>
            </a:extLst>
          </p:cNvPr>
          <p:cNvCxnSpPr>
            <a:cxnSpLocks/>
            <a:endCxn id="104" idx="1"/>
          </p:cNvCxnSpPr>
          <p:nvPr/>
        </p:nvCxnSpPr>
        <p:spPr>
          <a:xfrm>
            <a:off x="2992594" y="3054720"/>
            <a:ext cx="1031555" cy="96722"/>
          </a:xfrm>
          <a:prstGeom prst="line">
            <a:avLst/>
          </a:prstGeom>
          <a:solidFill>
            <a:srgbClr val="F2F2F2"/>
          </a:solidFill>
          <a:ln w="127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cxnSp>
      <p:cxnSp>
        <p:nvCxnSpPr>
          <p:cNvPr id="110" name="直接连接符 109">
            <a:extLst>
              <a:ext uri="{FF2B5EF4-FFF2-40B4-BE49-F238E27FC236}">
                <a16:creationId xmlns="" xmlns:a16="http://schemas.microsoft.com/office/drawing/2014/main" id="{927AD331-23D3-4BE6-8DF7-31B7006A5D7F}"/>
              </a:ext>
            </a:extLst>
          </p:cNvPr>
          <p:cNvCxnSpPr>
            <a:cxnSpLocks/>
            <a:endCxn id="104" idx="1"/>
          </p:cNvCxnSpPr>
          <p:nvPr/>
        </p:nvCxnSpPr>
        <p:spPr>
          <a:xfrm flipV="1">
            <a:off x="3289931" y="3151442"/>
            <a:ext cx="734218" cy="151346"/>
          </a:xfrm>
          <a:prstGeom prst="line">
            <a:avLst/>
          </a:prstGeom>
          <a:solidFill>
            <a:srgbClr val="F2F2F2"/>
          </a:solidFill>
          <a:ln w="127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cxnSp>
      <p:cxnSp>
        <p:nvCxnSpPr>
          <p:cNvPr id="112" name="直接连接符 111">
            <a:extLst>
              <a:ext uri="{FF2B5EF4-FFF2-40B4-BE49-F238E27FC236}">
                <a16:creationId xmlns="" xmlns:a16="http://schemas.microsoft.com/office/drawing/2014/main" id="{927AD331-23D3-4BE6-8DF7-31B7006A5D7F}"/>
              </a:ext>
            </a:extLst>
          </p:cNvPr>
          <p:cNvCxnSpPr>
            <a:cxnSpLocks/>
            <a:endCxn id="104" idx="1"/>
          </p:cNvCxnSpPr>
          <p:nvPr/>
        </p:nvCxnSpPr>
        <p:spPr>
          <a:xfrm flipV="1">
            <a:off x="3587269" y="3151442"/>
            <a:ext cx="436880" cy="264864"/>
          </a:xfrm>
          <a:prstGeom prst="line">
            <a:avLst/>
          </a:prstGeom>
          <a:solidFill>
            <a:srgbClr val="F2F2F2"/>
          </a:solidFill>
          <a:ln w="127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cxnSp>
      <p:sp>
        <p:nvSpPr>
          <p:cNvPr id="116" name="椭圆 115">
            <a:extLst>
              <a:ext uri="{FF2B5EF4-FFF2-40B4-BE49-F238E27FC236}">
                <a16:creationId xmlns="" xmlns:a16="http://schemas.microsoft.com/office/drawing/2014/main" id="{D9E889E4-C59A-4180-A506-5973CC1E5CDE}"/>
              </a:ext>
            </a:extLst>
          </p:cNvPr>
          <p:cNvSpPr/>
          <p:nvPr/>
        </p:nvSpPr>
        <p:spPr>
          <a:xfrm>
            <a:off x="2525296" y="3743752"/>
            <a:ext cx="1207046" cy="168994"/>
          </a:xfrm>
          <a:prstGeom prst="ellipse">
            <a:avLst/>
          </a:prstGeom>
          <a:noFill/>
          <a:ln w="25400" cap="flat" cmpd="sng" algn="ctr">
            <a:solidFill>
              <a:srgbClr val="FFD17D"/>
            </a:solidFill>
            <a:prstDash val="solid"/>
          </a:ln>
          <a:effectLst/>
        </p:spPr>
        <p:txBody>
          <a:bodyPr rtlCol="0" anchor="ctr"/>
          <a:lstStyle/>
          <a:p>
            <a:pPr algn="ctr" defTabSz="914034"/>
            <a:endParaRPr lang="zh-CN" altLang="en-US" sz="1799" kern="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9" name="TextBox 120">
            <a:extLst>
              <a:ext uri="{FF2B5EF4-FFF2-40B4-BE49-F238E27FC236}">
                <a16:creationId xmlns="" xmlns:a16="http://schemas.microsoft.com/office/drawing/2014/main" id="{3866D53A-B507-4895-ADB2-5888A54FC8A2}"/>
              </a:ext>
            </a:extLst>
          </p:cNvPr>
          <p:cNvSpPr txBox="1"/>
          <p:nvPr/>
        </p:nvSpPr>
        <p:spPr>
          <a:xfrm>
            <a:off x="3504680" y="3678216"/>
            <a:ext cx="2151565" cy="307777"/>
          </a:xfrm>
          <a:prstGeom prst="rect">
            <a:avLst/>
          </a:prstGeom>
          <a:noFill/>
        </p:spPr>
        <p:txBody>
          <a:bodyPr wrap="square" rtlCol="0">
            <a:spAutoFit/>
          </a:bodyPr>
          <a:lstStyle/>
          <a:p>
            <a:pPr algn="ctr" defTabSz="914034">
              <a:defRPr/>
            </a:pPr>
            <a:r>
              <a:rPr lang="zh-CN" altLang="en-US" sz="1400" kern="0"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聚合组</a:t>
            </a:r>
            <a:r>
              <a:rPr lang="en-US" altLang="zh-CN" sz="1400" kern="0"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LAG</a:t>
            </a:r>
            <a:r>
              <a:rPr lang="en-US" altLang="zh-CN" sz="1400"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	</a:t>
            </a:r>
            <a:endParaRPr lang="zh-CN" altLang="en-US" sz="1400"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1704089824"/>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p:txBody>
          <a:bodyPr/>
          <a:lstStyle/>
          <a:p>
            <a:pPr>
              <a:buClr>
                <a:schemeClr val="bg1">
                  <a:lumMod val="50000"/>
                </a:schemeClr>
              </a:buClr>
            </a:pPr>
            <a:r>
              <a:rPr lang="zh-CN" altLang="en-US"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网络可靠性需求</a:t>
            </a:r>
            <a:endParaRPr lang="en-US" altLang="zh-CN"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a:p>
            <a:r>
              <a:rPr lang="zh-CN" altLang="en-US" b="1" dirty="0">
                <a:latin typeface="Huawei Sans" panose="020C0503030203020204" pitchFamily="34" charset="0"/>
                <a:ea typeface="方正兰亭黑简体" panose="02000000000000000000" pitchFamily="2" charset="-122"/>
                <a:sym typeface="Huawei Sans" panose="020C0503030203020204" pitchFamily="34" charset="0"/>
              </a:rPr>
              <a:t>链路聚合技术原理与配置</a:t>
            </a:r>
            <a:endParaRPr lang="en-US" altLang="zh-CN" b="1" dirty="0">
              <a:latin typeface="Huawei Sans" panose="020C0503030203020204" pitchFamily="34" charset="0"/>
              <a:ea typeface="方正兰亭黑简体" panose="02000000000000000000" pitchFamily="2" charset="-122"/>
              <a:sym typeface="Huawei Sans" panose="020C0503030203020204" pitchFamily="34" charset="0"/>
            </a:endParaRPr>
          </a:p>
          <a:p>
            <a:pPr lvl="1"/>
            <a:r>
              <a:rPr lang="zh-CN" altLang="en-US"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基本原理</a:t>
            </a:r>
            <a:endParaRPr lang="en-US" altLang="zh-CN"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a:p>
            <a:pPr lvl="1">
              <a:buFont typeface="Huawei Sans" panose="020C0503030203020204" pitchFamily="34" charset="0"/>
              <a:buChar char="▪"/>
            </a:pPr>
            <a:r>
              <a:rPr lang="zh-CN" altLang="en-US" b="1" dirty="0">
                <a:latin typeface="Huawei Sans" panose="020C0503030203020204" pitchFamily="34" charset="0"/>
                <a:ea typeface="方正兰亭黑简体" panose="02000000000000000000" pitchFamily="2" charset="-122"/>
                <a:sym typeface="Huawei Sans" panose="020C0503030203020204" pitchFamily="34" charset="0"/>
              </a:rPr>
              <a:t>手工模式</a:t>
            </a:r>
            <a:endParaRPr lang="en-US" altLang="zh-CN" b="1" dirty="0">
              <a:latin typeface="Huawei Sans" panose="020C0503030203020204" pitchFamily="34" charset="0"/>
              <a:ea typeface="方正兰亭黑简体" panose="02000000000000000000" pitchFamily="2" charset="-122"/>
              <a:sym typeface="Huawei Sans" panose="020C0503030203020204" pitchFamily="34" charset="0"/>
            </a:endParaRPr>
          </a:p>
          <a:p>
            <a:pPr lvl="1"/>
            <a:r>
              <a:rPr lang="en-US" altLang="zh-CN"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LACP</a:t>
            </a:r>
            <a:r>
              <a:rPr lang="zh-CN" altLang="en-US" dirty="0" smtClean="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模式</a:t>
            </a:r>
            <a:endParaRPr lang="en-US" altLang="zh-CN" dirty="0" smtClean="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a:p>
            <a:pPr lvl="1"/>
            <a:r>
              <a:rPr lang="zh-CN" altLang="en-US"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典型使用</a:t>
            </a:r>
            <a:r>
              <a:rPr lang="zh-CN" altLang="en-US" dirty="0" smtClean="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场景</a:t>
            </a:r>
            <a:endParaRPr lang="en-US" altLang="zh-CN"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a:p>
            <a:pPr lvl="1"/>
            <a:r>
              <a:rPr lang="zh-CN" altLang="en-US"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配置举例</a:t>
            </a:r>
            <a:endParaRPr lang="en-US" altLang="zh-CN"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a:p>
            <a:pPr>
              <a:buClr>
                <a:schemeClr val="bg1">
                  <a:lumMod val="50000"/>
                </a:schemeClr>
              </a:buClr>
            </a:pPr>
            <a:r>
              <a:rPr lang="zh-CN" altLang="en-US"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堆叠</a:t>
            </a:r>
            <a:r>
              <a:rPr lang="en-US" altLang="zh-CN"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a:t>
            </a:r>
            <a:r>
              <a:rPr lang="zh-CN" altLang="en-US"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集群概述</a:t>
            </a:r>
            <a:endParaRPr lang="en-US" altLang="zh-CN"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3908026631"/>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sym typeface="Huawei Sans" panose="020C0503030203020204" pitchFamily="34" charset="0"/>
              </a:rPr>
              <a:t>手工模式</a:t>
            </a:r>
            <a:endParaRPr lang="zh-CN" altLang="en-US" dirty="0">
              <a:sym typeface="Huawei Sans" panose="020C0503030203020204" pitchFamily="34" charset="0"/>
            </a:endParaRPr>
          </a:p>
        </p:txBody>
      </p:sp>
      <p:sp>
        <p:nvSpPr>
          <p:cNvPr id="4" name="文本占位符 3"/>
          <p:cNvSpPr>
            <a:spLocks noGrp="1"/>
          </p:cNvSpPr>
          <p:nvPr>
            <p:ph type="body" sz="quarter" idx="10"/>
          </p:nvPr>
        </p:nvSpPr>
        <p:spPr>
          <a:xfrm>
            <a:off x="468317" y="4762301"/>
            <a:ext cx="11276183" cy="1748239"/>
          </a:xfrm>
        </p:spPr>
        <p:txBody>
          <a:bodyPr/>
          <a:lstStyle/>
          <a:p>
            <a:pPr>
              <a:buSzPct val="100000"/>
            </a:pPr>
            <a:r>
              <a:rPr lang="zh-CN" altLang="en-US" sz="1600"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手工模式：</a:t>
            </a:r>
            <a:r>
              <a:rPr lang="en-US" altLang="zh-CN" sz="1600"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 Eth-Trunk</a:t>
            </a:r>
            <a:r>
              <a:rPr lang="zh-CN" altLang="en-US" sz="1600"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的建立、成员接口的加入均由手动配置，双方系统之间不使用</a:t>
            </a:r>
            <a:r>
              <a:rPr lang="en-US" altLang="zh-CN" sz="1600"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LACP</a:t>
            </a:r>
            <a:r>
              <a:rPr lang="zh-CN" altLang="en-US" sz="1600"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进行协商。</a:t>
            </a:r>
            <a:endParaRPr lang="en-US" altLang="zh-CN" sz="1600"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a:buSzPct val="100000"/>
            </a:pPr>
            <a:r>
              <a:rPr lang="zh-CN" altLang="en-US" sz="1600"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正常情况下所有链路都是活动链路，该模式下所有活动链路都参与数据的转发，平均分担流量，如果某条活动链路故障，链路聚合组自动在剩余的活动链路中平均分担流量。</a:t>
            </a:r>
            <a:endParaRPr lang="en-US" altLang="zh-CN" sz="1600"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a:buSzPct val="100000"/>
            </a:pPr>
            <a:r>
              <a:rPr lang="zh-CN" altLang="en-US" sz="1600"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当聚合的两端设备中存在一个不支持</a:t>
            </a:r>
            <a:r>
              <a:rPr lang="en-US" altLang="zh-CN" sz="1600"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LACP</a:t>
            </a:r>
            <a:r>
              <a:rPr lang="zh-CN" altLang="en-US" sz="1600"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协议时，可以使用手工模式。</a:t>
            </a:r>
          </a:p>
          <a:p>
            <a:endParaRPr lang="zh-CN" altLang="en-US" sz="1600" dirty="0"/>
          </a:p>
        </p:txBody>
      </p:sp>
      <p:sp>
        <p:nvSpPr>
          <p:cNvPr id="77" name="圆角矩形 76"/>
          <p:cNvSpPr/>
          <p:nvPr/>
        </p:nvSpPr>
        <p:spPr>
          <a:xfrm>
            <a:off x="4482533" y="4058444"/>
            <a:ext cx="3112424" cy="582882"/>
          </a:xfrm>
          <a:prstGeom prst="roundRect">
            <a:avLst>
              <a:gd name="adj" fmla="val 7486"/>
            </a:avLst>
          </a:prstGeom>
          <a:solidFill>
            <a:srgbClr val="FFFFCC"/>
          </a:solidFill>
          <a:ln w="9525">
            <a:solidFill>
              <a:srgbClr val="FFD17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ts val="2199"/>
              </a:lnSpc>
            </a:pPr>
            <a:r>
              <a:rPr lang="zh-CN" altLang="en-US" sz="1399"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设备老旧、低端，不支持</a:t>
            </a:r>
            <a:r>
              <a:rPr lang="en-US" altLang="zh-CN" sz="1399"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LACP</a:t>
            </a:r>
            <a:r>
              <a:rPr lang="zh-CN" altLang="en-US" sz="1399"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协议。</a:t>
            </a:r>
          </a:p>
        </p:txBody>
      </p:sp>
      <p:sp>
        <p:nvSpPr>
          <p:cNvPr id="90" name="Freeform 67"/>
          <p:cNvSpPr/>
          <p:nvPr/>
        </p:nvSpPr>
        <p:spPr>
          <a:xfrm rot="5400000" flipV="1">
            <a:off x="3528172" y="3492011"/>
            <a:ext cx="857199" cy="877070"/>
          </a:xfrm>
          <a:custGeom>
            <a:avLst/>
            <a:gdLst>
              <a:gd name="connsiteX0" fmla="*/ 0 w 2243470"/>
              <a:gd name="connsiteY0" fmla="*/ 0 h 1222744"/>
              <a:gd name="connsiteX1" fmla="*/ 2137144 w 2243470"/>
              <a:gd name="connsiteY1" fmla="*/ 861238 h 1222744"/>
              <a:gd name="connsiteX2" fmla="*/ 2243470 w 2243470"/>
              <a:gd name="connsiteY2" fmla="*/ 701749 h 1222744"/>
              <a:gd name="connsiteX3" fmla="*/ 2232837 w 2243470"/>
              <a:gd name="connsiteY3" fmla="*/ 1169582 h 1222744"/>
              <a:gd name="connsiteX4" fmla="*/ 1903228 w 2243470"/>
              <a:gd name="connsiteY4" fmla="*/ 1222744 h 1222744"/>
              <a:gd name="connsiteX5" fmla="*/ 2041451 w 2243470"/>
              <a:gd name="connsiteY5" fmla="*/ 999461 h 1222744"/>
              <a:gd name="connsiteX6" fmla="*/ 95693 w 2243470"/>
              <a:gd name="connsiteY6" fmla="*/ 712382 h 1222744"/>
              <a:gd name="connsiteX0" fmla="*/ 0 w 2243470"/>
              <a:gd name="connsiteY0" fmla="*/ 0 h 1222744"/>
              <a:gd name="connsiteX1" fmla="*/ 2137144 w 2243470"/>
              <a:gd name="connsiteY1" fmla="*/ 861238 h 1222744"/>
              <a:gd name="connsiteX2" fmla="*/ 2243470 w 2243470"/>
              <a:gd name="connsiteY2" fmla="*/ 701749 h 1222744"/>
              <a:gd name="connsiteX3" fmla="*/ 2232837 w 2243470"/>
              <a:gd name="connsiteY3" fmla="*/ 1169582 h 1222744"/>
              <a:gd name="connsiteX4" fmla="*/ 1903228 w 2243470"/>
              <a:gd name="connsiteY4" fmla="*/ 1222744 h 1222744"/>
              <a:gd name="connsiteX5" fmla="*/ 2041451 w 2243470"/>
              <a:gd name="connsiteY5" fmla="*/ 999461 h 1222744"/>
              <a:gd name="connsiteX6" fmla="*/ 95693 w 2243470"/>
              <a:gd name="connsiteY6" fmla="*/ 712382 h 1222744"/>
              <a:gd name="connsiteX0" fmla="*/ 10140 w 2253610"/>
              <a:gd name="connsiteY0" fmla="*/ 0 h 1222744"/>
              <a:gd name="connsiteX1" fmla="*/ 2147284 w 2253610"/>
              <a:gd name="connsiteY1" fmla="*/ 861238 h 1222744"/>
              <a:gd name="connsiteX2" fmla="*/ 2253610 w 2253610"/>
              <a:gd name="connsiteY2" fmla="*/ 701749 h 1222744"/>
              <a:gd name="connsiteX3" fmla="*/ 2242977 w 2253610"/>
              <a:gd name="connsiteY3" fmla="*/ 1169582 h 1222744"/>
              <a:gd name="connsiteX4" fmla="*/ 1913368 w 2253610"/>
              <a:gd name="connsiteY4" fmla="*/ 1222744 h 1222744"/>
              <a:gd name="connsiteX5" fmla="*/ 2051591 w 2253610"/>
              <a:gd name="connsiteY5" fmla="*/ 999461 h 1222744"/>
              <a:gd name="connsiteX6" fmla="*/ 0 w 2253610"/>
              <a:gd name="connsiteY6" fmla="*/ 780115 h 1222744"/>
              <a:gd name="connsiteX0" fmla="*/ 10140 w 2253610"/>
              <a:gd name="connsiteY0" fmla="*/ 0 h 1222744"/>
              <a:gd name="connsiteX1" fmla="*/ 2147284 w 2253610"/>
              <a:gd name="connsiteY1" fmla="*/ 861238 h 1222744"/>
              <a:gd name="connsiteX2" fmla="*/ 2253610 w 2253610"/>
              <a:gd name="connsiteY2" fmla="*/ 701749 h 1222744"/>
              <a:gd name="connsiteX3" fmla="*/ 2242977 w 2253610"/>
              <a:gd name="connsiteY3" fmla="*/ 1169582 h 1222744"/>
              <a:gd name="connsiteX4" fmla="*/ 1913368 w 2253610"/>
              <a:gd name="connsiteY4" fmla="*/ 1222744 h 1222744"/>
              <a:gd name="connsiteX5" fmla="*/ 2051591 w 2253610"/>
              <a:gd name="connsiteY5" fmla="*/ 999461 h 1222744"/>
              <a:gd name="connsiteX6" fmla="*/ 0 w 2253610"/>
              <a:gd name="connsiteY6" fmla="*/ 780115 h 1222744"/>
              <a:gd name="connsiteX0" fmla="*/ 0 w 2370470"/>
              <a:gd name="connsiteY0" fmla="*/ 0 h 1138077"/>
              <a:gd name="connsiteX1" fmla="*/ 2264144 w 2370470"/>
              <a:gd name="connsiteY1" fmla="*/ 776571 h 1138077"/>
              <a:gd name="connsiteX2" fmla="*/ 2370470 w 2370470"/>
              <a:gd name="connsiteY2" fmla="*/ 617082 h 1138077"/>
              <a:gd name="connsiteX3" fmla="*/ 2359837 w 2370470"/>
              <a:gd name="connsiteY3" fmla="*/ 1084915 h 1138077"/>
              <a:gd name="connsiteX4" fmla="*/ 2030228 w 2370470"/>
              <a:gd name="connsiteY4" fmla="*/ 1138077 h 1138077"/>
              <a:gd name="connsiteX5" fmla="*/ 2168451 w 2370470"/>
              <a:gd name="connsiteY5" fmla="*/ 914794 h 1138077"/>
              <a:gd name="connsiteX6" fmla="*/ 116860 w 2370470"/>
              <a:gd name="connsiteY6" fmla="*/ 695448 h 1138077"/>
              <a:gd name="connsiteX0" fmla="*/ 0 w 2370470"/>
              <a:gd name="connsiteY0" fmla="*/ 0 h 1138077"/>
              <a:gd name="connsiteX1" fmla="*/ 2264144 w 2370470"/>
              <a:gd name="connsiteY1" fmla="*/ 776571 h 1138077"/>
              <a:gd name="connsiteX2" fmla="*/ 2370470 w 2370470"/>
              <a:gd name="connsiteY2" fmla="*/ 617082 h 1138077"/>
              <a:gd name="connsiteX3" fmla="*/ 2359837 w 2370470"/>
              <a:gd name="connsiteY3" fmla="*/ 1084915 h 1138077"/>
              <a:gd name="connsiteX4" fmla="*/ 2030228 w 2370470"/>
              <a:gd name="connsiteY4" fmla="*/ 1138077 h 1138077"/>
              <a:gd name="connsiteX5" fmla="*/ 2168451 w 2370470"/>
              <a:gd name="connsiteY5" fmla="*/ 914794 h 1138077"/>
              <a:gd name="connsiteX6" fmla="*/ 116860 w 2370470"/>
              <a:gd name="connsiteY6" fmla="*/ 695448 h 1138077"/>
              <a:gd name="connsiteX0" fmla="*/ 0 w 2370470"/>
              <a:gd name="connsiteY0" fmla="*/ 0 h 1138077"/>
              <a:gd name="connsiteX1" fmla="*/ 2264144 w 2370470"/>
              <a:gd name="connsiteY1" fmla="*/ 776571 h 1138077"/>
              <a:gd name="connsiteX2" fmla="*/ 2370470 w 2370470"/>
              <a:gd name="connsiteY2" fmla="*/ 617082 h 1138077"/>
              <a:gd name="connsiteX3" fmla="*/ 2359837 w 2370470"/>
              <a:gd name="connsiteY3" fmla="*/ 1084915 h 1138077"/>
              <a:gd name="connsiteX4" fmla="*/ 2030228 w 2370470"/>
              <a:gd name="connsiteY4" fmla="*/ 1138077 h 1138077"/>
              <a:gd name="connsiteX5" fmla="*/ 2168451 w 2370470"/>
              <a:gd name="connsiteY5" fmla="*/ 914794 h 1138077"/>
              <a:gd name="connsiteX6" fmla="*/ 116860 w 2370470"/>
              <a:gd name="connsiteY6" fmla="*/ 695448 h 1138077"/>
              <a:gd name="connsiteX0" fmla="*/ 0 w 2370470"/>
              <a:gd name="connsiteY0" fmla="*/ 0 h 1138077"/>
              <a:gd name="connsiteX1" fmla="*/ 2264144 w 2370470"/>
              <a:gd name="connsiteY1" fmla="*/ 776571 h 1138077"/>
              <a:gd name="connsiteX2" fmla="*/ 2370470 w 2370470"/>
              <a:gd name="connsiteY2" fmla="*/ 617082 h 1138077"/>
              <a:gd name="connsiteX3" fmla="*/ 2359837 w 2370470"/>
              <a:gd name="connsiteY3" fmla="*/ 1084915 h 1138077"/>
              <a:gd name="connsiteX4" fmla="*/ 2030228 w 2370470"/>
              <a:gd name="connsiteY4" fmla="*/ 1138077 h 1138077"/>
              <a:gd name="connsiteX5" fmla="*/ 2168451 w 2370470"/>
              <a:gd name="connsiteY5" fmla="*/ 914794 h 1138077"/>
              <a:gd name="connsiteX6" fmla="*/ 116860 w 2370470"/>
              <a:gd name="connsiteY6" fmla="*/ 695448 h 1138077"/>
              <a:gd name="connsiteX0" fmla="*/ 0 w 2370470"/>
              <a:gd name="connsiteY0" fmla="*/ 0 h 1084915"/>
              <a:gd name="connsiteX1" fmla="*/ 2264144 w 2370470"/>
              <a:gd name="connsiteY1" fmla="*/ 776571 h 1084915"/>
              <a:gd name="connsiteX2" fmla="*/ 2370470 w 2370470"/>
              <a:gd name="connsiteY2" fmla="*/ 617082 h 1084915"/>
              <a:gd name="connsiteX3" fmla="*/ 2359837 w 2370470"/>
              <a:gd name="connsiteY3" fmla="*/ 1084915 h 1084915"/>
              <a:gd name="connsiteX4" fmla="*/ 1915928 w 2370470"/>
              <a:gd name="connsiteY4" fmla="*/ 1066110 h 1084915"/>
              <a:gd name="connsiteX5" fmla="*/ 2168451 w 2370470"/>
              <a:gd name="connsiteY5" fmla="*/ 914794 h 1084915"/>
              <a:gd name="connsiteX6" fmla="*/ 116860 w 2370470"/>
              <a:gd name="connsiteY6" fmla="*/ 695448 h 1084915"/>
              <a:gd name="connsiteX0" fmla="*/ 0 w 2370470"/>
              <a:gd name="connsiteY0" fmla="*/ 0 h 1144182"/>
              <a:gd name="connsiteX1" fmla="*/ 2264144 w 2370470"/>
              <a:gd name="connsiteY1" fmla="*/ 776571 h 1144182"/>
              <a:gd name="connsiteX2" fmla="*/ 2370470 w 2370470"/>
              <a:gd name="connsiteY2" fmla="*/ 617082 h 1144182"/>
              <a:gd name="connsiteX3" fmla="*/ 2317504 w 2370470"/>
              <a:gd name="connsiteY3" fmla="*/ 1144182 h 1144182"/>
              <a:gd name="connsiteX4" fmla="*/ 1915928 w 2370470"/>
              <a:gd name="connsiteY4" fmla="*/ 1066110 h 1144182"/>
              <a:gd name="connsiteX5" fmla="*/ 2168451 w 2370470"/>
              <a:gd name="connsiteY5" fmla="*/ 914794 h 1144182"/>
              <a:gd name="connsiteX6" fmla="*/ 116860 w 2370470"/>
              <a:gd name="connsiteY6" fmla="*/ 695448 h 1144182"/>
              <a:gd name="connsiteX0" fmla="*/ 0 w 2370470"/>
              <a:gd name="connsiteY0" fmla="*/ 0 h 1144182"/>
              <a:gd name="connsiteX1" fmla="*/ 2238744 w 2370470"/>
              <a:gd name="connsiteY1" fmla="*/ 835838 h 1144182"/>
              <a:gd name="connsiteX2" fmla="*/ 2370470 w 2370470"/>
              <a:gd name="connsiteY2" fmla="*/ 617082 h 1144182"/>
              <a:gd name="connsiteX3" fmla="*/ 2317504 w 2370470"/>
              <a:gd name="connsiteY3" fmla="*/ 1144182 h 1144182"/>
              <a:gd name="connsiteX4" fmla="*/ 1915928 w 2370470"/>
              <a:gd name="connsiteY4" fmla="*/ 1066110 h 1144182"/>
              <a:gd name="connsiteX5" fmla="*/ 2168451 w 2370470"/>
              <a:gd name="connsiteY5" fmla="*/ 914794 h 1144182"/>
              <a:gd name="connsiteX6" fmla="*/ 116860 w 2370470"/>
              <a:gd name="connsiteY6" fmla="*/ 695448 h 1144182"/>
              <a:gd name="connsiteX0" fmla="*/ 0 w 2332370"/>
              <a:gd name="connsiteY0" fmla="*/ 0 h 1144182"/>
              <a:gd name="connsiteX1" fmla="*/ 2238744 w 2332370"/>
              <a:gd name="connsiteY1" fmla="*/ 835838 h 1144182"/>
              <a:gd name="connsiteX2" fmla="*/ 2332370 w 2332370"/>
              <a:gd name="connsiteY2" fmla="*/ 710215 h 1144182"/>
              <a:gd name="connsiteX3" fmla="*/ 2317504 w 2332370"/>
              <a:gd name="connsiteY3" fmla="*/ 1144182 h 1144182"/>
              <a:gd name="connsiteX4" fmla="*/ 1915928 w 2332370"/>
              <a:gd name="connsiteY4" fmla="*/ 1066110 h 1144182"/>
              <a:gd name="connsiteX5" fmla="*/ 2168451 w 2332370"/>
              <a:gd name="connsiteY5" fmla="*/ 914794 h 1144182"/>
              <a:gd name="connsiteX6" fmla="*/ 116860 w 2332370"/>
              <a:gd name="connsiteY6" fmla="*/ 695448 h 1144182"/>
              <a:gd name="connsiteX0" fmla="*/ 0 w 2332370"/>
              <a:gd name="connsiteY0" fmla="*/ 0 h 1144182"/>
              <a:gd name="connsiteX1" fmla="*/ 2238744 w 2332370"/>
              <a:gd name="connsiteY1" fmla="*/ 835838 h 1144182"/>
              <a:gd name="connsiteX2" fmla="*/ 2332370 w 2332370"/>
              <a:gd name="connsiteY2" fmla="*/ 710215 h 1144182"/>
              <a:gd name="connsiteX3" fmla="*/ 2317504 w 2332370"/>
              <a:gd name="connsiteY3" fmla="*/ 1144182 h 1144182"/>
              <a:gd name="connsiteX4" fmla="*/ 2025995 w 2332370"/>
              <a:gd name="connsiteY4" fmla="*/ 1040710 h 1144182"/>
              <a:gd name="connsiteX5" fmla="*/ 2168451 w 2332370"/>
              <a:gd name="connsiteY5" fmla="*/ 914794 h 1144182"/>
              <a:gd name="connsiteX6" fmla="*/ 116860 w 2332370"/>
              <a:gd name="connsiteY6" fmla="*/ 695448 h 1144182"/>
              <a:gd name="connsiteX0" fmla="*/ 0 w 2357770"/>
              <a:gd name="connsiteY0" fmla="*/ 0 h 1144182"/>
              <a:gd name="connsiteX1" fmla="*/ 2238744 w 2357770"/>
              <a:gd name="connsiteY1" fmla="*/ 835838 h 1144182"/>
              <a:gd name="connsiteX2" fmla="*/ 2357770 w 2357770"/>
              <a:gd name="connsiteY2" fmla="*/ 744082 h 1144182"/>
              <a:gd name="connsiteX3" fmla="*/ 2317504 w 2357770"/>
              <a:gd name="connsiteY3" fmla="*/ 1144182 h 1144182"/>
              <a:gd name="connsiteX4" fmla="*/ 2025995 w 2357770"/>
              <a:gd name="connsiteY4" fmla="*/ 1040710 h 1144182"/>
              <a:gd name="connsiteX5" fmla="*/ 2168451 w 2357770"/>
              <a:gd name="connsiteY5" fmla="*/ 914794 h 1144182"/>
              <a:gd name="connsiteX6" fmla="*/ 116860 w 2357770"/>
              <a:gd name="connsiteY6" fmla="*/ 695448 h 1144182"/>
              <a:gd name="connsiteX0" fmla="*/ 0 w 2357770"/>
              <a:gd name="connsiteY0" fmla="*/ 0 h 1144182"/>
              <a:gd name="connsiteX1" fmla="*/ 2238744 w 2357770"/>
              <a:gd name="connsiteY1" fmla="*/ 899338 h 1144182"/>
              <a:gd name="connsiteX2" fmla="*/ 2357770 w 2357770"/>
              <a:gd name="connsiteY2" fmla="*/ 744082 h 1144182"/>
              <a:gd name="connsiteX3" fmla="*/ 2317504 w 2357770"/>
              <a:gd name="connsiteY3" fmla="*/ 1144182 h 1144182"/>
              <a:gd name="connsiteX4" fmla="*/ 2025995 w 2357770"/>
              <a:gd name="connsiteY4" fmla="*/ 1040710 h 1144182"/>
              <a:gd name="connsiteX5" fmla="*/ 2168451 w 2357770"/>
              <a:gd name="connsiteY5" fmla="*/ 914794 h 1144182"/>
              <a:gd name="connsiteX6" fmla="*/ 116860 w 2357770"/>
              <a:gd name="connsiteY6" fmla="*/ 695448 h 1144182"/>
              <a:gd name="connsiteX0" fmla="*/ 0 w 2357770"/>
              <a:gd name="connsiteY0" fmla="*/ 0 h 1144182"/>
              <a:gd name="connsiteX1" fmla="*/ 2238744 w 2357770"/>
              <a:gd name="connsiteY1" fmla="*/ 899338 h 1144182"/>
              <a:gd name="connsiteX2" fmla="*/ 2357770 w 2357770"/>
              <a:gd name="connsiteY2" fmla="*/ 744082 h 1144182"/>
              <a:gd name="connsiteX3" fmla="*/ 2317504 w 2357770"/>
              <a:gd name="connsiteY3" fmla="*/ 1144182 h 1144182"/>
              <a:gd name="connsiteX4" fmla="*/ 2025995 w 2357770"/>
              <a:gd name="connsiteY4" fmla="*/ 1040710 h 1144182"/>
              <a:gd name="connsiteX5" fmla="*/ 2172685 w 2357770"/>
              <a:gd name="connsiteY5" fmla="*/ 935960 h 1144182"/>
              <a:gd name="connsiteX6" fmla="*/ 116860 w 2357770"/>
              <a:gd name="connsiteY6" fmla="*/ 695448 h 1144182"/>
              <a:gd name="connsiteX0" fmla="*/ 0 w 2345070"/>
              <a:gd name="connsiteY0" fmla="*/ 0 h 1144182"/>
              <a:gd name="connsiteX1" fmla="*/ 2238744 w 2345070"/>
              <a:gd name="connsiteY1" fmla="*/ 899338 h 1144182"/>
              <a:gd name="connsiteX2" fmla="*/ 2345070 w 2345070"/>
              <a:gd name="connsiteY2" fmla="*/ 744082 h 1144182"/>
              <a:gd name="connsiteX3" fmla="*/ 2317504 w 2345070"/>
              <a:gd name="connsiteY3" fmla="*/ 1144182 h 1144182"/>
              <a:gd name="connsiteX4" fmla="*/ 2025995 w 2345070"/>
              <a:gd name="connsiteY4" fmla="*/ 1040710 h 1144182"/>
              <a:gd name="connsiteX5" fmla="*/ 2172685 w 2345070"/>
              <a:gd name="connsiteY5" fmla="*/ 935960 h 1144182"/>
              <a:gd name="connsiteX6" fmla="*/ 116860 w 2345070"/>
              <a:gd name="connsiteY6" fmla="*/ 695448 h 1144182"/>
              <a:gd name="connsiteX0" fmla="*/ 0 w 2357770"/>
              <a:gd name="connsiteY0" fmla="*/ 0 h 1144182"/>
              <a:gd name="connsiteX1" fmla="*/ 2238744 w 2357770"/>
              <a:gd name="connsiteY1" fmla="*/ 899338 h 1144182"/>
              <a:gd name="connsiteX2" fmla="*/ 2357770 w 2357770"/>
              <a:gd name="connsiteY2" fmla="*/ 756782 h 1144182"/>
              <a:gd name="connsiteX3" fmla="*/ 2317504 w 2357770"/>
              <a:gd name="connsiteY3" fmla="*/ 1144182 h 1144182"/>
              <a:gd name="connsiteX4" fmla="*/ 2025995 w 2357770"/>
              <a:gd name="connsiteY4" fmla="*/ 1040710 h 1144182"/>
              <a:gd name="connsiteX5" fmla="*/ 2172685 w 2357770"/>
              <a:gd name="connsiteY5" fmla="*/ 935960 h 1144182"/>
              <a:gd name="connsiteX6" fmla="*/ 116860 w 2357770"/>
              <a:gd name="connsiteY6" fmla="*/ 695448 h 1144182"/>
              <a:gd name="connsiteX0" fmla="*/ 0 w 2357770"/>
              <a:gd name="connsiteY0" fmla="*/ 0 h 1118782"/>
              <a:gd name="connsiteX1" fmla="*/ 2238744 w 2357770"/>
              <a:gd name="connsiteY1" fmla="*/ 899338 h 1118782"/>
              <a:gd name="connsiteX2" fmla="*/ 2357770 w 2357770"/>
              <a:gd name="connsiteY2" fmla="*/ 756782 h 1118782"/>
              <a:gd name="connsiteX3" fmla="*/ 2355604 w 2357770"/>
              <a:gd name="connsiteY3" fmla="*/ 1118782 h 1118782"/>
              <a:gd name="connsiteX4" fmla="*/ 2025995 w 2357770"/>
              <a:gd name="connsiteY4" fmla="*/ 1040710 h 1118782"/>
              <a:gd name="connsiteX5" fmla="*/ 2172685 w 2357770"/>
              <a:gd name="connsiteY5" fmla="*/ 935960 h 1118782"/>
              <a:gd name="connsiteX6" fmla="*/ 116860 w 2357770"/>
              <a:gd name="connsiteY6" fmla="*/ 695448 h 1118782"/>
              <a:gd name="connsiteX0" fmla="*/ 0 w 2357770"/>
              <a:gd name="connsiteY0" fmla="*/ 0 h 1135715"/>
              <a:gd name="connsiteX1" fmla="*/ 2238744 w 2357770"/>
              <a:gd name="connsiteY1" fmla="*/ 899338 h 1135715"/>
              <a:gd name="connsiteX2" fmla="*/ 2357770 w 2357770"/>
              <a:gd name="connsiteY2" fmla="*/ 756782 h 1135715"/>
              <a:gd name="connsiteX3" fmla="*/ 2347138 w 2357770"/>
              <a:gd name="connsiteY3" fmla="*/ 1135715 h 1135715"/>
              <a:gd name="connsiteX4" fmla="*/ 2025995 w 2357770"/>
              <a:gd name="connsiteY4" fmla="*/ 1040710 h 1135715"/>
              <a:gd name="connsiteX5" fmla="*/ 2172685 w 2357770"/>
              <a:gd name="connsiteY5" fmla="*/ 935960 h 1135715"/>
              <a:gd name="connsiteX6" fmla="*/ 116860 w 2357770"/>
              <a:gd name="connsiteY6" fmla="*/ 695448 h 1135715"/>
              <a:gd name="connsiteX0" fmla="*/ 0 w 2357770"/>
              <a:gd name="connsiteY0" fmla="*/ 0 h 1135715"/>
              <a:gd name="connsiteX1" fmla="*/ 2238744 w 2357770"/>
              <a:gd name="connsiteY1" fmla="*/ 899338 h 1135715"/>
              <a:gd name="connsiteX2" fmla="*/ 2357770 w 2357770"/>
              <a:gd name="connsiteY2" fmla="*/ 773715 h 1135715"/>
              <a:gd name="connsiteX3" fmla="*/ 2347138 w 2357770"/>
              <a:gd name="connsiteY3" fmla="*/ 1135715 h 1135715"/>
              <a:gd name="connsiteX4" fmla="*/ 2025995 w 2357770"/>
              <a:gd name="connsiteY4" fmla="*/ 1040710 h 1135715"/>
              <a:gd name="connsiteX5" fmla="*/ 2172685 w 2357770"/>
              <a:gd name="connsiteY5" fmla="*/ 935960 h 1135715"/>
              <a:gd name="connsiteX6" fmla="*/ 116860 w 2357770"/>
              <a:gd name="connsiteY6" fmla="*/ 695448 h 1135715"/>
              <a:gd name="connsiteX0" fmla="*/ 0 w 2357770"/>
              <a:gd name="connsiteY0" fmla="*/ 0 h 1135715"/>
              <a:gd name="connsiteX1" fmla="*/ 2238744 w 2357770"/>
              <a:gd name="connsiteY1" fmla="*/ 899338 h 1135715"/>
              <a:gd name="connsiteX2" fmla="*/ 2357770 w 2357770"/>
              <a:gd name="connsiteY2" fmla="*/ 814990 h 1135715"/>
              <a:gd name="connsiteX3" fmla="*/ 2347138 w 2357770"/>
              <a:gd name="connsiteY3" fmla="*/ 1135715 h 1135715"/>
              <a:gd name="connsiteX4" fmla="*/ 2025995 w 2357770"/>
              <a:gd name="connsiteY4" fmla="*/ 1040710 h 1135715"/>
              <a:gd name="connsiteX5" fmla="*/ 2172685 w 2357770"/>
              <a:gd name="connsiteY5" fmla="*/ 935960 h 1135715"/>
              <a:gd name="connsiteX6" fmla="*/ 116860 w 2357770"/>
              <a:gd name="connsiteY6" fmla="*/ 695448 h 1135715"/>
              <a:gd name="connsiteX0" fmla="*/ 0 w 2357770"/>
              <a:gd name="connsiteY0" fmla="*/ 0 h 1094440"/>
              <a:gd name="connsiteX1" fmla="*/ 2238744 w 2357770"/>
              <a:gd name="connsiteY1" fmla="*/ 899338 h 1094440"/>
              <a:gd name="connsiteX2" fmla="*/ 2357770 w 2357770"/>
              <a:gd name="connsiteY2" fmla="*/ 814990 h 1094440"/>
              <a:gd name="connsiteX3" fmla="*/ 2339171 w 2357770"/>
              <a:gd name="connsiteY3" fmla="*/ 1094440 h 1094440"/>
              <a:gd name="connsiteX4" fmla="*/ 2025995 w 2357770"/>
              <a:gd name="connsiteY4" fmla="*/ 1040710 h 1094440"/>
              <a:gd name="connsiteX5" fmla="*/ 2172685 w 2357770"/>
              <a:gd name="connsiteY5" fmla="*/ 935960 h 1094440"/>
              <a:gd name="connsiteX6" fmla="*/ 116860 w 2357770"/>
              <a:gd name="connsiteY6" fmla="*/ 695448 h 1094440"/>
              <a:gd name="connsiteX0" fmla="*/ 0 w 2430790"/>
              <a:gd name="connsiteY0" fmla="*/ 0 h 1132540"/>
              <a:gd name="connsiteX1" fmla="*/ 2238744 w 2430790"/>
              <a:gd name="connsiteY1" fmla="*/ 899338 h 1132540"/>
              <a:gd name="connsiteX2" fmla="*/ 2357770 w 2430790"/>
              <a:gd name="connsiteY2" fmla="*/ 814990 h 1132540"/>
              <a:gd name="connsiteX3" fmla="*/ 2430790 w 2430790"/>
              <a:gd name="connsiteY3" fmla="*/ 1132540 h 1132540"/>
              <a:gd name="connsiteX4" fmla="*/ 2025995 w 2430790"/>
              <a:gd name="connsiteY4" fmla="*/ 1040710 h 1132540"/>
              <a:gd name="connsiteX5" fmla="*/ 2172685 w 2430790"/>
              <a:gd name="connsiteY5" fmla="*/ 935960 h 1132540"/>
              <a:gd name="connsiteX6" fmla="*/ 116860 w 2430790"/>
              <a:gd name="connsiteY6" fmla="*/ 695448 h 1132540"/>
              <a:gd name="connsiteX0" fmla="*/ 0 w 2430790"/>
              <a:gd name="connsiteY0" fmla="*/ 0 h 1132540"/>
              <a:gd name="connsiteX1" fmla="*/ 2238744 w 2430790"/>
              <a:gd name="connsiteY1" fmla="*/ 899338 h 1132540"/>
              <a:gd name="connsiteX2" fmla="*/ 2357770 w 2430790"/>
              <a:gd name="connsiteY2" fmla="*/ 814990 h 1132540"/>
              <a:gd name="connsiteX3" fmla="*/ 2430790 w 2430790"/>
              <a:gd name="connsiteY3" fmla="*/ 1132540 h 1132540"/>
              <a:gd name="connsiteX4" fmla="*/ 2014045 w 2430790"/>
              <a:gd name="connsiteY4" fmla="*/ 1012135 h 1132540"/>
              <a:gd name="connsiteX5" fmla="*/ 2172685 w 2430790"/>
              <a:gd name="connsiteY5" fmla="*/ 935960 h 1132540"/>
              <a:gd name="connsiteX6" fmla="*/ 116860 w 2430790"/>
              <a:gd name="connsiteY6" fmla="*/ 695448 h 1132540"/>
              <a:gd name="connsiteX0" fmla="*/ 0 w 2430790"/>
              <a:gd name="connsiteY0" fmla="*/ 0 h 1132540"/>
              <a:gd name="connsiteX1" fmla="*/ 2238744 w 2430790"/>
              <a:gd name="connsiteY1" fmla="*/ 899338 h 1132540"/>
              <a:gd name="connsiteX2" fmla="*/ 2317936 w 2430790"/>
              <a:gd name="connsiteY2" fmla="*/ 795940 h 1132540"/>
              <a:gd name="connsiteX3" fmla="*/ 2430790 w 2430790"/>
              <a:gd name="connsiteY3" fmla="*/ 1132540 h 1132540"/>
              <a:gd name="connsiteX4" fmla="*/ 2014045 w 2430790"/>
              <a:gd name="connsiteY4" fmla="*/ 1012135 h 1132540"/>
              <a:gd name="connsiteX5" fmla="*/ 2172685 w 2430790"/>
              <a:gd name="connsiteY5" fmla="*/ 935960 h 1132540"/>
              <a:gd name="connsiteX6" fmla="*/ 116860 w 2430790"/>
              <a:gd name="connsiteY6" fmla="*/ 695448 h 1132540"/>
              <a:gd name="connsiteX0" fmla="*/ 0 w 2418840"/>
              <a:gd name="connsiteY0" fmla="*/ 0 h 1119840"/>
              <a:gd name="connsiteX1" fmla="*/ 2238744 w 2418840"/>
              <a:gd name="connsiteY1" fmla="*/ 899338 h 1119840"/>
              <a:gd name="connsiteX2" fmla="*/ 2317936 w 2418840"/>
              <a:gd name="connsiteY2" fmla="*/ 795940 h 1119840"/>
              <a:gd name="connsiteX3" fmla="*/ 2418840 w 2418840"/>
              <a:gd name="connsiteY3" fmla="*/ 1119840 h 1119840"/>
              <a:gd name="connsiteX4" fmla="*/ 2014045 w 2418840"/>
              <a:gd name="connsiteY4" fmla="*/ 1012135 h 1119840"/>
              <a:gd name="connsiteX5" fmla="*/ 2172685 w 2418840"/>
              <a:gd name="connsiteY5" fmla="*/ 935960 h 1119840"/>
              <a:gd name="connsiteX6" fmla="*/ 116860 w 2418840"/>
              <a:gd name="connsiteY6" fmla="*/ 695448 h 11198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418840" h="1119840">
                <a:moveTo>
                  <a:pt x="0" y="0"/>
                </a:moveTo>
                <a:cubicBezTo>
                  <a:pt x="1542115" y="93757"/>
                  <a:pt x="2025896" y="712448"/>
                  <a:pt x="2238744" y="899338"/>
                </a:cubicBezTo>
                <a:lnTo>
                  <a:pt x="2317936" y="795940"/>
                </a:lnTo>
                <a:lnTo>
                  <a:pt x="2418840" y="1119840"/>
                </a:lnTo>
                <a:lnTo>
                  <a:pt x="2014045" y="1012135"/>
                </a:lnTo>
                <a:lnTo>
                  <a:pt x="2172685" y="935960"/>
                </a:lnTo>
                <a:cubicBezTo>
                  <a:pt x="1329367" y="531234"/>
                  <a:pt x="409846" y="668374"/>
                  <a:pt x="116860" y="695448"/>
                </a:cubicBezTo>
              </a:path>
            </a:pathLst>
          </a:custGeom>
          <a:gradFill flip="none" rotWithShape="1">
            <a:gsLst>
              <a:gs pos="23000">
                <a:schemeClr val="accent1">
                  <a:lumMod val="5000"/>
                  <a:lumOff val="95000"/>
                  <a:alpha val="0"/>
                </a:schemeClr>
              </a:gs>
              <a:gs pos="100000">
                <a:srgbClr val="FFCC66"/>
              </a:gs>
            </a:gsLst>
            <a:lin ang="2700000" scaled="1"/>
            <a:tileRect/>
          </a:gradFill>
          <a:ln>
            <a:gradFill flip="none" rotWithShape="1">
              <a:gsLst>
                <a:gs pos="26000">
                  <a:schemeClr val="accent1">
                    <a:lumMod val="0"/>
                    <a:lumOff val="100000"/>
                    <a:alpha val="0"/>
                  </a:schemeClr>
                </a:gs>
                <a:gs pos="71000">
                  <a:srgbClr val="FF9933"/>
                </a:gs>
              </a:gsLst>
              <a:lin ang="27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3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0" name="圆角矩形 39"/>
          <p:cNvSpPr/>
          <p:nvPr/>
        </p:nvSpPr>
        <p:spPr>
          <a:xfrm>
            <a:off x="3455445" y="1924039"/>
            <a:ext cx="902509" cy="1580965"/>
          </a:xfrm>
          <a:prstGeom prst="roundRect">
            <a:avLst>
              <a:gd name="adj" fmla="val 7243"/>
            </a:avLst>
          </a:prstGeom>
          <a:solidFill>
            <a:srgbClr val="F4FBFE"/>
          </a:solidFill>
          <a:ln w="9525" cap="flat" cmpd="sng" algn="ctr">
            <a:solidFill>
              <a:srgbClr val="99DFF9"/>
            </a:solidFill>
            <a:prstDash val="solid"/>
          </a:ln>
          <a:effectLst/>
        </p:spPr>
        <p:txBody>
          <a:bodyPr rtlCol="0" anchor="ctr"/>
          <a:lstStyle/>
          <a:p>
            <a:pPr algn="ctr" defTabSz="914034" fontAlgn="t">
              <a:spcBef>
                <a:spcPct val="0"/>
              </a:spcBef>
              <a:spcAft>
                <a:spcPct val="0"/>
              </a:spcAft>
              <a:defRPr/>
            </a:pP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1" name="圆角矩形 40"/>
          <p:cNvSpPr/>
          <p:nvPr/>
        </p:nvSpPr>
        <p:spPr>
          <a:xfrm>
            <a:off x="7674504" y="1924039"/>
            <a:ext cx="902509" cy="1580965"/>
          </a:xfrm>
          <a:prstGeom prst="roundRect">
            <a:avLst>
              <a:gd name="adj" fmla="val 7243"/>
            </a:avLst>
          </a:prstGeom>
          <a:solidFill>
            <a:srgbClr val="F4FBFE"/>
          </a:solidFill>
          <a:ln w="9525" cap="flat" cmpd="sng" algn="ctr">
            <a:solidFill>
              <a:srgbClr val="99DFF9"/>
            </a:solidFill>
            <a:prstDash val="solid"/>
          </a:ln>
          <a:effectLst/>
        </p:spPr>
        <p:txBody>
          <a:bodyPr rtlCol="0" anchor="ctr"/>
          <a:lstStyle/>
          <a:p>
            <a:pPr algn="ctr" defTabSz="914034" fontAlgn="t">
              <a:spcBef>
                <a:spcPct val="0"/>
              </a:spcBef>
              <a:spcAft>
                <a:spcPct val="0"/>
              </a:spcAft>
              <a:defRPr/>
            </a:pP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2" name="矩形 41"/>
          <p:cNvSpPr/>
          <p:nvPr/>
        </p:nvSpPr>
        <p:spPr>
          <a:xfrm>
            <a:off x="3596882" y="1965347"/>
            <a:ext cx="663115" cy="307657"/>
          </a:xfrm>
          <a:prstGeom prst="rect">
            <a:avLst/>
          </a:prstGeom>
        </p:spPr>
        <p:txBody>
          <a:bodyPr wrap="square">
            <a:spAutoFit/>
          </a:bodyPr>
          <a:lstStyle/>
          <a:p>
            <a:pPr algn="ctr"/>
            <a:r>
              <a:rPr lang="en-US" altLang="zh-CN" sz="1399" b="1" dirty="0">
                <a:latin typeface="Huawei Sans" panose="020C0503030203020204" pitchFamily="34" charset="0"/>
                <a:ea typeface="方正兰亭黑简体" panose="02000000000000000000" pitchFamily="2" charset="-122"/>
                <a:sym typeface="Huawei Sans" panose="020C0503030203020204" pitchFamily="34" charset="0"/>
              </a:rPr>
              <a:t>SW1</a:t>
            </a:r>
            <a:endParaRPr lang="zh-CN" altLang="en-US" sz="1399"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8" name="矩形 47"/>
          <p:cNvSpPr/>
          <p:nvPr/>
        </p:nvSpPr>
        <p:spPr>
          <a:xfrm>
            <a:off x="7794201" y="1965347"/>
            <a:ext cx="663115" cy="307657"/>
          </a:xfrm>
          <a:prstGeom prst="rect">
            <a:avLst/>
          </a:prstGeom>
        </p:spPr>
        <p:txBody>
          <a:bodyPr wrap="square">
            <a:spAutoFit/>
          </a:bodyPr>
          <a:lstStyle/>
          <a:p>
            <a:pPr algn="ctr"/>
            <a:r>
              <a:rPr lang="en-US" altLang="zh-CN" sz="1399" b="1" dirty="0">
                <a:latin typeface="Huawei Sans" panose="020C0503030203020204" pitchFamily="34" charset="0"/>
                <a:ea typeface="方正兰亭黑简体" panose="02000000000000000000" pitchFamily="2" charset="-122"/>
                <a:sym typeface="Huawei Sans" panose="020C0503030203020204" pitchFamily="34" charset="0"/>
              </a:rPr>
              <a:t>SW2</a:t>
            </a:r>
            <a:endParaRPr lang="zh-CN" altLang="en-US" sz="1399" b="1"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49" name="组合 48"/>
          <p:cNvGrpSpPr/>
          <p:nvPr/>
        </p:nvGrpSpPr>
        <p:grpSpPr>
          <a:xfrm>
            <a:off x="5207347" y="2124518"/>
            <a:ext cx="1490082" cy="1061192"/>
            <a:chOff x="6632552" y="2127803"/>
            <a:chExt cx="2078272" cy="1061607"/>
          </a:xfrm>
          <a:solidFill>
            <a:srgbClr val="F4FBFE"/>
          </a:solidFill>
        </p:grpSpPr>
        <p:sp>
          <p:nvSpPr>
            <p:cNvPr id="50" name="任意多边形: 形状 67">
              <a:extLst>
                <a:ext uri="{FF2B5EF4-FFF2-40B4-BE49-F238E27FC236}">
                  <a16:creationId xmlns="" xmlns:a16="http://schemas.microsoft.com/office/drawing/2014/main" id="{DDE7F5E3-EC99-4B98-9942-9CF564C3EC09}"/>
                </a:ext>
              </a:extLst>
            </p:cNvPr>
            <p:cNvSpPr/>
            <p:nvPr/>
          </p:nvSpPr>
          <p:spPr>
            <a:xfrm flipH="1">
              <a:off x="6632552" y="2127803"/>
              <a:ext cx="1978706" cy="1061607"/>
            </a:xfrm>
            <a:custGeom>
              <a:avLst/>
              <a:gdLst>
                <a:gd name="connsiteX0" fmla="*/ 0 w 1703698"/>
                <a:gd name="connsiteY0" fmla="*/ 0 h 627538"/>
                <a:gd name="connsiteX1" fmla="*/ 1572253 w 1703698"/>
                <a:gd name="connsiteY1" fmla="*/ 0 h 627538"/>
                <a:gd name="connsiteX2" fmla="*/ 1703698 w 1703698"/>
                <a:gd name="connsiteY2" fmla="*/ 313769 h 627538"/>
                <a:gd name="connsiteX3" fmla="*/ 1572253 w 1703698"/>
                <a:gd name="connsiteY3" fmla="*/ 627538 h 627538"/>
                <a:gd name="connsiteX4" fmla="*/ 1572249 w 1703698"/>
                <a:gd name="connsiteY4" fmla="*/ 627537 h 627538"/>
                <a:gd name="connsiteX5" fmla="*/ 0 w 1703698"/>
                <a:gd name="connsiteY5" fmla="*/ 627537 h 627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03698" h="627538">
                  <a:moveTo>
                    <a:pt x="0" y="0"/>
                  </a:moveTo>
                  <a:lnTo>
                    <a:pt x="1572253" y="0"/>
                  </a:lnTo>
                  <a:cubicBezTo>
                    <a:pt x="1644848" y="0"/>
                    <a:pt x="1703698" y="140479"/>
                    <a:pt x="1703698" y="313769"/>
                  </a:cubicBezTo>
                  <a:cubicBezTo>
                    <a:pt x="1703698" y="487059"/>
                    <a:pt x="1644848" y="627538"/>
                    <a:pt x="1572253" y="627538"/>
                  </a:cubicBezTo>
                  <a:lnTo>
                    <a:pt x="1572249" y="627537"/>
                  </a:lnTo>
                  <a:lnTo>
                    <a:pt x="0" y="627537"/>
                  </a:lnTo>
                  <a:close/>
                </a:path>
              </a:pathLst>
            </a:custGeom>
            <a:grpFill/>
            <a:ln w="12700">
              <a:solidFill>
                <a:srgbClr val="99DFF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1" name="椭圆 50">
              <a:extLst>
                <a:ext uri="{FF2B5EF4-FFF2-40B4-BE49-F238E27FC236}">
                  <a16:creationId xmlns="" xmlns:a16="http://schemas.microsoft.com/office/drawing/2014/main" id="{7EEDE773-BD04-46B5-ACD7-D793E0BC1578}"/>
                </a:ext>
              </a:extLst>
            </p:cNvPr>
            <p:cNvSpPr/>
            <p:nvPr/>
          </p:nvSpPr>
          <p:spPr>
            <a:xfrm>
              <a:off x="8511691" y="2127803"/>
              <a:ext cx="199133" cy="1061607"/>
            </a:xfrm>
            <a:prstGeom prst="ellipse">
              <a:avLst/>
            </a:prstGeom>
            <a:grpFill/>
            <a:ln w="12700">
              <a:solidFill>
                <a:srgbClr val="99DFF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grpSp>
      <p:cxnSp>
        <p:nvCxnSpPr>
          <p:cNvPr id="69" name="直接箭头连接符 68">
            <a:extLst>
              <a:ext uri="{FF2B5EF4-FFF2-40B4-BE49-F238E27FC236}">
                <a16:creationId xmlns="" xmlns:a16="http://schemas.microsoft.com/office/drawing/2014/main" id="{25FFCF9E-B77D-4002-8CAE-8C36C256A152}"/>
              </a:ext>
            </a:extLst>
          </p:cNvPr>
          <p:cNvCxnSpPr>
            <a:cxnSpLocks/>
          </p:cNvCxnSpPr>
          <p:nvPr/>
        </p:nvCxnSpPr>
        <p:spPr>
          <a:xfrm>
            <a:off x="5669958" y="2713500"/>
            <a:ext cx="578894" cy="0"/>
          </a:xfrm>
          <a:prstGeom prst="straightConnector1">
            <a:avLst/>
          </a:prstGeom>
          <a:noFill/>
          <a:ln w="25400" cap="flat" cmpd="sng" algn="ctr">
            <a:solidFill>
              <a:srgbClr val="00B0F0"/>
            </a:solidFill>
            <a:prstDash val="solid"/>
            <a:headEnd type="none" w="med" len="med"/>
            <a:tailEnd type="triangle" w="med" len="med"/>
          </a:ln>
          <a:effectLst>
            <a:outerShdw blurRad="152400" dist="38100" dir="5400000" algn="t" rotWithShape="0">
              <a:prstClr val="black">
                <a:alpha val="12000"/>
              </a:prstClr>
            </a:outerShdw>
          </a:effectLst>
        </p:spPr>
      </p:cxnSp>
      <p:cxnSp>
        <p:nvCxnSpPr>
          <p:cNvPr id="71" name="直接箭头连接符 70">
            <a:extLst>
              <a:ext uri="{FF2B5EF4-FFF2-40B4-BE49-F238E27FC236}">
                <a16:creationId xmlns="" xmlns:a16="http://schemas.microsoft.com/office/drawing/2014/main" id="{25FFCF9E-B77D-4002-8CAE-8C36C256A152}"/>
              </a:ext>
            </a:extLst>
          </p:cNvPr>
          <p:cNvCxnSpPr>
            <a:cxnSpLocks/>
          </p:cNvCxnSpPr>
          <p:nvPr/>
        </p:nvCxnSpPr>
        <p:spPr>
          <a:xfrm>
            <a:off x="5669958" y="2442487"/>
            <a:ext cx="578894" cy="0"/>
          </a:xfrm>
          <a:prstGeom prst="straightConnector1">
            <a:avLst/>
          </a:prstGeom>
          <a:noFill/>
          <a:ln w="25400" cap="flat" cmpd="sng" algn="ctr">
            <a:solidFill>
              <a:srgbClr val="00B0F0"/>
            </a:solidFill>
            <a:prstDash val="solid"/>
            <a:headEnd type="none" w="med" len="med"/>
            <a:tailEnd type="triangle" w="med" len="med"/>
          </a:ln>
          <a:effectLst>
            <a:outerShdw blurRad="152400" dist="38100" dir="5400000" algn="t" rotWithShape="0">
              <a:prstClr val="black">
                <a:alpha val="12000"/>
              </a:prstClr>
            </a:outerShdw>
          </a:effectLst>
        </p:spPr>
      </p:cxnSp>
      <p:cxnSp>
        <p:nvCxnSpPr>
          <p:cNvPr id="72" name="直接箭头连接符 71">
            <a:extLst>
              <a:ext uri="{FF2B5EF4-FFF2-40B4-BE49-F238E27FC236}">
                <a16:creationId xmlns="" xmlns:a16="http://schemas.microsoft.com/office/drawing/2014/main" id="{25FFCF9E-B77D-4002-8CAE-8C36C256A152}"/>
              </a:ext>
            </a:extLst>
          </p:cNvPr>
          <p:cNvCxnSpPr>
            <a:cxnSpLocks/>
          </p:cNvCxnSpPr>
          <p:nvPr/>
        </p:nvCxnSpPr>
        <p:spPr>
          <a:xfrm>
            <a:off x="5669958" y="2984513"/>
            <a:ext cx="578894" cy="0"/>
          </a:xfrm>
          <a:prstGeom prst="straightConnector1">
            <a:avLst/>
          </a:prstGeom>
          <a:noFill/>
          <a:ln w="25400" cap="flat" cmpd="sng" algn="ctr">
            <a:solidFill>
              <a:srgbClr val="00B0F0"/>
            </a:solidFill>
            <a:prstDash val="solid"/>
            <a:headEnd type="none" w="med" len="med"/>
            <a:tailEnd type="triangle" w="med" len="med"/>
          </a:ln>
          <a:effectLst>
            <a:outerShdw blurRad="152400" dist="38100" dir="5400000" algn="t" rotWithShape="0">
              <a:prstClr val="black">
                <a:alpha val="12000"/>
              </a:prstClr>
            </a:outerShdw>
          </a:effectLst>
        </p:spPr>
      </p:cxnSp>
      <p:sp>
        <p:nvSpPr>
          <p:cNvPr id="73" name="TextBox 120">
            <a:extLst>
              <a:ext uri="{FF2B5EF4-FFF2-40B4-BE49-F238E27FC236}">
                <a16:creationId xmlns="" xmlns:a16="http://schemas.microsoft.com/office/drawing/2014/main" id="{890033A1-CB2B-46C1-843C-A395BBB7F123}"/>
              </a:ext>
            </a:extLst>
          </p:cNvPr>
          <p:cNvSpPr txBox="1"/>
          <p:nvPr/>
        </p:nvSpPr>
        <p:spPr>
          <a:xfrm>
            <a:off x="5255854" y="3252433"/>
            <a:ext cx="1298800" cy="338554"/>
          </a:xfrm>
          <a:prstGeom prst="rect">
            <a:avLst/>
          </a:prstGeom>
          <a:noFill/>
        </p:spPr>
        <p:txBody>
          <a:bodyPr wrap="square" rtlCol="0" anchor="ctr">
            <a:spAutoFit/>
          </a:bodyPr>
          <a:lstStyle/>
          <a:p>
            <a:pPr algn="ctr"/>
            <a:r>
              <a:rPr lang="en-US" altLang="zh-CN" sz="1600" b="1" dirty="0">
                <a:latin typeface="Huawei Sans" panose="020C0503030203020204" pitchFamily="34" charset="0"/>
                <a:ea typeface="方正兰亭黑简体" panose="02000000000000000000" pitchFamily="2" charset="-122"/>
                <a:sym typeface="Huawei Sans" panose="020C0503030203020204" pitchFamily="34" charset="0"/>
              </a:rPr>
              <a:t>Eth-Trunk</a:t>
            </a:r>
            <a:endParaRPr lang="zh-CN" altLang="en-US" sz="1600" b="1"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75" name="组合 74"/>
          <p:cNvGrpSpPr/>
          <p:nvPr/>
        </p:nvGrpSpPr>
        <p:grpSpPr>
          <a:xfrm>
            <a:off x="2596749" y="1924038"/>
            <a:ext cx="714096" cy="1684902"/>
            <a:chOff x="3457608" y="2904334"/>
            <a:chExt cx="714375" cy="1685560"/>
          </a:xfrm>
        </p:grpSpPr>
        <p:sp>
          <p:nvSpPr>
            <p:cNvPr id="76" name="任意多边形 75"/>
            <p:cNvSpPr/>
            <p:nvPr/>
          </p:nvSpPr>
          <p:spPr>
            <a:xfrm>
              <a:off x="3457608" y="2904334"/>
              <a:ext cx="714375" cy="396000"/>
            </a:xfrm>
            <a:custGeom>
              <a:avLst/>
              <a:gdLst>
                <a:gd name="connsiteX0" fmla="*/ 0 w 714375"/>
                <a:gd name="connsiteY0" fmla="*/ 0 h 628650"/>
                <a:gd name="connsiteX1" fmla="*/ 200025 w 714375"/>
                <a:gd name="connsiteY1" fmla="*/ 504825 h 628650"/>
                <a:gd name="connsiteX2" fmla="*/ 714375 w 714375"/>
                <a:gd name="connsiteY2" fmla="*/ 628650 h 628650"/>
              </a:gdLst>
              <a:ahLst/>
              <a:cxnLst>
                <a:cxn ang="0">
                  <a:pos x="connsiteX0" y="connsiteY0"/>
                </a:cxn>
                <a:cxn ang="0">
                  <a:pos x="connsiteX1" y="connsiteY1"/>
                </a:cxn>
                <a:cxn ang="0">
                  <a:pos x="connsiteX2" y="connsiteY2"/>
                </a:cxn>
              </a:cxnLst>
              <a:rect l="l" t="t" r="r" b="b"/>
              <a:pathLst>
                <a:path w="714375" h="628650">
                  <a:moveTo>
                    <a:pt x="0" y="0"/>
                  </a:moveTo>
                  <a:cubicBezTo>
                    <a:pt x="40481" y="200025"/>
                    <a:pt x="80963" y="400050"/>
                    <a:pt x="200025" y="504825"/>
                  </a:cubicBezTo>
                  <a:cubicBezTo>
                    <a:pt x="319088" y="609600"/>
                    <a:pt x="625475" y="614362"/>
                    <a:pt x="714375" y="628650"/>
                  </a:cubicBezTo>
                </a:path>
              </a:pathLst>
            </a:custGeom>
            <a:noFill/>
            <a:ln w="25400" cap="flat" cmpd="sng" algn="ctr">
              <a:solidFill>
                <a:srgbClr val="00B0F0"/>
              </a:solidFill>
              <a:prstDash val="solid"/>
              <a:headEnd type="none" w="med" len="med"/>
              <a:tailEnd type="triangle" w="med" len="med"/>
            </a:ln>
            <a:effectLst>
              <a:outerShdw blurRad="152400" dist="38100" dir="5400000" algn="t" rotWithShape="0">
                <a:prstClr val="black">
                  <a:alpha val="12000"/>
                </a:prstClr>
              </a:outerShdw>
            </a:effectLst>
          </p:spPr>
          <p:txBody>
            <a:bodyPr rtlCol="0" anchor="ctr"/>
            <a:lstStyle/>
            <a:p>
              <a:pPr algn="ctr"/>
              <a:endParaRPr lang="zh-CN" altLang="en-US"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9" name="任意多边形 78"/>
            <p:cNvSpPr/>
            <p:nvPr/>
          </p:nvSpPr>
          <p:spPr>
            <a:xfrm flipV="1">
              <a:off x="3457608" y="4193894"/>
              <a:ext cx="714375" cy="396000"/>
            </a:xfrm>
            <a:custGeom>
              <a:avLst/>
              <a:gdLst>
                <a:gd name="connsiteX0" fmla="*/ 0 w 714375"/>
                <a:gd name="connsiteY0" fmla="*/ 0 h 628650"/>
                <a:gd name="connsiteX1" fmla="*/ 200025 w 714375"/>
                <a:gd name="connsiteY1" fmla="*/ 504825 h 628650"/>
                <a:gd name="connsiteX2" fmla="*/ 714375 w 714375"/>
                <a:gd name="connsiteY2" fmla="*/ 628650 h 628650"/>
              </a:gdLst>
              <a:ahLst/>
              <a:cxnLst>
                <a:cxn ang="0">
                  <a:pos x="connsiteX0" y="connsiteY0"/>
                </a:cxn>
                <a:cxn ang="0">
                  <a:pos x="connsiteX1" y="connsiteY1"/>
                </a:cxn>
                <a:cxn ang="0">
                  <a:pos x="connsiteX2" y="connsiteY2"/>
                </a:cxn>
              </a:cxnLst>
              <a:rect l="l" t="t" r="r" b="b"/>
              <a:pathLst>
                <a:path w="714375" h="628650">
                  <a:moveTo>
                    <a:pt x="0" y="0"/>
                  </a:moveTo>
                  <a:cubicBezTo>
                    <a:pt x="40481" y="200025"/>
                    <a:pt x="80963" y="400050"/>
                    <a:pt x="200025" y="504825"/>
                  </a:cubicBezTo>
                  <a:cubicBezTo>
                    <a:pt x="319088" y="609600"/>
                    <a:pt x="625475" y="614362"/>
                    <a:pt x="714375" y="628650"/>
                  </a:cubicBezTo>
                </a:path>
              </a:pathLst>
            </a:custGeom>
            <a:noFill/>
            <a:ln w="25400" cap="flat" cmpd="sng" algn="ctr">
              <a:solidFill>
                <a:srgbClr val="00B0F0"/>
              </a:solidFill>
              <a:prstDash val="solid"/>
              <a:headEnd type="none" w="med" len="med"/>
              <a:tailEnd type="triangle" w="med" len="med"/>
            </a:ln>
            <a:effectLst>
              <a:outerShdw blurRad="152400" dist="38100" dir="5400000" algn="t" rotWithShape="0">
                <a:prstClr val="black">
                  <a:alpha val="12000"/>
                </a:prstClr>
              </a:outerShdw>
            </a:effectLst>
          </p:spPr>
          <p:txBody>
            <a:bodyPr rtlCol="0" anchor="ctr"/>
            <a:lstStyle/>
            <a:p>
              <a:pPr algn="ctr"/>
              <a:endParaRPr lang="zh-CN" altLang="en-US" sz="1799">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80" name="直接箭头连接符 79"/>
            <p:cNvCxnSpPr/>
            <p:nvPr/>
          </p:nvCxnSpPr>
          <p:spPr>
            <a:xfrm>
              <a:off x="3490450" y="3896040"/>
              <a:ext cx="681533" cy="0"/>
            </a:xfrm>
            <a:prstGeom prst="straightConnector1">
              <a:avLst/>
            </a:prstGeom>
            <a:noFill/>
            <a:ln w="25400" cap="flat" cmpd="sng" algn="ctr">
              <a:solidFill>
                <a:srgbClr val="00B0F0"/>
              </a:solidFill>
              <a:prstDash val="solid"/>
              <a:headEnd type="none" w="med" len="med"/>
              <a:tailEnd type="triangle" w="med" len="med"/>
            </a:ln>
            <a:effectLst>
              <a:outerShdw blurRad="152400" dist="38100" dir="5400000" algn="t" rotWithShape="0">
                <a:prstClr val="black">
                  <a:alpha val="12000"/>
                </a:prstClr>
              </a:outerShdw>
            </a:effectLst>
          </p:spPr>
        </p:cxnSp>
        <p:cxnSp>
          <p:nvCxnSpPr>
            <p:cNvPr id="84" name="直接箭头连接符 83"/>
            <p:cNvCxnSpPr/>
            <p:nvPr/>
          </p:nvCxnSpPr>
          <p:spPr>
            <a:xfrm>
              <a:off x="3490450" y="3598187"/>
              <a:ext cx="681533" cy="0"/>
            </a:xfrm>
            <a:prstGeom prst="straightConnector1">
              <a:avLst/>
            </a:prstGeom>
            <a:noFill/>
            <a:ln w="25400" cap="flat" cmpd="sng" algn="ctr">
              <a:solidFill>
                <a:srgbClr val="00B0F0"/>
              </a:solidFill>
              <a:prstDash val="solid"/>
              <a:headEnd type="none" w="med" len="med"/>
              <a:tailEnd type="triangle" w="med" len="med"/>
            </a:ln>
            <a:effectLst>
              <a:outerShdw blurRad="152400" dist="38100" dir="5400000" algn="t" rotWithShape="0">
                <a:prstClr val="black">
                  <a:alpha val="12000"/>
                </a:prstClr>
              </a:outerShdw>
            </a:effectLst>
          </p:spPr>
        </p:cxnSp>
      </p:grpSp>
      <p:grpSp>
        <p:nvGrpSpPr>
          <p:cNvPr id="88" name="组合 87"/>
          <p:cNvGrpSpPr/>
          <p:nvPr/>
        </p:nvGrpSpPr>
        <p:grpSpPr>
          <a:xfrm>
            <a:off x="8629920" y="2000146"/>
            <a:ext cx="686199" cy="1532688"/>
            <a:chOff x="7751008" y="2848950"/>
            <a:chExt cx="686467" cy="1533287"/>
          </a:xfrm>
        </p:grpSpPr>
        <p:sp>
          <p:nvSpPr>
            <p:cNvPr id="89" name="任意多边形 88"/>
            <p:cNvSpPr/>
            <p:nvPr/>
          </p:nvSpPr>
          <p:spPr>
            <a:xfrm flipH="1">
              <a:off x="7753475" y="2848950"/>
              <a:ext cx="684000" cy="396000"/>
            </a:xfrm>
            <a:custGeom>
              <a:avLst/>
              <a:gdLst>
                <a:gd name="connsiteX0" fmla="*/ 0 w 714375"/>
                <a:gd name="connsiteY0" fmla="*/ 0 h 628650"/>
                <a:gd name="connsiteX1" fmla="*/ 200025 w 714375"/>
                <a:gd name="connsiteY1" fmla="*/ 504825 h 628650"/>
                <a:gd name="connsiteX2" fmla="*/ 714375 w 714375"/>
                <a:gd name="connsiteY2" fmla="*/ 628650 h 628650"/>
              </a:gdLst>
              <a:ahLst/>
              <a:cxnLst>
                <a:cxn ang="0">
                  <a:pos x="connsiteX0" y="connsiteY0"/>
                </a:cxn>
                <a:cxn ang="0">
                  <a:pos x="connsiteX1" y="connsiteY1"/>
                </a:cxn>
                <a:cxn ang="0">
                  <a:pos x="connsiteX2" y="connsiteY2"/>
                </a:cxn>
              </a:cxnLst>
              <a:rect l="l" t="t" r="r" b="b"/>
              <a:pathLst>
                <a:path w="714375" h="628650">
                  <a:moveTo>
                    <a:pt x="0" y="0"/>
                  </a:moveTo>
                  <a:cubicBezTo>
                    <a:pt x="40481" y="200025"/>
                    <a:pt x="80963" y="400050"/>
                    <a:pt x="200025" y="504825"/>
                  </a:cubicBezTo>
                  <a:cubicBezTo>
                    <a:pt x="319088" y="609600"/>
                    <a:pt x="625475" y="614362"/>
                    <a:pt x="714375" y="628650"/>
                  </a:cubicBezTo>
                </a:path>
              </a:pathLst>
            </a:custGeom>
            <a:noFill/>
            <a:ln w="25400" cap="flat" cmpd="sng" algn="ctr">
              <a:solidFill>
                <a:srgbClr val="00B0F0"/>
              </a:solidFill>
              <a:prstDash val="solid"/>
              <a:headEnd type="arrow" w="med" len="med"/>
              <a:tailEnd type="none" w="med" len="med"/>
            </a:ln>
            <a:effectLst>
              <a:outerShdw blurRad="152400" dist="38100" dir="5400000" algn="t" rotWithShape="0">
                <a:prstClr val="black">
                  <a:alpha val="12000"/>
                </a:prstClr>
              </a:outerShdw>
            </a:effectLst>
          </p:spPr>
          <p:txBody>
            <a:bodyPr rtlCol="0" anchor="ctr"/>
            <a:lstStyle/>
            <a:p>
              <a:pPr algn="ctr"/>
              <a:endParaRPr lang="zh-CN" altLang="en-US"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1" name="任意多边形 90"/>
            <p:cNvSpPr/>
            <p:nvPr/>
          </p:nvSpPr>
          <p:spPr>
            <a:xfrm flipH="1" flipV="1">
              <a:off x="7751008" y="3986237"/>
              <a:ext cx="684000" cy="396000"/>
            </a:xfrm>
            <a:custGeom>
              <a:avLst/>
              <a:gdLst>
                <a:gd name="connsiteX0" fmla="*/ 0 w 714375"/>
                <a:gd name="connsiteY0" fmla="*/ 0 h 628650"/>
                <a:gd name="connsiteX1" fmla="*/ 200025 w 714375"/>
                <a:gd name="connsiteY1" fmla="*/ 504825 h 628650"/>
                <a:gd name="connsiteX2" fmla="*/ 714375 w 714375"/>
                <a:gd name="connsiteY2" fmla="*/ 628650 h 628650"/>
              </a:gdLst>
              <a:ahLst/>
              <a:cxnLst>
                <a:cxn ang="0">
                  <a:pos x="connsiteX0" y="connsiteY0"/>
                </a:cxn>
                <a:cxn ang="0">
                  <a:pos x="connsiteX1" y="connsiteY1"/>
                </a:cxn>
                <a:cxn ang="0">
                  <a:pos x="connsiteX2" y="connsiteY2"/>
                </a:cxn>
              </a:cxnLst>
              <a:rect l="l" t="t" r="r" b="b"/>
              <a:pathLst>
                <a:path w="714375" h="628650">
                  <a:moveTo>
                    <a:pt x="0" y="0"/>
                  </a:moveTo>
                  <a:cubicBezTo>
                    <a:pt x="40481" y="200025"/>
                    <a:pt x="80963" y="400050"/>
                    <a:pt x="200025" y="504825"/>
                  </a:cubicBezTo>
                  <a:cubicBezTo>
                    <a:pt x="319088" y="609600"/>
                    <a:pt x="625475" y="614362"/>
                    <a:pt x="714375" y="628650"/>
                  </a:cubicBezTo>
                </a:path>
              </a:pathLst>
            </a:custGeom>
            <a:noFill/>
            <a:ln w="25400" cap="flat" cmpd="sng" algn="ctr">
              <a:solidFill>
                <a:srgbClr val="00B0F0"/>
              </a:solidFill>
              <a:prstDash val="solid"/>
              <a:headEnd type="arrow" w="med" len="med"/>
              <a:tailEnd type="none" w="med" len="med"/>
            </a:ln>
            <a:effectLst>
              <a:outerShdw blurRad="152400" dist="38100" dir="5400000" algn="t" rotWithShape="0">
                <a:prstClr val="black">
                  <a:alpha val="12000"/>
                </a:prstClr>
              </a:outerShdw>
            </a:effectLst>
          </p:spPr>
          <p:txBody>
            <a:bodyPr rtlCol="0" anchor="ctr"/>
            <a:lstStyle/>
            <a:p>
              <a:pPr algn="ctr"/>
              <a:endParaRPr lang="zh-CN" altLang="en-US" sz="1799">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92" name="直接箭头连接符 91"/>
            <p:cNvCxnSpPr/>
            <p:nvPr/>
          </p:nvCxnSpPr>
          <p:spPr>
            <a:xfrm>
              <a:off x="7753475" y="3685583"/>
              <a:ext cx="681533" cy="0"/>
            </a:xfrm>
            <a:prstGeom prst="straightConnector1">
              <a:avLst/>
            </a:prstGeom>
            <a:noFill/>
            <a:ln w="25400" cap="flat" cmpd="sng" algn="ctr">
              <a:solidFill>
                <a:srgbClr val="00B0F0"/>
              </a:solidFill>
              <a:prstDash val="solid"/>
              <a:headEnd type="none" w="med" len="med"/>
              <a:tailEnd type="triangle" w="med" len="med"/>
            </a:ln>
            <a:effectLst>
              <a:outerShdw blurRad="152400" dist="38100" dir="5400000" algn="t" rotWithShape="0">
                <a:prstClr val="black">
                  <a:alpha val="12000"/>
                </a:prstClr>
              </a:outerShdw>
            </a:effectLst>
          </p:spPr>
        </p:cxnSp>
        <p:cxnSp>
          <p:nvCxnSpPr>
            <p:cNvPr id="93" name="直接箭头连接符 92"/>
            <p:cNvCxnSpPr/>
            <p:nvPr/>
          </p:nvCxnSpPr>
          <p:spPr>
            <a:xfrm>
              <a:off x="7753475" y="3465266"/>
              <a:ext cx="681533" cy="0"/>
            </a:xfrm>
            <a:prstGeom prst="straightConnector1">
              <a:avLst/>
            </a:prstGeom>
            <a:noFill/>
            <a:ln w="25400" cap="flat" cmpd="sng" algn="ctr">
              <a:solidFill>
                <a:srgbClr val="00B0F0"/>
              </a:solidFill>
              <a:prstDash val="solid"/>
              <a:headEnd type="none" w="med" len="med"/>
              <a:tailEnd type="triangle" w="med" len="med"/>
            </a:ln>
            <a:effectLst>
              <a:outerShdw blurRad="152400" dist="38100" dir="5400000" algn="t" rotWithShape="0">
                <a:prstClr val="black">
                  <a:alpha val="12000"/>
                </a:prstClr>
              </a:outerShdw>
            </a:effectLst>
          </p:spPr>
        </p:cxnSp>
      </p:grpSp>
      <p:sp>
        <p:nvSpPr>
          <p:cNvPr id="94" name="椭圆 93">
            <a:extLst>
              <a:ext uri="{FF2B5EF4-FFF2-40B4-BE49-F238E27FC236}">
                <a16:creationId xmlns="" xmlns:a16="http://schemas.microsoft.com/office/drawing/2014/main" id="{7DBB15C3-7119-4BF5-AC36-6F6AFF9EB213}"/>
              </a:ext>
            </a:extLst>
          </p:cNvPr>
          <p:cNvSpPr/>
          <p:nvPr/>
        </p:nvSpPr>
        <p:spPr>
          <a:xfrm>
            <a:off x="4230486" y="2124517"/>
            <a:ext cx="215916" cy="215916"/>
          </a:xfrm>
          <a:prstGeom prst="ellipse">
            <a:avLst/>
          </a:prstGeom>
          <a:solidFill>
            <a:srgbClr val="8CCAA1"/>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100" b="1" smtClea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S</a:t>
            </a:r>
            <a:endParaRPr lang="zh-CN" altLang="en-US" sz="11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5" name="椭圆 94">
            <a:extLst>
              <a:ext uri="{FF2B5EF4-FFF2-40B4-BE49-F238E27FC236}">
                <a16:creationId xmlns="" xmlns:a16="http://schemas.microsoft.com/office/drawing/2014/main" id="{7DBB15C3-7119-4BF5-AC36-6F6AFF9EB213}"/>
              </a:ext>
            </a:extLst>
          </p:cNvPr>
          <p:cNvSpPr/>
          <p:nvPr/>
        </p:nvSpPr>
        <p:spPr>
          <a:xfrm>
            <a:off x="7594956" y="2124517"/>
            <a:ext cx="215916" cy="215916"/>
          </a:xfrm>
          <a:prstGeom prst="ellipse">
            <a:avLst/>
          </a:prstGeom>
          <a:solidFill>
            <a:srgbClr val="8CCAA1"/>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100" b="1" smtClea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S</a:t>
            </a:r>
            <a:endParaRPr lang="zh-CN" altLang="en-US" sz="11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96" name="直接连接符 95"/>
          <p:cNvCxnSpPr>
            <a:stCxn id="95" idx="2"/>
            <a:endCxn id="94" idx="6"/>
          </p:cNvCxnSpPr>
          <p:nvPr/>
        </p:nvCxnSpPr>
        <p:spPr bwMode="auto">
          <a:xfrm flipH="1">
            <a:off x="4446402" y="2232475"/>
            <a:ext cx="3148555" cy="0"/>
          </a:xfrm>
          <a:prstGeom prst="line">
            <a:avLst/>
          </a:prstGeom>
          <a:solidFill>
            <a:schemeClr val="accent1"/>
          </a:solidFill>
          <a:ln w="19050" cap="flat" cmpd="sng" algn="ctr">
            <a:solidFill>
              <a:schemeClr val="tx1"/>
            </a:solidFill>
            <a:prstDash val="solid"/>
            <a:round/>
            <a:headEnd type="none" w="med" len="med"/>
            <a:tailEnd type="none" w="med" len="med"/>
          </a:ln>
          <a:effectLst/>
        </p:spPr>
      </p:cxnSp>
      <p:sp>
        <p:nvSpPr>
          <p:cNvPr id="97" name="椭圆 96">
            <a:extLst>
              <a:ext uri="{FF2B5EF4-FFF2-40B4-BE49-F238E27FC236}">
                <a16:creationId xmlns="" xmlns:a16="http://schemas.microsoft.com/office/drawing/2014/main" id="{7DBB15C3-7119-4BF5-AC36-6F6AFF9EB213}"/>
              </a:ext>
            </a:extLst>
          </p:cNvPr>
          <p:cNvSpPr/>
          <p:nvPr/>
        </p:nvSpPr>
        <p:spPr>
          <a:xfrm>
            <a:off x="4230486" y="2426022"/>
            <a:ext cx="215916" cy="215916"/>
          </a:xfrm>
          <a:prstGeom prst="ellipse">
            <a:avLst/>
          </a:prstGeom>
          <a:solidFill>
            <a:srgbClr val="8CCAA1"/>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100" b="1" smtClea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S</a:t>
            </a:r>
            <a:endParaRPr lang="zh-CN" altLang="en-US" sz="11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8" name="椭圆 97">
            <a:extLst>
              <a:ext uri="{FF2B5EF4-FFF2-40B4-BE49-F238E27FC236}">
                <a16:creationId xmlns="" xmlns:a16="http://schemas.microsoft.com/office/drawing/2014/main" id="{7DBB15C3-7119-4BF5-AC36-6F6AFF9EB213}"/>
              </a:ext>
            </a:extLst>
          </p:cNvPr>
          <p:cNvSpPr/>
          <p:nvPr/>
        </p:nvSpPr>
        <p:spPr>
          <a:xfrm>
            <a:off x="7594956" y="2426022"/>
            <a:ext cx="215916" cy="215916"/>
          </a:xfrm>
          <a:prstGeom prst="ellipse">
            <a:avLst/>
          </a:prstGeom>
          <a:solidFill>
            <a:srgbClr val="8CCAA1"/>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100" b="1" smtClea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S</a:t>
            </a:r>
            <a:endParaRPr lang="zh-CN" altLang="en-US" sz="11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99" name="直接连接符 98"/>
          <p:cNvCxnSpPr>
            <a:stCxn id="98" idx="2"/>
            <a:endCxn id="97" idx="6"/>
          </p:cNvCxnSpPr>
          <p:nvPr/>
        </p:nvCxnSpPr>
        <p:spPr bwMode="auto">
          <a:xfrm flipH="1">
            <a:off x="4446402" y="2533980"/>
            <a:ext cx="3148555" cy="0"/>
          </a:xfrm>
          <a:prstGeom prst="line">
            <a:avLst/>
          </a:prstGeom>
          <a:solidFill>
            <a:schemeClr val="accent1"/>
          </a:solidFill>
          <a:ln w="19050" cap="flat" cmpd="sng" algn="ctr">
            <a:solidFill>
              <a:schemeClr val="tx1"/>
            </a:solidFill>
            <a:prstDash val="solid"/>
            <a:round/>
            <a:headEnd type="none" w="med" len="med"/>
            <a:tailEnd type="none" w="med" len="med"/>
          </a:ln>
          <a:effectLst/>
        </p:spPr>
      </p:cxnSp>
      <p:sp>
        <p:nvSpPr>
          <p:cNvPr id="100" name="椭圆 99">
            <a:extLst>
              <a:ext uri="{FF2B5EF4-FFF2-40B4-BE49-F238E27FC236}">
                <a16:creationId xmlns="" xmlns:a16="http://schemas.microsoft.com/office/drawing/2014/main" id="{7DBB15C3-7119-4BF5-AC36-6F6AFF9EB213}"/>
              </a:ext>
            </a:extLst>
          </p:cNvPr>
          <p:cNvSpPr/>
          <p:nvPr/>
        </p:nvSpPr>
        <p:spPr>
          <a:xfrm>
            <a:off x="4230486" y="2727526"/>
            <a:ext cx="215916" cy="215916"/>
          </a:xfrm>
          <a:prstGeom prst="ellipse">
            <a:avLst/>
          </a:prstGeom>
          <a:solidFill>
            <a:srgbClr val="8CCAA1"/>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100" b="1" smtClea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S</a:t>
            </a:r>
            <a:endParaRPr lang="zh-CN" altLang="en-US" sz="11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1" name="椭圆 100">
            <a:extLst>
              <a:ext uri="{FF2B5EF4-FFF2-40B4-BE49-F238E27FC236}">
                <a16:creationId xmlns="" xmlns:a16="http://schemas.microsoft.com/office/drawing/2014/main" id="{7DBB15C3-7119-4BF5-AC36-6F6AFF9EB213}"/>
              </a:ext>
            </a:extLst>
          </p:cNvPr>
          <p:cNvSpPr/>
          <p:nvPr/>
        </p:nvSpPr>
        <p:spPr>
          <a:xfrm>
            <a:off x="7594956" y="2727526"/>
            <a:ext cx="215916" cy="215916"/>
          </a:xfrm>
          <a:prstGeom prst="ellipse">
            <a:avLst/>
          </a:prstGeom>
          <a:solidFill>
            <a:srgbClr val="8CCAA1"/>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100" b="1" smtClea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S</a:t>
            </a:r>
            <a:endParaRPr lang="zh-CN" altLang="en-US" sz="11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102" name="直接连接符 101"/>
          <p:cNvCxnSpPr>
            <a:stCxn id="101" idx="2"/>
            <a:endCxn id="100" idx="6"/>
          </p:cNvCxnSpPr>
          <p:nvPr/>
        </p:nvCxnSpPr>
        <p:spPr bwMode="auto">
          <a:xfrm flipH="1">
            <a:off x="4446402" y="2835484"/>
            <a:ext cx="3148555" cy="0"/>
          </a:xfrm>
          <a:prstGeom prst="line">
            <a:avLst/>
          </a:prstGeom>
          <a:solidFill>
            <a:schemeClr val="accent1"/>
          </a:solidFill>
          <a:ln w="19050" cap="flat" cmpd="sng" algn="ctr">
            <a:solidFill>
              <a:schemeClr val="tx1"/>
            </a:solidFill>
            <a:prstDash val="solid"/>
            <a:round/>
            <a:headEnd type="none" w="med" len="med"/>
            <a:tailEnd type="none" w="med" len="med"/>
          </a:ln>
          <a:effectLst/>
        </p:spPr>
      </p:cxnSp>
      <p:sp>
        <p:nvSpPr>
          <p:cNvPr id="103" name="椭圆 102">
            <a:extLst>
              <a:ext uri="{FF2B5EF4-FFF2-40B4-BE49-F238E27FC236}">
                <a16:creationId xmlns="" xmlns:a16="http://schemas.microsoft.com/office/drawing/2014/main" id="{7DBB15C3-7119-4BF5-AC36-6F6AFF9EB213}"/>
              </a:ext>
            </a:extLst>
          </p:cNvPr>
          <p:cNvSpPr/>
          <p:nvPr/>
        </p:nvSpPr>
        <p:spPr>
          <a:xfrm>
            <a:off x="4230486" y="3029030"/>
            <a:ext cx="215916" cy="215916"/>
          </a:xfrm>
          <a:prstGeom prst="ellipse">
            <a:avLst/>
          </a:prstGeom>
          <a:solidFill>
            <a:srgbClr val="8CCAA1"/>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100" b="1" smtClea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S</a:t>
            </a:r>
            <a:endParaRPr lang="zh-CN" altLang="en-US" sz="11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4" name="椭圆 103">
            <a:extLst>
              <a:ext uri="{FF2B5EF4-FFF2-40B4-BE49-F238E27FC236}">
                <a16:creationId xmlns="" xmlns:a16="http://schemas.microsoft.com/office/drawing/2014/main" id="{7DBB15C3-7119-4BF5-AC36-6F6AFF9EB213}"/>
              </a:ext>
            </a:extLst>
          </p:cNvPr>
          <p:cNvSpPr/>
          <p:nvPr/>
        </p:nvSpPr>
        <p:spPr>
          <a:xfrm>
            <a:off x="7594956" y="3029030"/>
            <a:ext cx="215916" cy="215916"/>
          </a:xfrm>
          <a:prstGeom prst="ellipse">
            <a:avLst/>
          </a:prstGeom>
          <a:solidFill>
            <a:srgbClr val="8CCAA1"/>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100" b="1" smtClea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S</a:t>
            </a:r>
            <a:endParaRPr lang="zh-CN" altLang="en-US" sz="11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105" name="直接连接符 104"/>
          <p:cNvCxnSpPr>
            <a:stCxn id="104" idx="2"/>
            <a:endCxn id="103" idx="6"/>
          </p:cNvCxnSpPr>
          <p:nvPr/>
        </p:nvCxnSpPr>
        <p:spPr bwMode="auto">
          <a:xfrm flipH="1">
            <a:off x="4446402" y="3136988"/>
            <a:ext cx="3148555" cy="0"/>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106" name="直接箭头连接符 105">
            <a:extLst>
              <a:ext uri="{FF2B5EF4-FFF2-40B4-BE49-F238E27FC236}">
                <a16:creationId xmlns="" xmlns:a16="http://schemas.microsoft.com/office/drawing/2014/main" id="{25FFCF9E-B77D-4002-8CAE-8C36C256A152}"/>
              </a:ext>
            </a:extLst>
          </p:cNvPr>
          <p:cNvCxnSpPr>
            <a:cxnSpLocks/>
          </p:cNvCxnSpPr>
          <p:nvPr/>
        </p:nvCxnSpPr>
        <p:spPr>
          <a:xfrm>
            <a:off x="5669958" y="2171474"/>
            <a:ext cx="578894" cy="0"/>
          </a:xfrm>
          <a:prstGeom prst="straightConnector1">
            <a:avLst/>
          </a:prstGeom>
          <a:noFill/>
          <a:ln w="25400" cap="flat" cmpd="sng" algn="ctr">
            <a:solidFill>
              <a:srgbClr val="00B0F0"/>
            </a:solidFill>
            <a:prstDash val="solid"/>
            <a:headEnd type="none" w="med" len="med"/>
            <a:tailEnd type="triangle" w="med" len="med"/>
          </a:ln>
          <a:effectLst>
            <a:outerShdw blurRad="152400" dist="38100" dir="5400000" algn="t" rotWithShape="0">
              <a:prstClr val="black">
                <a:alpha val="12000"/>
              </a:prstClr>
            </a:outerShdw>
          </a:effectLst>
        </p:spPr>
      </p:cxnSp>
      <p:sp>
        <p:nvSpPr>
          <p:cNvPr id="45" name="矩形 44"/>
          <p:cNvSpPr/>
          <p:nvPr/>
        </p:nvSpPr>
        <p:spPr bwMode="auto">
          <a:xfrm>
            <a:off x="1190720" y="1771972"/>
            <a:ext cx="4669954" cy="248147"/>
          </a:xfrm>
          <a:prstGeom prst="rect">
            <a:avLst/>
          </a:prstGeom>
          <a:noFill/>
          <a:ln w="9525" cap="flat" cmpd="sng" algn="ctr">
            <a:noFill/>
            <a:prstDash val="dash"/>
            <a:round/>
            <a:headEnd type="none" w="med" len="med"/>
            <a:tailEnd type="none" w="med" len="med"/>
          </a:ln>
          <a:effectLst/>
        </p:spPr>
        <p:txBody>
          <a:bodyPr vert="horz" wrap="square" lIns="91404" tIns="45702" rIns="91404" bIns="45702" numCol="1" rtlCol="0" anchor="t" anchorCtr="0" compatLnSpc="1">
            <a:prstTxWarp prst="textNoShape">
              <a:avLst/>
            </a:prstTxWarp>
          </a:bodyPr>
          <a:lstStyle/>
          <a:p>
            <a:pPr defTabSz="1001248" eaLnBrk="0" hangingPunct="0"/>
            <a:r>
              <a:rPr lang="zh-CN" altLang="en-US" sz="1200" dirty="0">
                <a:solidFill>
                  <a:srgbClr val="000000"/>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活动接口</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7" name="椭圆 46">
            <a:extLst>
              <a:ext uri="{FF2B5EF4-FFF2-40B4-BE49-F238E27FC236}">
                <a16:creationId xmlns="" xmlns:a16="http://schemas.microsoft.com/office/drawing/2014/main" id="{7DBB15C3-7119-4BF5-AC36-6F6AFF9EB213}"/>
              </a:ext>
            </a:extLst>
          </p:cNvPr>
          <p:cNvSpPr/>
          <p:nvPr/>
        </p:nvSpPr>
        <p:spPr>
          <a:xfrm>
            <a:off x="975973" y="1815128"/>
            <a:ext cx="215916" cy="215916"/>
          </a:xfrm>
          <a:prstGeom prst="ellipse">
            <a:avLst/>
          </a:prstGeom>
          <a:solidFill>
            <a:srgbClr val="8CCAA1"/>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1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S</a:t>
            </a:r>
            <a:endParaRPr lang="zh-CN" altLang="en-US" sz="11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3966024151"/>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sym typeface="Huawei Sans" panose="020C0503030203020204" pitchFamily="34" charset="0"/>
              </a:rPr>
              <a:t>手工模式缺陷 </a:t>
            </a:r>
            <a:r>
              <a:rPr lang="en-US" altLang="zh-CN" smtClean="0">
                <a:sym typeface="Huawei Sans" panose="020C0503030203020204" pitchFamily="34" charset="0"/>
              </a:rPr>
              <a:t>(1)</a:t>
            </a:r>
            <a:endParaRPr lang="zh-CN" altLang="en-US" dirty="0">
              <a:sym typeface="Huawei Sans" panose="020C0503030203020204" pitchFamily="34" charset="0"/>
            </a:endParaRPr>
          </a:p>
        </p:txBody>
      </p:sp>
      <p:sp>
        <p:nvSpPr>
          <p:cNvPr id="4" name="文本占位符 3"/>
          <p:cNvSpPr>
            <a:spLocks noGrp="1"/>
          </p:cNvSpPr>
          <p:nvPr>
            <p:ph type="body" sz="quarter" idx="10"/>
          </p:nvPr>
        </p:nvSpPr>
        <p:spPr>
          <a:xfrm>
            <a:off x="468317" y="4659274"/>
            <a:ext cx="11276183" cy="1761114"/>
          </a:xfrm>
        </p:spPr>
        <p:txBody>
          <a:bodyPr/>
          <a:lstStyle/>
          <a:p>
            <a:r>
              <a:rPr lang="zh-CN" altLang="en-US" sz="1800" dirty="0" smtClean="0">
                <a:sym typeface="Huawei Sans" panose="020C0503030203020204" pitchFamily="34" charset="0"/>
              </a:rPr>
              <a:t>为了使链路聚合接口正常工作，必须保证本端链路聚合接口中所有成员接口的对端接口：</a:t>
            </a:r>
            <a:endParaRPr lang="en-US" altLang="zh-CN" sz="1800" dirty="0" smtClean="0">
              <a:sym typeface="Huawei Sans" panose="020C0503030203020204" pitchFamily="34" charset="0"/>
            </a:endParaRPr>
          </a:p>
          <a:p>
            <a:pPr lvl="1"/>
            <a:r>
              <a:rPr lang="zh-CN" altLang="en-US" sz="1600" dirty="0" smtClean="0">
                <a:sym typeface="Huawei Sans" panose="020C0503030203020204" pitchFamily="34" charset="0"/>
              </a:rPr>
              <a:t>属于同一设备</a:t>
            </a:r>
            <a:endParaRPr lang="en-US" altLang="zh-CN" sz="1600" dirty="0" smtClean="0">
              <a:sym typeface="Huawei Sans" panose="020C0503030203020204" pitchFamily="34" charset="0"/>
            </a:endParaRPr>
          </a:p>
          <a:p>
            <a:pPr lvl="1"/>
            <a:r>
              <a:rPr lang="zh-CN" altLang="en-US" sz="1600" dirty="0" smtClean="0">
                <a:sym typeface="Huawei Sans" panose="020C0503030203020204" pitchFamily="34" charset="0"/>
              </a:rPr>
              <a:t>加入同一链路聚合接口</a:t>
            </a:r>
            <a:endParaRPr lang="en-US" altLang="zh-CN" sz="1600" dirty="0" smtClean="0">
              <a:sym typeface="Huawei Sans" panose="020C0503030203020204" pitchFamily="34" charset="0"/>
            </a:endParaRPr>
          </a:p>
          <a:p>
            <a:r>
              <a:rPr lang="zh-CN" altLang="en-US" sz="1800" dirty="0" smtClean="0">
                <a:sym typeface="Huawei Sans" panose="020C0503030203020204" pitchFamily="34" charset="0"/>
              </a:rPr>
              <a:t>手工模式下，设备间没有报文交互，因此只能通过管理员人工确认。</a:t>
            </a:r>
            <a:endParaRPr lang="en-US" altLang="zh-CN" sz="1800" dirty="0" smtClean="0">
              <a:sym typeface="Huawei Sans" panose="020C0503030203020204" pitchFamily="34" charset="0"/>
            </a:endParaRPr>
          </a:p>
          <a:p>
            <a:endParaRPr lang="zh-CN" altLang="en-US" sz="1800" dirty="0"/>
          </a:p>
        </p:txBody>
      </p:sp>
      <p:sp>
        <p:nvSpPr>
          <p:cNvPr id="112" name="任意多边形 111"/>
          <p:cNvSpPr/>
          <p:nvPr/>
        </p:nvSpPr>
        <p:spPr>
          <a:xfrm>
            <a:off x="2573662" y="2164337"/>
            <a:ext cx="714096" cy="395845"/>
          </a:xfrm>
          <a:custGeom>
            <a:avLst/>
            <a:gdLst>
              <a:gd name="connsiteX0" fmla="*/ 0 w 714375"/>
              <a:gd name="connsiteY0" fmla="*/ 0 h 628650"/>
              <a:gd name="connsiteX1" fmla="*/ 200025 w 714375"/>
              <a:gd name="connsiteY1" fmla="*/ 504825 h 628650"/>
              <a:gd name="connsiteX2" fmla="*/ 714375 w 714375"/>
              <a:gd name="connsiteY2" fmla="*/ 628650 h 628650"/>
            </a:gdLst>
            <a:ahLst/>
            <a:cxnLst>
              <a:cxn ang="0">
                <a:pos x="connsiteX0" y="connsiteY0"/>
              </a:cxn>
              <a:cxn ang="0">
                <a:pos x="connsiteX1" y="connsiteY1"/>
              </a:cxn>
              <a:cxn ang="0">
                <a:pos x="connsiteX2" y="connsiteY2"/>
              </a:cxn>
            </a:cxnLst>
            <a:rect l="l" t="t" r="r" b="b"/>
            <a:pathLst>
              <a:path w="714375" h="628650">
                <a:moveTo>
                  <a:pt x="0" y="0"/>
                </a:moveTo>
                <a:cubicBezTo>
                  <a:pt x="40481" y="200025"/>
                  <a:pt x="80963" y="400050"/>
                  <a:pt x="200025" y="504825"/>
                </a:cubicBezTo>
                <a:cubicBezTo>
                  <a:pt x="319088" y="609600"/>
                  <a:pt x="625475" y="614362"/>
                  <a:pt x="714375" y="628650"/>
                </a:cubicBezTo>
              </a:path>
            </a:pathLst>
          </a:custGeom>
          <a:noFill/>
          <a:ln w="25400" cap="flat" cmpd="sng" algn="ctr">
            <a:solidFill>
              <a:srgbClr val="00B0F0"/>
            </a:solidFill>
            <a:prstDash val="solid"/>
            <a:headEnd type="none" w="med" len="med"/>
            <a:tailEnd type="triangle" w="med" len="med"/>
          </a:ln>
          <a:effectLst>
            <a:outerShdw blurRad="152400" dist="38100" dir="5400000" algn="t" rotWithShape="0">
              <a:prstClr val="black">
                <a:alpha val="12000"/>
              </a:prstClr>
            </a:outerShdw>
          </a:effectLst>
        </p:spPr>
        <p:txBody>
          <a:bodyPr rtlCol="0" anchor="ctr"/>
          <a:lstStyle/>
          <a:p>
            <a:pPr algn="ctr"/>
            <a:endParaRPr lang="zh-CN" altLang="en-US"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3" name="任意多边形 112"/>
          <p:cNvSpPr/>
          <p:nvPr/>
        </p:nvSpPr>
        <p:spPr>
          <a:xfrm flipV="1">
            <a:off x="2573662" y="3245818"/>
            <a:ext cx="714096" cy="395845"/>
          </a:xfrm>
          <a:custGeom>
            <a:avLst/>
            <a:gdLst>
              <a:gd name="connsiteX0" fmla="*/ 0 w 714375"/>
              <a:gd name="connsiteY0" fmla="*/ 0 h 628650"/>
              <a:gd name="connsiteX1" fmla="*/ 200025 w 714375"/>
              <a:gd name="connsiteY1" fmla="*/ 504825 h 628650"/>
              <a:gd name="connsiteX2" fmla="*/ 714375 w 714375"/>
              <a:gd name="connsiteY2" fmla="*/ 628650 h 628650"/>
            </a:gdLst>
            <a:ahLst/>
            <a:cxnLst>
              <a:cxn ang="0">
                <a:pos x="connsiteX0" y="connsiteY0"/>
              </a:cxn>
              <a:cxn ang="0">
                <a:pos x="connsiteX1" y="connsiteY1"/>
              </a:cxn>
              <a:cxn ang="0">
                <a:pos x="connsiteX2" y="connsiteY2"/>
              </a:cxn>
            </a:cxnLst>
            <a:rect l="l" t="t" r="r" b="b"/>
            <a:pathLst>
              <a:path w="714375" h="628650">
                <a:moveTo>
                  <a:pt x="0" y="0"/>
                </a:moveTo>
                <a:cubicBezTo>
                  <a:pt x="40481" y="200025"/>
                  <a:pt x="80963" y="400050"/>
                  <a:pt x="200025" y="504825"/>
                </a:cubicBezTo>
                <a:cubicBezTo>
                  <a:pt x="319088" y="609600"/>
                  <a:pt x="625475" y="614362"/>
                  <a:pt x="714375" y="628650"/>
                </a:cubicBezTo>
              </a:path>
            </a:pathLst>
          </a:custGeom>
          <a:noFill/>
          <a:ln w="25400" cap="flat" cmpd="sng" algn="ctr">
            <a:solidFill>
              <a:srgbClr val="00B0F0"/>
            </a:solidFill>
            <a:prstDash val="solid"/>
            <a:headEnd type="none" w="med" len="med"/>
            <a:tailEnd type="triangle" w="med" len="med"/>
          </a:ln>
          <a:effectLst>
            <a:outerShdw blurRad="152400" dist="38100" dir="5400000" algn="t" rotWithShape="0">
              <a:prstClr val="black">
                <a:alpha val="12000"/>
              </a:prstClr>
            </a:outerShdw>
          </a:effectLst>
        </p:spPr>
        <p:txBody>
          <a:bodyPr rtlCol="0" anchor="ctr"/>
          <a:lstStyle/>
          <a:p>
            <a:pPr algn="ctr"/>
            <a:endParaRPr lang="zh-CN" altLang="en-US" sz="1799">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114" name="直接箭头连接符 113"/>
          <p:cNvCxnSpPr/>
          <p:nvPr/>
        </p:nvCxnSpPr>
        <p:spPr>
          <a:xfrm>
            <a:off x="2612839" y="3017272"/>
            <a:ext cx="681267" cy="0"/>
          </a:xfrm>
          <a:prstGeom prst="straightConnector1">
            <a:avLst/>
          </a:prstGeom>
          <a:noFill/>
          <a:ln w="25400" cap="flat" cmpd="sng" algn="ctr">
            <a:solidFill>
              <a:srgbClr val="00B0F0"/>
            </a:solidFill>
            <a:prstDash val="solid"/>
            <a:headEnd type="none" w="med" len="med"/>
            <a:tailEnd type="triangle" w="med" len="med"/>
          </a:ln>
          <a:effectLst>
            <a:outerShdw blurRad="152400" dist="38100" dir="5400000" algn="t" rotWithShape="0">
              <a:prstClr val="black">
                <a:alpha val="12000"/>
              </a:prstClr>
            </a:outerShdw>
          </a:effectLst>
        </p:spPr>
      </p:cxnSp>
      <p:sp>
        <p:nvSpPr>
          <p:cNvPr id="115" name="任意多边形 114"/>
          <p:cNvSpPr/>
          <p:nvPr/>
        </p:nvSpPr>
        <p:spPr>
          <a:xfrm flipH="1">
            <a:off x="8932776" y="2108975"/>
            <a:ext cx="683733" cy="395845"/>
          </a:xfrm>
          <a:custGeom>
            <a:avLst/>
            <a:gdLst>
              <a:gd name="connsiteX0" fmla="*/ 0 w 714375"/>
              <a:gd name="connsiteY0" fmla="*/ 0 h 628650"/>
              <a:gd name="connsiteX1" fmla="*/ 200025 w 714375"/>
              <a:gd name="connsiteY1" fmla="*/ 504825 h 628650"/>
              <a:gd name="connsiteX2" fmla="*/ 714375 w 714375"/>
              <a:gd name="connsiteY2" fmla="*/ 628650 h 628650"/>
            </a:gdLst>
            <a:ahLst/>
            <a:cxnLst>
              <a:cxn ang="0">
                <a:pos x="connsiteX0" y="connsiteY0"/>
              </a:cxn>
              <a:cxn ang="0">
                <a:pos x="connsiteX1" y="connsiteY1"/>
              </a:cxn>
              <a:cxn ang="0">
                <a:pos x="connsiteX2" y="connsiteY2"/>
              </a:cxn>
            </a:cxnLst>
            <a:rect l="l" t="t" r="r" b="b"/>
            <a:pathLst>
              <a:path w="714375" h="628650">
                <a:moveTo>
                  <a:pt x="0" y="0"/>
                </a:moveTo>
                <a:cubicBezTo>
                  <a:pt x="40481" y="200025"/>
                  <a:pt x="80963" y="400050"/>
                  <a:pt x="200025" y="504825"/>
                </a:cubicBezTo>
                <a:cubicBezTo>
                  <a:pt x="319088" y="609600"/>
                  <a:pt x="625475" y="614362"/>
                  <a:pt x="714375" y="628650"/>
                </a:cubicBezTo>
              </a:path>
            </a:pathLst>
          </a:custGeom>
          <a:noFill/>
          <a:ln w="25400" cap="flat" cmpd="sng" algn="ctr">
            <a:solidFill>
              <a:srgbClr val="00B0F0"/>
            </a:solidFill>
            <a:prstDash val="solid"/>
            <a:headEnd type="arrow" w="med" len="med"/>
            <a:tailEnd type="none" w="med" len="med"/>
          </a:ln>
          <a:effectLst>
            <a:outerShdw blurRad="152400" dist="38100" dir="5400000" algn="t" rotWithShape="0">
              <a:prstClr val="black">
                <a:alpha val="12000"/>
              </a:prstClr>
            </a:outerShdw>
          </a:effectLst>
        </p:spPr>
        <p:txBody>
          <a:bodyPr rtlCol="0" anchor="ctr"/>
          <a:lstStyle/>
          <a:p>
            <a:pPr algn="ctr"/>
            <a:endParaRPr lang="zh-CN" altLang="en-US"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6" name="任意多边形 115"/>
          <p:cNvSpPr/>
          <p:nvPr/>
        </p:nvSpPr>
        <p:spPr>
          <a:xfrm flipH="1" flipV="1">
            <a:off x="8920251" y="3245818"/>
            <a:ext cx="683733" cy="395845"/>
          </a:xfrm>
          <a:custGeom>
            <a:avLst/>
            <a:gdLst>
              <a:gd name="connsiteX0" fmla="*/ 0 w 714375"/>
              <a:gd name="connsiteY0" fmla="*/ 0 h 628650"/>
              <a:gd name="connsiteX1" fmla="*/ 200025 w 714375"/>
              <a:gd name="connsiteY1" fmla="*/ 504825 h 628650"/>
              <a:gd name="connsiteX2" fmla="*/ 714375 w 714375"/>
              <a:gd name="connsiteY2" fmla="*/ 628650 h 628650"/>
            </a:gdLst>
            <a:ahLst/>
            <a:cxnLst>
              <a:cxn ang="0">
                <a:pos x="connsiteX0" y="connsiteY0"/>
              </a:cxn>
              <a:cxn ang="0">
                <a:pos x="connsiteX1" y="connsiteY1"/>
              </a:cxn>
              <a:cxn ang="0">
                <a:pos x="connsiteX2" y="connsiteY2"/>
              </a:cxn>
            </a:cxnLst>
            <a:rect l="l" t="t" r="r" b="b"/>
            <a:pathLst>
              <a:path w="714375" h="628650">
                <a:moveTo>
                  <a:pt x="0" y="0"/>
                </a:moveTo>
                <a:cubicBezTo>
                  <a:pt x="40481" y="200025"/>
                  <a:pt x="80963" y="400050"/>
                  <a:pt x="200025" y="504825"/>
                </a:cubicBezTo>
                <a:cubicBezTo>
                  <a:pt x="319088" y="609600"/>
                  <a:pt x="625475" y="614362"/>
                  <a:pt x="714375" y="628650"/>
                </a:cubicBezTo>
              </a:path>
            </a:pathLst>
          </a:custGeom>
          <a:noFill/>
          <a:ln w="25400" cap="flat" cmpd="sng" algn="ctr">
            <a:solidFill>
              <a:srgbClr val="00B0F0"/>
            </a:solidFill>
            <a:prstDash val="solid"/>
            <a:headEnd type="arrow" w="med" len="med"/>
            <a:tailEnd type="none" w="med" len="med"/>
          </a:ln>
          <a:effectLst>
            <a:outerShdw blurRad="152400" dist="38100" dir="5400000" algn="t" rotWithShape="0">
              <a:prstClr val="black">
                <a:alpha val="12000"/>
              </a:prstClr>
            </a:outerShdw>
          </a:effectLst>
        </p:spPr>
        <p:txBody>
          <a:bodyPr rtlCol="0" anchor="ctr"/>
          <a:lstStyle/>
          <a:p>
            <a:pPr algn="ctr"/>
            <a:endParaRPr lang="zh-CN" altLang="en-US" sz="1799">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117" name="直接箭头连接符 116"/>
          <p:cNvCxnSpPr/>
          <p:nvPr/>
        </p:nvCxnSpPr>
        <p:spPr>
          <a:xfrm>
            <a:off x="8937072" y="2945281"/>
            <a:ext cx="681267" cy="0"/>
          </a:xfrm>
          <a:prstGeom prst="straightConnector1">
            <a:avLst/>
          </a:prstGeom>
          <a:noFill/>
          <a:ln w="25400" cap="flat" cmpd="sng" algn="ctr">
            <a:solidFill>
              <a:srgbClr val="00B0F0"/>
            </a:solidFill>
            <a:prstDash val="solid"/>
            <a:headEnd type="none" w="med" len="med"/>
            <a:tailEnd type="triangle" w="med" len="med"/>
          </a:ln>
          <a:effectLst>
            <a:outerShdw blurRad="152400" dist="38100" dir="5400000" algn="t" rotWithShape="0">
              <a:prstClr val="black">
                <a:alpha val="12000"/>
              </a:prstClr>
            </a:outerShdw>
          </a:effectLst>
        </p:spPr>
      </p:cxnSp>
      <p:sp>
        <p:nvSpPr>
          <p:cNvPr id="118" name="圆角矩形 117"/>
          <p:cNvSpPr/>
          <p:nvPr/>
        </p:nvSpPr>
        <p:spPr>
          <a:xfrm>
            <a:off x="3387252" y="2139235"/>
            <a:ext cx="902509" cy="1580965"/>
          </a:xfrm>
          <a:prstGeom prst="roundRect">
            <a:avLst>
              <a:gd name="adj" fmla="val 7243"/>
            </a:avLst>
          </a:prstGeom>
          <a:solidFill>
            <a:srgbClr val="F4FBFE"/>
          </a:solidFill>
          <a:ln w="9525" cap="flat" cmpd="sng" algn="ctr">
            <a:solidFill>
              <a:srgbClr val="99DFF9"/>
            </a:solidFill>
            <a:prstDash val="solid"/>
          </a:ln>
          <a:effectLst/>
        </p:spPr>
        <p:txBody>
          <a:bodyPr rtlCol="0" anchor="ctr"/>
          <a:lstStyle/>
          <a:p>
            <a:pPr algn="ctr" defTabSz="914034" fontAlgn="t">
              <a:spcBef>
                <a:spcPct val="0"/>
              </a:spcBef>
              <a:spcAft>
                <a:spcPct val="0"/>
              </a:spcAft>
              <a:defRPr/>
            </a:pP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9" name="圆角矩形 118"/>
          <p:cNvSpPr/>
          <p:nvPr/>
        </p:nvSpPr>
        <p:spPr>
          <a:xfrm>
            <a:off x="7919730" y="2139235"/>
            <a:ext cx="902509" cy="1580965"/>
          </a:xfrm>
          <a:prstGeom prst="roundRect">
            <a:avLst>
              <a:gd name="adj" fmla="val 7243"/>
            </a:avLst>
          </a:prstGeom>
          <a:solidFill>
            <a:srgbClr val="F4FBFE"/>
          </a:solidFill>
          <a:ln w="9525" cap="flat" cmpd="sng" algn="ctr">
            <a:solidFill>
              <a:srgbClr val="99DFF9"/>
            </a:solidFill>
            <a:prstDash val="solid"/>
          </a:ln>
          <a:effectLst/>
        </p:spPr>
        <p:txBody>
          <a:bodyPr rtlCol="0" anchor="ctr"/>
          <a:lstStyle/>
          <a:p>
            <a:pPr algn="ctr" defTabSz="914034" fontAlgn="t">
              <a:spcBef>
                <a:spcPct val="0"/>
              </a:spcBef>
              <a:spcAft>
                <a:spcPct val="0"/>
              </a:spcAft>
              <a:defRPr/>
            </a:pP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20" name="矩形 119"/>
          <p:cNvSpPr/>
          <p:nvPr/>
        </p:nvSpPr>
        <p:spPr>
          <a:xfrm>
            <a:off x="3369400" y="2137447"/>
            <a:ext cx="663115" cy="307657"/>
          </a:xfrm>
          <a:prstGeom prst="rect">
            <a:avLst/>
          </a:prstGeom>
        </p:spPr>
        <p:txBody>
          <a:bodyPr wrap="square">
            <a:spAutoFit/>
          </a:bodyPr>
          <a:lstStyle/>
          <a:p>
            <a:pPr algn="ctr"/>
            <a:r>
              <a:rPr lang="en-US" altLang="zh-CN" sz="1399" b="1" dirty="0">
                <a:latin typeface="Huawei Sans" panose="020C0503030203020204" pitchFamily="34" charset="0"/>
                <a:ea typeface="方正兰亭黑简体" panose="02000000000000000000" pitchFamily="2" charset="-122"/>
                <a:sym typeface="Huawei Sans" panose="020C0503030203020204" pitchFamily="34" charset="0"/>
              </a:rPr>
              <a:t>SW1</a:t>
            </a:r>
            <a:endParaRPr lang="zh-CN" altLang="en-US" sz="1399"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21" name="矩形 120"/>
          <p:cNvSpPr/>
          <p:nvPr/>
        </p:nvSpPr>
        <p:spPr>
          <a:xfrm>
            <a:off x="8159124" y="2136680"/>
            <a:ext cx="663115" cy="307657"/>
          </a:xfrm>
          <a:prstGeom prst="rect">
            <a:avLst/>
          </a:prstGeom>
        </p:spPr>
        <p:txBody>
          <a:bodyPr wrap="square">
            <a:spAutoFit/>
          </a:bodyPr>
          <a:lstStyle/>
          <a:p>
            <a:pPr algn="ctr"/>
            <a:r>
              <a:rPr lang="en-US" altLang="zh-CN" sz="1399" b="1" dirty="0">
                <a:latin typeface="Huawei Sans" panose="020C0503030203020204" pitchFamily="34" charset="0"/>
                <a:ea typeface="方正兰亭黑简体" panose="02000000000000000000" pitchFamily="2" charset="-122"/>
                <a:sym typeface="Huawei Sans" panose="020C0503030203020204" pitchFamily="34" charset="0"/>
              </a:rPr>
              <a:t>SW2</a:t>
            </a:r>
            <a:endParaRPr lang="zh-CN" altLang="en-US" sz="1399"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22" name="圆角矩形 121"/>
          <p:cNvSpPr/>
          <p:nvPr/>
        </p:nvSpPr>
        <p:spPr bwMode="auto">
          <a:xfrm>
            <a:off x="3880356" y="2349067"/>
            <a:ext cx="413622" cy="1192428"/>
          </a:xfrm>
          <a:prstGeom prst="roundRect">
            <a:avLst>
              <a:gd name="adj" fmla="val 3521"/>
            </a:avLst>
          </a:prstGeom>
          <a:solidFill>
            <a:schemeClr val="bg1"/>
          </a:solidFill>
          <a:ln w="12700" cap="flat" cmpd="sng" algn="ctr">
            <a:solidFill>
              <a:schemeClr val="bg1">
                <a:lumMod val="50000"/>
              </a:schemeClr>
            </a:solidFill>
            <a:prstDash val="solid"/>
            <a:round/>
            <a:headEnd type="none" w="med" len="med"/>
            <a:tailEnd type="none" w="med" len="med"/>
          </a:ln>
          <a:effectLst/>
        </p:spPr>
        <p:txBody>
          <a:bodyPr vert="horz" wrap="square" lIns="91404" tIns="45702" rIns="91404" bIns="45702" numCol="1" rtlCol="0" anchor="t" anchorCtr="0" compatLnSpc="1">
            <a:prstTxWarp prst="textNoShape">
              <a:avLst/>
            </a:prstTxWarp>
          </a:bodyPr>
          <a:lstStyle/>
          <a:p>
            <a:pPr defTabSz="914034" fontAlgn="t">
              <a:spcBef>
                <a:spcPct val="0"/>
              </a:spcBef>
              <a:spcAft>
                <a:spcPct val="0"/>
              </a:spcAft>
            </a:pPr>
            <a:endParaRPr lang="zh-CN" altLang="en-US" sz="1000">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123" name="组合 122">
            <a:extLst>
              <a:ext uri="{FF2B5EF4-FFF2-40B4-BE49-F238E27FC236}">
                <a16:creationId xmlns="" xmlns:a16="http://schemas.microsoft.com/office/drawing/2014/main" id="{2C6D8F46-1254-485A-AB3D-7A037411E3DA}"/>
              </a:ext>
            </a:extLst>
          </p:cNvPr>
          <p:cNvGrpSpPr/>
          <p:nvPr/>
        </p:nvGrpSpPr>
        <p:grpSpPr>
          <a:xfrm>
            <a:off x="4670402" y="2314526"/>
            <a:ext cx="2765247" cy="1582604"/>
            <a:chOff x="6623190" y="5220119"/>
            <a:chExt cx="1129417" cy="228830"/>
          </a:xfrm>
          <a:solidFill>
            <a:srgbClr val="F4FBFE"/>
          </a:solidFill>
        </p:grpSpPr>
        <p:sp>
          <p:nvSpPr>
            <p:cNvPr id="124" name="任意多边形: 形状 67">
              <a:extLst>
                <a:ext uri="{FF2B5EF4-FFF2-40B4-BE49-F238E27FC236}">
                  <a16:creationId xmlns="" xmlns:a16="http://schemas.microsoft.com/office/drawing/2014/main" id="{DDE7F5E3-EC99-4B98-9942-9CF564C3EC09}"/>
                </a:ext>
              </a:extLst>
            </p:cNvPr>
            <p:cNvSpPr/>
            <p:nvPr/>
          </p:nvSpPr>
          <p:spPr>
            <a:xfrm flipH="1">
              <a:off x="6623190" y="5220119"/>
              <a:ext cx="1075309" cy="228830"/>
            </a:xfrm>
            <a:custGeom>
              <a:avLst/>
              <a:gdLst>
                <a:gd name="connsiteX0" fmla="*/ 0 w 1703698"/>
                <a:gd name="connsiteY0" fmla="*/ 0 h 627538"/>
                <a:gd name="connsiteX1" fmla="*/ 1572253 w 1703698"/>
                <a:gd name="connsiteY1" fmla="*/ 0 h 627538"/>
                <a:gd name="connsiteX2" fmla="*/ 1703698 w 1703698"/>
                <a:gd name="connsiteY2" fmla="*/ 313769 h 627538"/>
                <a:gd name="connsiteX3" fmla="*/ 1572253 w 1703698"/>
                <a:gd name="connsiteY3" fmla="*/ 627538 h 627538"/>
                <a:gd name="connsiteX4" fmla="*/ 1572249 w 1703698"/>
                <a:gd name="connsiteY4" fmla="*/ 627537 h 627538"/>
                <a:gd name="connsiteX5" fmla="*/ 0 w 1703698"/>
                <a:gd name="connsiteY5" fmla="*/ 627537 h 627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03698" h="627538">
                  <a:moveTo>
                    <a:pt x="0" y="0"/>
                  </a:moveTo>
                  <a:lnTo>
                    <a:pt x="1572253" y="0"/>
                  </a:lnTo>
                  <a:cubicBezTo>
                    <a:pt x="1644848" y="0"/>
                    <a:pt x="1703698" y="140479"/>
                    <a:pt x="1703698" y="313769"/>
                  </a:cubicBezTo>
                  <a:cubicBezTo>
                    <a:pt x="1703698" y="487059"/>
                    <a:pt x="1644848" y="627538"/>
                    <a:pt x="1572253" y="627538"/>
                  </a:cubicBezTo>
                  <a:lnTo>
                    <a:pt x="1572249" y="627537"/>
                  </a:lnTo>
                  <a:lnTo>
                    <a:pt x="0" y="627537"/>
                  </a:lnTo>
                  <a:close/>
                </a:path>
              </a:pathLst>
            </a:custGeom>
            <a:grpFill/>
            <a:ln w="9525">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25" name="椭圆 124">
              <a:extLst>
                <a:ext uri="{FF2B5EF4-FFF2-40B4-BE49-F238E27FC236}">
                  <a16:creationId xmlns="" xmlns:a16="http://schemas.microsoft.com/office/drawing/2014/main" id="{7EEDE773-BD04-46B5-ACD7-D793E0BC1578}"/>
                </a:ext>
              </a:extLst>
            </p:cNvPr>
            <p:cNvSpPr/>
            <p:nvPr/>
          </p:nvSpPr>
          <p:spPr>
            <a:xfrm>
              <a:off x="7644390" y="5220119"/>
              <a:ext cx="108217" cy="228830"/>
            </a:xfrm>
            <a:prstGeom prst="ellipse">
              <a:avLst/>
            </a:prstGeom>
            <a:grpFill/>
            <a:ln w="1270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126" name="椭圆 125">
            <a:extLst>
              <a:ext uri="{FF2B5EF4-FFF2-40B4-BE49-F238E27FC236}">
                <a16:creationId xmlns="" xmlns:a16="http://schemas.microsoft.com/office/drawing/2014/main" id="{7DBB15C3-7119-4BF5-AC36-6F6AFF9EB213}"/>
              </a:ext>
            </a:extLst>
          </p:cNvPr>
          <p:cNvSpPr/>
          <p:nvPr/>
        </p:nvSpPr>
        <p:spPr>
          <a:xfrm>
            <a:off x="4179810" y="2359372"/>
            <a:ext cx="215916" cy="215916"/>
          </a:xfrm>
          <a:prstGeom prst="ellipse">
            <a:avLst/>
          </a:prstGeom>
          <a:solidFill>
            <a:srgbClr val="8CCAA1"/>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100" b="1" smtClea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S</a:t>
            </a:r>
            <a:endParaRPr lang="zh-CN" altLang="en-US" sz="11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27" name="圆角矩形 126"/>
          <p:cNvSpPr/>
          <p:nvPr/>
        </p:nvSpPr>
        <p:spPr bwMode="auto">
          <a:xfrm>
            <a:off x="7915513" y="2349067"/>
            <a:ext cx="413622" cy="1192428"/>
          </a:xfrm>
          <a:prstGeom prst="roundRect">
            <a:avLst>
              <a:gd name="adj" fmla="val 3521"/>
            </a:avLst>
          </a:prstGeom>
          <a:solidFill>
            <a:schemeClr val="bg1"/>
          </a:solidFill>
          <a:ln w="12700" cap="flat" cmpd="sng" algn="ctr">
            <a:solidFill>
              <a:schemeClr val="bg1">
                <a:lumMod val="50000"/>
              </a:schemeClr>
            </a:solidFill>
            <a:prstDash val="solid"/>
            <a:round/>
            <a:headEnd type="none" w="med" len="med"/>
            <a:tailEnd type="none" w="med" len="med"/>
          </a:ln>
          <a:effectLst/>
        </p:spPr>
        <p:txBody>
          <a:bodyPr vert="horz" wrap="square" lIns="91404" tIns="45702" rIns="91404" bIns="45702" numCol="1" rtlCol="0" anchor="t" anchorCtr="0" compatLnSpc="1">
            <a:prstTxWarp prst="textNoShape">
              <a:avLst/>
            </a:prstTxWarp>
          </a:bodyPr>
          <a:lstStyle/>
          <a:p>
            <a:pPr defTabSz="914034" fontAlgn="t">
              <a:spcBef>
                <a:spcPct val="0"/>
              </a:spcBef>
              <a:spcAft>
                <a:spcPct val="0"/>
              </a:spcAft>
            </a:pPr>
            <a:endParaRPr lang="zh-CN" altLang="en-US" sz="10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28" name="椭圆 127">
            <a:extLst>
              <a:ext uri="{FF2B5EF4-FFF2-40B4-BE49-F238E27FC236}">
                <a16:creationId xmlns="" xmlns:a16="http://schemas.microsoft.com/office/drawing/2014/main" id="{7DBB15C3-7119-4BF5-AC36-6F6AFF9EB213}"/>
              </a:ext>
            </a:extLst>
          </p:cNvPr>
          <p:cNvSpPr/>
          <p:nvPr/>
        </p:nvSpPr>
        <p:spPr>
          <a:xfrm>
            <a:off x="7799295" y="2359372"/>
            <a:ext cx="215916" cy="215916"/>
          </a:xfrm>
          <a:prstGeom prst="ellipse">
            <a:avLst/>
          </a:prstGeom>
          <a:solidFill>
            <a:srgbClr val="8CCAA1"/>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100" b="1" smtClea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S</a:t>
            </a:r>
            <a:endParaRPr lang="zh-CN" altLang="en-US" sz="11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129" name="直接箭头连接符 128">
            <a:extLst>
              <a:ext uri="{FF2B5EF4-FFF2-40B4-BE49-F238E27FC236}">
                <a16:creationId xmlns="" xmlns:a16="http://schemas.microsoft.com/office/drawing/2014/main" id="{25FFCF9E-B77D-4002-8CAE-8C36C256A152}"/>
              </a:ext>
            </a:extLst>
          </p:cNvPr>
          <p:cNvCxnSpPr>
            <a:cxnSpLocks/>
          </p:cNvCxnSpPr>
          <p:nvPr/>
        </p:nvCxnSpPr>
        <p:spPr>
          <a:xfrm>
            <a:off x="5691813" y="2696984"/>
            <a:ext cx="578894" cy="0"/>
          </a:xfrm>
          <a:prstGeom prst="straightConnector1">
            <a:avLst/>
          </a:prstGeom>
          <a:noFill/>
          <a:ln w="25400" cap="flat" cmpd="sng" algn="ctr">
            <a:solidFill>
              <a:srgbClr val="00B0F0"/>
            </a:solidFill>
            <a:prstDash val="solid"/>
            <a:headEnd type="none" w="med" len="med"/>
            <a:tailEnd type="triangle" w="med" len="med"/>
          </a:ln>
          <a:effectLst>
            <a:outerShdw blurRad="152400" dist="38100" dir="5400000" algn="t" rotWithShape="0">
              <a:prstClr val="black">
                <a:alpha val="12000"/>
              </a:prstClr>
            </a:outerShdw>
          </a:effectLst>
        </p:spPr>
      </p:cxnSp>
      <p:cxnSp>
        <p:nvCxnSpPr>
          <p:cNvPr id="130" name="直接箭头连接符 129">
            <a:extLst>
              <a:ext uri="{FF2B5EF4-FFF2-40B4-BE49-F238E27FC236}">
                <a16:creationId xmlns="" xmlns:a16="http://schemas.microsoft.com/office/drawing/2014/main" id="{25FFCF9E-B77D-4002-8CAE-8C36C256A152}"/>
              </a:ext>
            </a:extLst>
          </p:cNvPr>
          <p:cNvCxnSpPr>
            <a:cxnSpLocks/>
          </p:cNvCxnSpPr>
          <p:nvPr/>
        </p:nvCxnSpPr>
        <p:spPr>
          <a:xfrm>
            <a:off x="5691813" y="2392506"/>
            <a:ext cx="578894" cy="0"/>
          </a:xfrm>
          <a:prstGeom prst="straightConnector1">
            <a:avLst/>
          </a:prstGeom>
          <a:noFill/>
          <a:ln w="25400" cap="flat" cmpd="sng" algn="ctr">
            <a:solidFill>
              <a:srgbClr val="00B0F0"/>
            </a:solidFill>
            <a:prstDash val="solid"/>
            <a:headEnd type="none" w="med" len="med"/>
            <a:tailEnd type="triangle" w="med" len="med"/>
          </a:ln>
          <a:effectLst>
            <a:outerShdw blurRad="152400" dist="38100" dir="5400000" algn="t" rotWithShape="0">
              <a:prstClr val="black">
                <a:alpha val="12000"/>
              </a:prstClr>
            </a:outerShdw>
          </a:effectLst>
        </p:spPr>
      </p:cxnSp>
      <p:cxnSp>
        <p:nvCxnSpPr>
          <p:cNvPr id="131" name="直接箭头连接符 130">
            <a:extLst>
              <a:ext uri="{FF2B5EF4-FFF2-40B4-BE49-F238E27FC236}">
                <a16:creationId xmlns="" xmlns:a16="http://schemas.microsoft.com/office/drawing/2014/main" id="{25FFCF9E-B77D-4002-8CAE-8C36C256A152}"/>
              </a:ext>
            </a:extLst>
          </p:cNvPr>
          <p:cNvCxnSpPr>
            <a:cxnSpLocks/>
          </p:cNvCxnSpPr>
          <p:nvPr/>
        </p:nvCxnSpPr>
        <p:spPr>
          <a:xfrm>
            <a:off x="5691813" y="3015435"/>
            <a:ext cx="578894" cy="0"/>
          </a:xfrm>
          <a:prstGeom prst="straightConnector1">
            <a:avLst/>
          </a:prstGeom>
          <a:noFill/>
          <a:ln w="25400" cap="flat" cmpd="sng" algn="ctr">
            <a:solidFill>
              <a:srgbClr val="00B0F0"/>
            </a:solidFill>
            <a:prstDash val="solid"/>
            <a:headEnd type="none" w="med" len="med"/>
            <a:tailEnd type="triangle" w="med" len="med"/>
          </a:ln>
          <a:effectLst>
            <a:outerShdw blurRad="152400" dist="38100" dir="5400000" algn="t" rotWithShape="0">
              <a:prstClr val="black">
                <a:alpha val="12000"/>
              </a:prstClr>
            </a:outerShdw>
          </a:effectLst>
        </p:spPr>
      </p:cxnSp>
      <p:cxnSp>
        <p:nvCxnSpPr>
          <p:cNvPr id="132" name="直接连接符 131"/>
          <p:cNvCxnSpPr>
            <a:stCxn id="136" idx="2"/>
          </p:cNvCxnSpPr>
          <p:nvPr/>
        </p:nvCxnSpPr>
        <p:spPr bwMode="auto">
          <a:xfrm flipH="1">
            <a:off x="4229532" y="2763707"/>
            <a:ext cx="3569764" cy="0"/>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133" name="直接连接符 132"/>
          <p:cNvCxnSpPr>
            <a:stCxn id="128" idx="2"/>
            <a:endCxn id="126" idx="6"/>
          </p:cNvCxnSpPr>
          <p:nvPr/>
        </p:nvCxnSpPr>
        <p:spPr bwMode="auto">
          <a:xfrm flipH="1">
            <a:off x="4395727" y="2467330"/>
            <a:ext cx="3403569" cy="0"/>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134" name="直接连接符 133"/>
          <p:cNvCxnSpPr>
            <a:stCxn id="138" idx="2"/>
            <a:endCxn id="137" idx="6"/>
          </p:cNvCxnSpPr>
          <p:nvPr/>
        </p:nvCxnSpPr>
        <p:spPr bwMode="auto">
          <a:xfrm flipH="1">
            <a:off x="4395727" y="3106214"/>
            <a:ext cx="3403569" cy="0"/>
          </a:xfrm>
          <a:prstGeom prst="line">
            <a:avLst/>
          </a:prstGeom>
          <a:solidFill>
            <a:schemeClr val="accent1"/>
          </a:solidFill>
          <a:ln w="19050" cap="flat" cmpd="sng" algn="ctr">
            <a:solidFill>
              <a:schemeClr val="tx1"/>
            </a:solidFill>
            <a:prstDash val="solid"/>
            <a:round/>
            <a:headEnd type="none" w="med" len="med"/>
            <a:tailEnd type="none" w="med" len="med"/>
          </a:ln>
          <a:effectLst/>
        </p:spPr>
      </p:cxnSp>
      <p:sp>
        <p:nvSpPr>
          <p:cNvPr id="135" name="椭圆 134">
            <a:extLst>
              <a:ext uri="{FF2B5EF4-FFF2-40B4-BE49-F238E27FC236}">
                <a16:creationId xmlns="" xmlns:a16="http://schemas.microsoft.com/office/drawing/2014/main" id="{7DBB15C3-7119-4BF5-AC36-6F6AFF9EB213}"/>
              </a:ext>
            </a:extLst>
          </p:cNvPr>
          <p:cNvSpPr/>
          <p:nvPr/>
        </p:nvSpPr>
        <p:spPr>
          <a:xfrm>
            <a:off x="4179810" y="2655749"/>
            <a:ext cx="215916" cy="215916"/>
          </a:xfrm>
          <a:prstGeom prst="ellipse">
            <a:avLst/>
          </a:prstGeom>
          <a:solidFill>
            <a:srgbClr val="8CCAA1"/>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100" b="1" smtClea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S</a:t>
            </a:r>
            <a:endParaRPr lang="zh-CN" altLang="en-US" sz="11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36" name="椭圆 135">
            <a:extLst>
              <a:ext uri="{FF2B5EF4-FFF2-40B4-BE49-F238E27FC236}">
                <a16:creationId xmlns="" xmlns:a16="http://schemas.microsoft.com/office/drawing/2014/main" id="{7DBB15C3-7119-4BF5-AC36-6F6AFF9EB213}"/>
              </a:ext>
            </a:extLst>
          </p:cNvPr>
          <p:cNvSpPr/>
          <p:nvPr/>
        </p:nvSpPr>
        <p:spPr>
          <a:xfrm>
            <a:off x="7799295" y="2655749"/>
            <a:ext cx="215916" cy="215916"/>
          </a:xfrm>
          <a:prstGeom prst="ellipse">
            <a:avLst/>
          </a:prstGeom>
          <a:solidFill>
            <a:srgbClr val="8CCAA1"/>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100" b="1" smtClea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S</a:t>
            </a:r>
            <a:endParaRPr lang="zh-CN" altLang="en-US" sz="11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37" name="椭圆 136">
            <a:extLst>
              <a:ext uri="{FF2B5EF4-FFF2-40B4-BE49-F238E27FC236}">
                <a16:creationId xmlns="" xmlns:a16="http://schemas.microsoft.com/office/drawing/2014/main" id="{7DBB15C3-7119-4BF5-AC36-6F6AFF9EB213}"/>
              </a:ext>
            </a:extLst>
          </p:cNvPr>
          <p:cNvSpPr/>
          <p:nvPr/>
        </p:nvSpPr>
        <p:spPr>
          <a:xfrm>
            <a:off x="4179810" y="2998256"/>
            <a:ext cx="215916" cy="215916"/>
          </a:xfrm>
          <a:prstGeom prst="ellipse">
            <a:avLst/>
          </a:prstGeom>
          <a:solidFill>
            <a:srgbClr val="8CCAA1"/>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100" b="1" smtClea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S</a:t>
            </a:r>
            <a:endParaRPr lang="zh-CN" altLang="en-US" sz="11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38" name="椭圆 137">
            <a:extLst>
              <a:ext uri="{FF2B5EF4-FFF2-40B4-BE49-F238E27FC236}">
                <a16:creationId xmlns="" xmlns:a16="http://schemas.microsoft.com/office/drawing/2014/main" id="{7DBB15C3-7119-4BF5-AC36-6F6AFF9EB213}"/>
              </a:ext>
            </a:extLst>
          </p:cNvPr>
          <p:cNvSpPr/>
          <p:nvPr/>
        </p:nvSpPr>
        <p:spPr>
          <a:xfrm>
            <a:off x="7799295" y="2998256"/>
            <a:ext cx="215916" cy="215916"/>
          </a:xfrm>
          <a:prstGeom prst="ellipse">
            <a:avLst/>
          </a:prstGeom>
          <a:solidFill>
            <a:srgbClr val="8CCAA1"/>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100" b="1" smtClea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S</a:t>
            </a:r>
            <a:endParaRPr lang="zh-CN" altLang="en-US" sz="11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39" name="TextBox 120">
            <a:extLst>
              <a:ext uri="{FF2B5EF4-FFF2-40B4-BE49-F238E27FC236}">
                <a16:creationId xmlns="" xmlns:a16="http://schemas.microsoft.com/office/drawing/2014/main" id="{890033A1-CB2B-46C1-843C-A395BBB7F123}"/>
              </a:ext>
            </a:extLst>
          </p:cNvPr>
          <p:cNvSpPr txBox="1"/>
          <p:nvPr/>
        </p:nvSpPr>
        <p:spPr>
          <a:xfrm>
            <a:off x="5125543" y="3120911"/>
            <a:ext cx="1874368" cy="307657"/>
          </a:xfrm>
          <a:prstGeom prst="rect">
            <a:avLst/>
          </a:prstGeom>
          <a:noFill/>
        </p:spPr>
        <p:txBody>
          <a:bodyPr wrap="square" rtlCol="0" anchor="ctr">
            <a:spAutoFit/>
          </a:bodyPr>
          <a:lstStyle/>
          <a:p>
            <a:pPr algn="ctr"/>
            <a:r>
              <a:rPr lang="zh-CN" altLang="en-US" sz="1399" b="1" dirty="0">
                <a:latin typeface="Huawei Sans" panose="020C0503030203020204" pitchFamily="34" charset="0"/>
                <a:ea typeface="方正兰亭黑简体" panose="02000000000000000000" pitchFamily="2" charset="-122"/>
                <a:sym typeface="Huawei Sans" panose="020C0503030203020204" pitchFamily="34" charset="0"/>
              </a:rPr>
              <a:t>手工模式</a:t>
            </a:r>
            <a:r>
              <a:rPr lang="en-US" altLang="zh-CN" sz="1399" b="1" dirty="0">
                <a:latin typeface="Huawei Sans" panose="020C0503030203020204" pitchFamily="34" charset="0"/>
                <a:ea typeface="方正兰亭黑简体" panose="02000000000000000000" pitchFamily="2" charset="-122"/>
                <a:sym typeface="Huawei Sans" panose="020C0503030203020204" pitchFamily="34" charset="0"/>
              </a:rPr>
              <a:t>Eth-Trunk</a:t>
            </a:r>
            <a:endParaRPr lang="zh-CN" altLang="en-US" sz="1399"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40" name="TextBox 77"/>
          <p:cNvSpPr txBox="1"/>
          <p:nvPr/>
        </p:nvSpPr>
        <p:spPr bwMode="auto">
          <a:xfrm>
            <a:off x="3868706" y="2342682"/>
            <a:ext cx="262697" cy="1208472"/>
          </a:xfrm>
          <a:prstGeom prst="rect">
            <a:avLst/>
          </a:prstGeom>
          <a:noFill/>
          <a:ln w="9525">
            <a:noFill/>
            <a:miter lim="800000"/>
            <a:headEnd/>
            <a:tailEnd/>
          </a:ln>
        </p:spPr>
        <p:txBody>
          <a:bodyPr wrap="square" lIns="99941" tIns="49966" rIns="99941" bIns="49966" rtlCol="0">
            <a:spAutoFit/>
          </a:bodyPr>
          <a:lstStyle/>
          <a:p>
            <a:pPr algn="ctr" defTabSz="1001248" eaLnBrk="0" hangingPunct="0"/>
            <a:r>
              <a:rPr lang="zh-CN" altLang="en-US" sz="1200" dirty="0">
                <a:solidFill>
                  <a:srgbClr val="000000"/>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链路聚合接口</a:t>
            </a:r>
            <a:endParaRPr lang="en-US" altLang="zh-CN" sz="1200" dirty="0">
              <a:solidFill>
                <a:srgbClr val="000000"/>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sp>
        <p:nvSpPr>
          <p:cNvPr id="141" name="TextBox 77"/>
          <p:cNvSpPr txBox="1"/>
          <p:nvPr/>
        </p:nvSpPr>
        <p:spPr bwMode="auto">
          <a:xfrm>
            <a:off x="8069958" y="2342682"/>
            <a:ext cx="262697" cy="1208472"/>
          </a:xfrm>
          <a:prstGeom prst="rect">
            <a:avLst/>
          </a:prstGeom>
          <a:noFill/>
          <a:ln w="9525">
            <a:noFill/>
            <a:miter lim="800000"/>
            <a:headEnd/>
            <a:tailEnd/>
          </a:ln>
        </p:spPr>
        <p:txBody>
          <a:bodyPr wrap="square" lIns="99941" tIns="49966" rIns="99941" bIns="49966" rtlCol="0">
            <a:spAutoFit/>
          </a:bodyPr>
          <a:lstStyle/>
          <a:p>
            <a:pPr algn="ctr" defTabSz="1001248" eaLnBrk="0" hangingPunct="0"/>
            <a:r>
              <a:rPr lang="zh-CN" altLang="en-US" sz="1200" dirty="0">
                <a:solidFill>
                  <a:srgbClr val="000000"/>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链路聚合接口</a:t>
            </a:r>
            <a:endParaRPr lang="en-US" altLang="zh-CN" sz="1200" dirty="0">
              <a:solidFill>
                <a:srgbClr val="000000"/>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sp>
        <p:nvSpPr>
          <p:cNvPr id="143" name="矩形 142"/>
          <p:cNvSpPr/>
          <p:nvPr/>
        </p:nvSpPr>
        <p:spPr>
          <a:xfrm>
            <a:off x="5958670" y="4394322"/>
            <a:ext cx="663115" cy="307657"/>
          </a:xfrm>
          <a:prstGeom prst="rect">
            <a:avLst/>
          </a:prstGeom>
        </p:spPr>
        <p:txBody>
          <a:bodyPr wrap="square">
            <a:spAutoFit/>
          </a:bodyPr>
          <a:lstStyle/>
          <a:p>
            <a:pPr algn="ctr"/>
            <a:r>
              <a:rPr lang="en-US" altLang="zh-CN" sz="1399" b="1" dirty="0" smtClean="0">
                <a:latin typeface="Huawei Sans" panose="020C0503030203020204" pitchFamily="34" charset="0"/>
                <a:ea typeface="方正兰亭黑简体" panose="02000000000000000000" pitchFamily="2" charset="-122"/>
                <a:sym typeface="Huawei Sans" panose="020C0503030203020204" pitchFamily="34" charset="0"/>
              </a:rPr>
              <a:t>SW3</a:t>
            </a:r>
            <a:endParaRPr lang="zh-CN" altLang="en-US" sz="1399" b="1" dirty="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144" name="直接连接符 143"/>
          <p:cNvCxnSpPr>
            <a:endCxn id="145" idx="6"/>
          </p:cNvCxnSpPr>
          <p:nvPr/>
        </p:nvCxnSpPr>
        <p:spPr bwMode="auto">
          <a:xfrm flipH="1" flipV="1">
            <a:off x="4395726" y="3452110"/>
            <a:ext cx="2107377" cy="944114"/>
          </a:xfrm>
          <a:prstGeom prst="line">
            <a:avLst/>
          </a:prstGeom>
          <a:solidFill>
            <a:schemeClr val="accent1"/>
          </a:solidFill>
          <a:ln w="19050" cap="flat" cmpd="sng" algn="ctr">
            <a:solidFill>
              <a:schemeClr val="tx1"/>
            </a:solidFill>
            <a:prstDash val="solid"/>
            <a:round/>
            <a:headEnd type="none" w="med" len="med"/>
            <a:tailEnd type="none" w="med" len="med"/>
          </a:ln>
          <a:effectLst/>
        </p:spPr>
      </p:cxnSp>
      <p:sp>
        <p:nvSpPr>
          <p:cNvPr id="145" name="椭圆 144">
            <a:extLst>
              <a:ext uri="{FF2B5EF4-FFF2-40B4-BE49-F238E27FC236}">
                <a16:creationId xmlns="" xmlns:a16="http://schemas.microsoft.com/office/drawing/2014/main" id="{7DBB15C3-7119-4BF5-AC36-6F6AFF9EB213}"/>
              </a:ext>
            </a:extLst>
          </p:cNvPr>
          <p:cNvSpPr/>
          <p:nvPr/>
        </p:nvSpPr>
        <p:spPr>
          <a:xfrm>
            <a:off x="4179810" y="3344151"/>
            <a:ext cx="215916" cy="215916"/>
          </a:xfrm>
          <a:prstGeom prst="ellipse">
            <a:avLst/>
          </a:prstGeom>
          <a:solidFill>
            <a:srgbClr val="8CCAA1"/>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100" b="1" smtClea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S</a:t>
            </a:r>
            <a:endParaRPr lang="zh-CN" altLang="en-US" sz="11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146" name="直接箭头连接符 145"/>
          <p:cNvCxnSpPr/>
          <p:nvPr/>
        </p:nvCxnSpPr>
        <p:spPr>
          <a:xfrm>
            <a:off x="2606492" y="2788727"/>
            <a:ext cx="681267" cy="0"/>
          </a:xfrm>
          <a:prstGeom prst="straightConnector1">
            <a:avLst/>
          </a:prstGeom>
          <a:noFill/>
          <a:ln w="25400" cap="flat" cmpd="sng" algn="ctr">
            <a:solidFill>
              <a:srgbClr val="00B0F0"/>
            </a:solidFill>
            <a:prstDash val="solid"/>
            <a:headEnd type="none" w="med" len="med"/>
            <a:tailEnd type="triangle" w="med" len="med"/>
          </a:ln>
          <a:effectLst>
            <a:outerShdw blurRad="152400" dist="38100" dir="5400000" algn="t" rotWithShape="0">
              <a:prstClr val="black">
                <a:alpha val="12000"/>
              </a:prstClr>
            </a:outerShdw>
          </a:effectLst>
        </p:spPr>
      </p:cxnSp>
      <p:cxnSp>
        <p:nvCxnSpPr>
          <p:cNvPr id="147" name="直接箭头连接符 146"/>
          <p:cNvCxnSpPr/>
          <p:nvPr/>
        </p:nvCxnSpPr>
        <p:spPr>
          <a:xfrm>
            <a:off x="4519034" y="3897130"/>
            <a:ext cx="798602" cy="351494"/>
          </a:xfrm>
          <a:prstGeom prst="straightConnector1">
            <a:avLst/>
          </a:prstGeom>
          <a:noFill/>
          <a:ln w="25400" cap="flat" cmpd="sng" algn="ctr">
            <a:solidFill>
              <a:srgbClr val="00B0F0"/>
            </a:solidFill>
            <a:prstDash val="solid"/>
            <a:headEnd type="none" w="med" len="med"/>
            <a:tailEnd type="triangle" w="med" len="med"/>
          </a:ln>
          <a:effectLst>
            <a:outerShdw blurRad="152400" dist="38100" dir="5400000" algn="t" rotWithShape="0">
              <a:prstClr val="black">
                <a:alpha val="12000"/>
              </a:prstClr>
            </a:outerShdw>
          </a:effectLst>
        </p:spPr>
      </p:cxnSp>
      <p:sp>
        <p:nvSpPr>
          <p:cNvPr id="78" name="圆角矩形 77"/>
          <p:cNvSpPr/>
          <p:nvPr/>
        </p:nvSpPr>
        <p:spPr>
          <a:xfrm rot="16200000">
            <a:off x="6997415" y="3605741"/>
            <a:ext cx="611512" cy="1580965"/>
          </a:xfrm>
          <a:prstGeom prst="roundRect">
            <a:avLst>
              <a:gd name="adj" fmla="val 7243"/>
            </a:avLst>
          </a:prstGeom>
          <a:solidFill>
            <a:srgbClr val="F4FBFE"/>
          </a:solidFill>
          <a:ln w="9525" cap="flat" cmpd="sng" algn="ctr">
            <a:solidFill>
              <a:srgbClr val="99DFF9"/>
            </a:solidFill>
            <a:prstDash val="solid"/>
          </a:ln>
          <a:effectLst/>
        </p:spPr>
        <p:txBody>
          <a:bodyPr rtlCol="0" anchor="ctr"/>
          <a:lstStyle/>
          <a:p>
            <a:pPr algn="ctr" defTabSz="914034" fontAlgn="t">
              <a:spcBef>
                <a:spcPct val="0"/>
              </a:spcBef>
              <a:spcAft>
                <a:spcPct val="0"/>
              </a:spcAft>
              <a:defRPr/>
            </a:pP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4" name="矩形 43"/>
          <p:cNvSpPr/>
          <p:nvPr/>
        </p:nvSpPr>
        <p:spPr bwMode="auto">
          <a:xfrm>
            <a:off x="1190720" y="1771972"/>
            <a:ext cx="4669954" cy="248147"/>
          </a:xfrm>
          <a:prstGeom prst="rect">
            <a:avLst/>
          </a:prstGeom>
          <a:noFill/>
          <a:ln w="9525" cap="flat" cmpd="sng" algn="ctr">
            <a:noFill/>
            <a:prstDash val="dash"/>
            <a:round/>
            <a:headEnd type="none" w="med" len="med"/>
            <a:tailEnd type="none" w="med" len="med"/>
          </a:ln>
          <a:effectLst/>
        </p:spPr>
        <p:txBody>
          <a:bodyPr vert="horz" wrap="square" lIns="91404" tIns="45702" rIns="91404" bIns="45702" numCol="1" rtlCol="0" anchor="t" anchorCtr="0" compatLnSpc="1">
            <a:prstTxWarp prst="textNoShape">
              <a:avLst/>
            </a:prstTxWarp>
          </a:bodyPr>
          <a:lstStyle/>
          <a:p>
            <a:pPr defTabSz="1001248" eaLnBrk="0" hangingPunct="0"/>
            <a:r>
              <a:rPr lang="zh-CN" altLang="en-US" sz="1200" dirty="0">
                <a:solidFill>
                  <a:srgbClr val="000000"/>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活动接口</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6" name="椭圆 45">
            <a:extLst>
              <a:ext uri="{FF2B5EF4-FFF2-40B4-BE49-F238E27FC236}">
                <a16:creationId xmlns="" xmlns:a16="http://schemas.microsoft.com/office/drawing/2014/main" id="{7DBB15C3-7119-4BF5-AC36-6F6AFF9EB213}"/>
              </a:ext>
            </a:extLst>
          </p:cNvPr>
          <p:cNvSpPr/>
          <p:nvPr/>
        </p:nvSpPr>
        <p:spPr>
          <a:xfrm>
            <a:off x="975973" y="1815128"/>
            <a:ext cx="215916" cy="215916"/>
          </a:xfrm>
          <a:prstGeom prst="ellipse">
            <a:avLst/>
          </a:prstGeom>
          <a:solidFill>
            <a:srgbClr val="8CCAA1"/>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100" b="1">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S</a:t>
            </a:r>
            <a:endParaRPr lang="zh-CN" altLang="en-US" sz="11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4001000454"/>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sym typeface="Huawei Sans" panose="020C0503030203020204" pitchFamily="34" charset="0"/>
              </a:rPr>
              <a:t>手工模式缺陷 </a:t>
            </a:r>
            <a:r>
              <a:rPr lang="en-US" altLang="zh-CN" smtClean="0">
                <a:sym typeface="Huawei Sans" panose="020C0503030203020204" pitchFamily="34" charset="0"/>
              </a:rPr>
              <a:t>(2)</a:t>
            </a:r>
            <a:endParaRPr lang="zh-CN" altLang="en-US" dirty="0">
              <a:sym typeface="Huawei Sans" panose="020C0503030203020204" pitchFamily="34" charset="0"/>
            </a:endParaRPr>
          </a:p>
        </p:txBody>
      </p:sp>
      <p:sp>
        <p:nvSpPr>
          <p:cNvPr id="4" name="文本占位符 3"/>
          <p:cNvSpPr>
            <a:spLocks noGrp="1"/>
          </p:cNvSpPr>
          <p:nvPr>
            <p:ph type="body" sz="quarter" idx="10"/>
          </p:nvPr>
        </p:nvSpPr>
        <p:spPr/>
        <p:txBody>
          <a:bodyPr/>
          <a:lstStyle/>
          <a:p>
            <a:endParaRPr lang="en-US" altLang="zh-CN" sz="2400" kern="0"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endParaRPr lang="en-US" altLang="zh-CN" sz="2400"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endParaRPr lang="en-US" altLang="zh-CN" sz="2400" kern="0"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endParaRPr lang="en-US" altLang="zh-CN" sz="2400"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endParaRPr lang="en-US" altLang="zh-CN" sz="2400" kern="0"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endParaRPr lang="en-US" altLang="zh-CN" sz="2400"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endParaRPr lang="en-US" altLang="zh-CN" sz="2400" kern="0"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r>
              <a:rPr lang="zh-CN" altLang="en-US" sz="2400" kern="0"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手动</a:t>
            </a:r>
            <a:r>
              <a:rPr lang="zh-CN" altLang="en-US" sz="2400"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模式下，设备只能通过物理层状态判断对端接口是否正常工作。</a:t>
            </a:r>
            <a:endParaRPr lang="en-US" altLang="zh-CN" sz="2400"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endParaRPr lang="zh-CN" altLang="en-US" dirty="0"/>
          </a:p>
        </p:txBody>
      </p:sp>
      <p:sp>
        <p:nvSpPr>
          <p:cNvPr id="44" name="圆角矩形 43"/>
          <p:cNvSpPr/>
          <p:nvPr/>
        </p:nvSpPr>
        <p:spPr>
          <a:xfrm>
            <a:off x="3599554" y="2591368"/>
            <a:ext cx="902509" cy="1580965"/>
          </a:xfrm>
          <a:prstGeom prst="roundRect">
            <a:avLst>
              <a:gd name="adj" fmla="val 7243"/>
            </a:avLst>
          </a:prstGeom>
          <a:solidFill>
            <a:srgbClr val="F4FBFE"/>
          </a:solidFill>
          <a:ln w="9525" cap="flat" cmpd="sng" algn="ctr">
            <a:solidFill>
              <a:srgbClr val="99DFF9"/>
            </a:solidFill>
            <a:prstDash val="solid"/>
          </a:ln>
          <a:effectLst/>
        </p:spPr>
        <p:txBody>
          <a:bodyPr rtlCol="0" anchor="ctr"/>
          <a:lstStyle/>
          <a:p>
            <a:pPr algn="ctr" defTabSz="914034" fontAlgn="t">
              <a:spcBef>
                <a:spcPct val="0"/>
              </a:spcBef>
              <a:spcAft>
                <a:spcPct val="0"/>
              </a:spcAft>
              <a:defRPr/>
            </a:pP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5" name="圆角矩形 44"/>
          <p:cNvSpPr/>
          <p:nvPr/>
        </p:nvSpPr>
        <p:spPr>
          <a:xfrm>
            <a:off x="7818613" y="2591368"/>
            <a:ext cx="902509" cy="1580965"/>
          </a:xfrm>
          <a:prstGeom prst="roundRect">
            <a:avLst>
              <a:gd name="adj" fmla="val 7243"/>
            </a:avLst>
          </a:prstGeom>
          <a:solidFill>
            <a:srgbClr val="F4FBFE"/>
          </a:solidFill>
          <a:ln w="9525" cap="flat" cmpd="sng" algn="ctr">
            <a:solidFill>
              <a:srgbClr val="99DFF9"/>
            </a:solidFill>
            <a:prstDash val="solid"/>
          </a:ln>
          <a:effectLst/>
        </p:spPr>
        <p:txBody>
          <a:bodyPr rtlCol="0" anchor="ctr"/>
          <a:lstStyle/>
          <a:p>
            <a:pPr algn="ctr" defTabSz="914034" fontAlgn="t">
              <a:spcBef>
                <a:spcPct val="0"/>
              </a:spcBef>
              <a:spcAft>
                <a:spcPct val="0"/>
              </a:spcAft>
              <a:defRPr/>
            </a:pP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6" name="矩形 45"/>
          <p:cNvSpPr/>
          <p:nvPr/>
        </p:nvSpPr>
        <p:spPr>
          <a:xfrm>
            <a:off x="3740992" y="2632676"/>
            <a:ext cx="663115" cy="307657"/>
          </a:xfrm>
          <a:prstGeom prst="rect">
            <a:avLst/>
          </a:prstGeom>
        </p:spPr>
        <p:txBody>
          <a:bodyPr wrap="square">
            <a:spAutoFit/>
          </a:bodyPr>
          <a:lstStyle/>
          <a:p>
            <a:pPr algn="ctr"/>
            <a:r>
              <a:rPr lang="en-US" altLang="zh-CN" sz="1399" b="1" dirty="0">
                <a:latin typeface="Huawei Sans" panose="020C0503030203020204" pitchFamily="34" charset="0"/>
                <a:ea typeface="方正兰亭黑简体" panose="02000000000000000000" pitchFamily="2" charset="-122"/>
                <a:sym typeface="Huawei Sans" panose="020C0503030203020204" pitchFamily="34" charset="0"/>
              </a:rPr>
              <a:t>SW1</a:t>
            </a:r>
            <a:endParaRPr lang="zh-CN" altLang="en-US" sz="1399"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7" name="矩形 46"/>
          <p:cNvSpPr/>
          <p:nvPr/>
        </p:nvSpPr>
        <p:spPr>
          <a:xfrm>
            <a:off x="7938310" y="2632676"/>
            <a:ext cx="663115" cy="307657"/>
          </a:xfrm>
          <a:prstGeom prst="rect">
            <a:avLst/>
          </a:prstGeom>
        </p:spPr>
        <p:txBody>
          <a:bodyPr wrap="square">
            <a:spAutoFit/>
          </a:bodyPr>
          <a:lstStyle/>
          <a:p>
            <a:pPr algn="ctr"/>
            <a:r>
              <a:rPr lang="en-US" altLang="zh-CN" sz="1399" b="1" dirty="0">
                <a:latin typeface="Huawei Sans" panose="020C0503030203020204" pitchFamily="34" charset="0"/>
                <a:ea typeface="方正兰亭黑简体" panose="02000000000000000000" pitchFamily="2" charset="-122"/>
                <a:sym typeface="Huawei Sans" panose="020C0503030203020204" pitchFamily="34" charset="0"/>
              </a:rPr>
              <a:t>SW2</a:t>
            </a:r>
            <a:endParaRPr lang="zh-CN" altLang="en-US" sz="1399" b="1"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48" name="组合 47"/>
          <p:cNvGrpSpPr/>
          <p:nvPr/>
        </p:nvGrpSpPr>
        <p:grpSpPr>
          <a:xfrm>
            <a:off x="5351457" y="2791848"/>
            <a:ext cx="1490082" cy="1061192"/>
            <a:chOff x="6632552" y="2127803"/>
            <a:chExt cx="2078272" cy="1061607"/>
          </a:xfrm>
          <a:solidFill>
            <a:srgbClr val="F4FBFE"/>
          </a:solidFill>
        </p:grpSpPr>
        <p:sp>
          <p:nvSpPr>
            <p:cNvPr id="49" name="任意多边形: 形状 67">
              <a:extLst>
                <a:ext uri="{FF2B5EF4-FFF2-40B4-BE49-F238E27FC236}">
                  <a16:creationId xmlns="" xmlns:a16="http://schemas.microsoft.com/office/drawing/2014/main" id="{DDE7F5E3-EC99-4B98-9942-9CF564C3EC09}"/>
                </a:ext>
              </a:extLst>
            </p:cNvPr>
            <p:cNvSpPr/>
            <p:nvPr/>
          </p:nvSpPr>
          <p:spPr>
            <a:xfrm flipH="1">
              <a:off x="6632552" y="2127803"/>
              <a:ext cx="1978706" cy="1061607"/>
            </a:xfrm>
            <a:custGeom>
              <a:avLst/>
              <a:gdLst>
                <a:gd name="connsiteX0" fmla="*/ 0 w 1703698"/>
                <a:gd name="connsiteY0" fmla="*/ 0 h 627538"/>
                <a:gd name="connsiteX1" fmla="*/ 1572253 w 1703698"/>
                <a:gd name="connsiteY1" fmla="*/ 0 h 627538"/>
                <a:gd name="connsiteX2" fmla="*/ 1703698 w 1703698"/>
                <a:gd name="connsiteY2" fmla="*/ 313769 h 627538"/>
                <a:gd name="connsiteX3" fmla="*/ 1572253 w 1703698"/>
                <a:gd name="connsiteY3" fmla="*/ 627538 h 627538"/>
                <a:gd name="connsiteX4" fmla="*/ 1572249 w 1703698"/>
                <a:gd name="connsiteY4" fmla="*/ 627537 h 627538"/>
                <a:gd name="connsiteX5" fmla="*/ 0 w 1703698"/>
                <a:gd name="connsiteY5" fmla="*/ 627537 h 627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03698" h="627538">
                  <a:moveTo>
                    <a:pt x="0" y="0"/>
                  </a:moveTo>
                  <a:lnTo>
                    <a:pt x="1572253" y="0"/>
                  </a:lnTo>
                  <a:cubicBezTo>
                    <a:pt x="1644848" y="0"/>
                    <a:pt x="1703698" y="140479"/>
                    <a:pt x="1703698" y="313769"/>
                  </a:cubicBezTo>
                  <a:cubicBezTo>
                    <a:pt x="1703698" y="487059"/>
                    <a:pt x="1644848" y="627538"/>
                    <a:pt x="1572253" y="627538"/>
                  </a:cubicBezTo>
                  <a:lnTo>
                    <a:pt x="1572249" y="627537"/>
                  </a:lnTo>
                  <a:lnTo>
                    <a:pt x="0" y="627537"/>
                  </a:lnTo>
                  <a:close/>
                </a:path>
              </a:pathLst>
            </a:custGeom>
            <a:grpFill/>
            <a:ln w="12700">
              <a:solidFill>
                <a:srgbClr val="99DFF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0" name="椭圆 49">
              <a:extLst>
                <a:ext uri="{FF2B5EF4-FFF2-40B4-BE49-F238E27FC236}">
                  <a16:creationId xmlns="" xmlns:a16="http://schemas.microsoft.com/office/drawing/2014/main" id="{7EEDE773-BD04-46B5-ACD7-D793E0BC1578}"/>
                </a:ext>
              </a:extLst>
            </p:cNvPr>
            <p:cNvSpPr/>
            <p:nvPr/>
          </p:nvSpPr>
          <p:spPr>
            <a:xfrm>
              <a:off x="8511691" y="2127803"/>
              <a:ext cx="199133" cy="1061607"/>
            </a:xfrm>
            <a:prstGeom prst="ellipse">
              <a:avLst/>
            </a:prstGeom>
            <a:grpFill/>
            <a:ln w="12700">
              <a:solidFill>
                <a:srgbClr val="99DFF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grpSp>
      <p:cxnSp>
        <p:nvCxnSpPr>
          <p:cNvPr id="51" name="直接箭头连接符 50">
            <a:extLst>
              <a:ext uri="{FF2B5EF4-FFF2-40B4-BE49-F238E27FC236}">
                <a16:creationId xmlns="" xmlns:a16="http://schemas.microsoft.com/office/drawing/2014/main" id="{25FFCF9E-B77D-4002-8CAE-8C36C256A152}"/>
              </a:ext>
            </a:extLst>
          </p:cNvPr>
          <p:cNvCxnSpPr>
            <a:cxnSpLocks/>
          </p:cNvCxnSpPr>
          <p:nvPr/>
        </p:nvCxnSpPr>
        <p:spPr>
          <a:xfrm>
            <a:off x="5814068" y="3380830"/>
            <a:ext cx="578894" cy="0"/>
          </a:xfrm>
          <a:prstGeom prst="straightConnector1">
            <a:avLst/>
          </a:prstGeom>
          <a:noFill/>
          <a:ln w="25400" cap="flat" cmpd="sng" algn="ctr">
            <a:solidFill>
              <a:srgbClr val="00B0F0"/>
            </a:solidFill>
            <a:prstDash val="solid"/>
            <a:headEnd type="none" w="med" len="med"/>
            <a:tailEnd type="triangle" w="med" len="med"/>
          </a:ln>
          <a:effectLst>
            <a:outerShdw blurRad="152400" dist="38100" dir="5400000" algn="t" rotWithShape="0">
              <a:prstClr val="black">
                <a:alpha val="12000"/>
              </a:prstClr>
            </a:outerShdw>
          </a:effectLst>
        </p:spPr>
      </p:cxnSp>
      <p:cxnSp>
        <p:nvCxnSpPr>
          <p:cNvPr id="52" name="直接箭头连接符 51">
            <a:extLst>
              <a:ext uri="{FF2B5EF4-FFF2-40B4-BE49-F238E27FC236}">
                <a16:creationId xmlns="" xmlns:a16="http://schemas.microsoft.com/office/drawing/2014/main" id="{25FFCF9E-B77D-4002-8CAE-8C36C256A152}"/>
              </a:ext>
            </a:extLst>
          </p:cNvPr>
          <p:cNvCxnSpPr>
            <a:cxnSpLocks/>
          </p:cNvCxnSpPr>
          <p:nvPr/>
        </p:nvCxnSpPr>
        <p:spPr>
          <a:xfrm>
            <a:off x="5814068" y="3109817"/>
            <a:ext cx="578894" cy="0"/>
          </a:xfrm>
          <a:prstGeom prst="straightConnector1">
            <a:avLst/>
          </a:prstGeom>
          <a:noFill/>
          <a:ln w="25400" cap="flat" cmpd="sng" algn="ctr">
            <a:solidFill>
              <a:srgbClr val="00B0F0"/>
            </a:solidFill>
            <a:prstDash val="solid"/>
            <a:headEnd type="none" w="med" len="med"/>
            <a:tailEnd type="triangle" w="med" len="med"/>
          </a:ln>
          <a:effectLst>
            <a:outerShdw blurRad="152400" dist="38100" dir="5400000" algn="t" rotWithShape="0">
              <a:prstClr val="black">
                <a:alpha val="12000"/>
              </a:prstClr>
            </a:outerShdw>
          </a:effectLst>
        </p:spPr>
      </p:cxnSp>
      <p:cxnSp>
        <p:nvCxnSpPr>
          <p:cNvPr id="53" name="直接箭头连接符 52">
            <a:extLst>
              <a:ext uri="{FF2B5EF4-FFF2-40B4-BE49-F238E27FC236}">
                <a16:creationId xmlns="" xmlns:a16="http://schemas.microsoft.com/office/drawing/2014/main" id="{25FFCF9E-B77D-4002-8CAE-8C36C256A152}"/>
              </a:ext>
            </a:extLst>
          </p:cNvPr>
          <p:cNvCxnSpPr>
            <a:cxnSpLocks/>
          </p:cNvCxnSpPr>
          <p:nvPr/>
        </p:nvCxnSpPr>
        <p:spPr>
          <a:xfrm>
            <a:off x="5814068" y="3651842"/>
            <a:ext cx="578894" cy="0"/>
          </a:xfrm>
          <a:prstGeom prst="straightConnector1">
            <a:avLst/>
          </a:prstGeom>
          <a:noFill/>
          <a:ln w="25400" cap="flat" cmpd="sng" algn="ctr">
            <a:solidFill>
              <a:srgbClr val="00B0F0"/>
            </a:solidFill>
            <a:prstDash val="solid"/>
            <a:headEnd type="none" w="med" len="med"/>
            <a:tailEnd type="triangle" w="med" len="med"/>
          </a:ln>
          <a:effectLst>
            <a:outerShdw blurRad="152400" dist="38100" dir="5400000" algn="t" rotWithShape="0">
              <a:prstClr val="black">
                <a:alpha val="12000"/>
              </a:prstClr>
            </a:outerShdw>
          </a:effectLst>
        </p:spPr>
      </p:cxnSp>
      <p:sp>
        <p:nvSpPr>
          <p:cNvPr id="54" name="TextBox 120">
            <a:extLst>
              <a:ext uri="{FF2B5EF4-FFF2-40B4-BE49-F238E27FC236}">
                <a16:creationId xmlns="" xmlns:a16="http://schemas.microsoft.com/office/drawing/2014/main" id="{890033A1-CB2B-46C1-843C-A395BBB7F123}"/>
              </a:ext>
            </a:extLst>
          </p:cNvPr>
          <p:cNvSpPr txBox="1"/>
          <p:nvPr/>
        </p:nvSpPr>
        <p:spPr>
          <a:xfrm>
            <a:off x="5405771" y="3937715"/>
            <a:ext cx="1435768" cy="338554"/>
          </a:xfrm>
          <a:prstGeom prst="rect">
            <a:avLst/>
          </a:prstGeom>
          <a:noFill/>
        </p:spPr>
        <p:txBody>
          <a:bodyPr wrap="square" rtlCol="0" anchor="ctr">
            <a:spAutoFit/>
          </a:bodyPr>
          <a:lstStyle/>
          <a:p>
            <a:pPr algn="ctr"/>
            <a:r>
              <a:rPr lang="en-US" altLang="zh-CN" sz="1600" b="1" dirty="0">
                <a:latin typeface="Huawei Sans" panose="020C0503030203020204" pitchFamily="34" charset="0"/>
                <a:ea typeface="方正兰亭黑简体" panose="02000000000000000000" pitchFamily="2" charset="-122"/>
                <a:sym typeface="Huawei Sans" panose="020C0503030203020204" pitchFamily="34" charset="0"/>
              </a:rPr>
              <a:t>Eth-Trunk</a:t>
            </a:r>
            <a:endParaRPr lang="zh-CN" altLang="en-US" sz="1600" b="1"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55" name="组合 54"/>
          <p:cNvGrpSpPr/>
          <p:nvPr/>
        </p:nvGrpSpPr>
        <p:grpSpPr>
          <a:xfrm>
            <a:off x="2740859" y="2591367"/>
            <a:ext cx="714096" cy="1684902"/>
            <a:chOff x="3457608" y="2904334"/>
            <a:chExt cx="714375" cy="1685560"/>
          </a:xfrm>
        </p:grpSpPr>
        <p:sp>
          <p:nvSpPr>
            <p:cNvPr id="56" name="任意多边形 55"/>
            <p:cNvSpPr/>
            <p:nvPr/>
          </p:nvSpPr>
          <p:spPr>
            <a:xfrm>
              <a:off x="3457608" y="2904334"/>
              <a:ext cx="714375" cy="396000"/>
            </a:xfrm>
            <a:custGeom>
              <a:avLst/>
              <a:gdLst>
                <a:gd name="connsiteX0" fmla="*/ 0 w 714375"/>
                <a:gd name="connsiteY0" fmla="*/ 0 h 628650"/>
                <a:gd name="connsiteX1" fmla="*/ 200025 w 714375"/>
                <a:gd name="connsiteY1" fmla="*/ 504825 h 628650"/>
                <a:gd name="connsiteX2" fmla="*/ 714375 w 714375"/>
                <a:gd name="connsiteY2" fmla="*/ 628650 h 628650"/>
              </a:gdLst>
              <a:ahLst/>
              <a:cxnLst>
                <a:cxn ang="0">
                  <a:pos x="connsiteX0" y="connsiteY0"/>
                </a:cxn>
                <a:cxn ang="0">
                  <a:pos x="connsiteX1" y="connsiteY1"/>
                </a:cxn>
                <a:cxn ang="0">
                  <a:pos x="connsiteX2" y="connsiteY2"/>
                </a:cxn>
              </a:cxnLst>
              <a:rect l="l" t="t" r="r" b="b"/>
              <a:pathLst>
                <a:path w="714375" h="628650">
                  <a:moveTo>
                    <a:pt x="0" y="0"/>
                  </a:moveTo>
                  <a:cubicBezTo>
                    <a:pt x="40481" y="200025"/>
                    <a:pt x="80963" y="400050"/>
                    <a:pt x="200025" y="504825"/>
                  </a:cubicBezTo>
                  <a:cubicBezTo>
                    <a:pt x="319088" y="609600"/>
                    <a:pt x="625475" y="614362"/>
                    <a:pt x="714375" y="628650"/>
                  </a:cubicBezTo>
                </a:path>
              </a:pathLst>
            </a:custGeom>
            <a:noFill/>
            <a:ln w="25400" cap="flat" cmpd="sng" algn="ctr">
              <a:solidFill>
                <a:srgbClr val="00B0F0"/>
              </a:solidFill>
              <a:prstDash val="solid"/>
              <a:headEnd type="none" w="med" len="med"/>
              <a:tailEnd type="triangle" w="med" len="med"/>
            </a:ln>
            <a:effectLst>
              <a:outerShdw blurRad="152400" dist="38100" dir="5400000" algn="t" rotWithShape="0">
                <a:prstClr val="black">
                  <a:alpha val="12000"/>
                </a:prstClr>
              </a:outerShdw>
            </a:effectLst>
          </p:spPr>
          <p:txBody>
            <a:bodyPr rtlCol="0" anchor="ctr"/>
            <a:lstStyle/>
            <a:p>
              <a:pPr algn="ctr"/>
              <a:endParaRPr lang="zh-CN" altLang="en-US"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7" name="任意多边形 56"/>
            <p:cNvSpPr/>
            <p:nvPr/>
          </p:nvSpPr>
          <p:spPr>
            <a:xfrm flipV="1">
              <a:off x="3457608" y="4193894"/>
              <a:ext cx="714375" cy="396000"/>
            </a:xfrm>
            <a:custGeom>
              <a:avLst/>
              <a:gdLst>
                <a:gd name="connsiteX0" fmla="*/ 0 w 714375"/>
                <a:gd name="connsiteY0" fmla="*/ 0 h 628650"/>
                <a:gd name="connsiteX1" fmla="*/ 200025 w 714375"/>
                <a:gd name="connsiteY1" fmla="*/ 504825 h 628650"/>
                <a:gd name="connsiteX2" fmla="*/ 714375 w 714375"/>
                <a:gd name="connsiteY2" fmla="*/ 628650 h 628650"/>
              </a:gdLst>
              <a:ahLst/>
              <a:cxnLst>
                <a:cxn ang="0">
                  <a:pos x="connsiteX0" y="connsiteY0"/>
                </a:cxn>
                <a:cxn ang="0">
                  <a:pos x="connsiteX1" y="connsiteY1"/>
                </a:cxn>
                <a:cxn ang="0">
                  <a:pos x="connsiteX2" y="connsiteY2"/>
                </a:cxn>
              </a:cxnLst>
              <a:rect l="l" t="t" r="r" b="b"/>
              <a:pathLst>
                <a:path w="714375" h="628650">
                  <a:moveTo>
                    <a:pt x="0" y="0"/>
                  </a:moveTo>
                  <a:cubicBezTo>
                    <a:pt x="40481" y="200025"/>
                    <a:pt x="80963" y="400050"/>
                    <a:pt x="200025" y="504825"/>
                  </a:cubicBezTo>
                  <a:cubicBezTo>
                    <a:pt x="319088" y="609600"/>
                    <a:pt x="625475" y="614362"/>
                    <a:pt x="714375" y="628650"/>
                  </a:cubicBezTo>
                </a:path>
              </a:pathLst>
            </a:custGeom>
            <a:noFill/>
            <a:ln w="25400" cap="flat" cmpd="sng" algn="ctr">
              <a:solidFill>
                <a:srgbClr val="00B0F0"/>
              </a:solidFill>
              <a:prstDash val="solid"/>
              <a:headEnd type="none" w="med" len="med"/>
              <a:tailEnd type="triangle" w="med" len="med"/>
            </a:ln>
            <a:effectLst>
              <a:outerShdw blurRad="152400" dist="38100" dir="5400000" algn="t" rotWithShape="0">
                <a:prstClr val="black">
                  <a:alpha val="12000"/>
                </a:prstClr>
              </a:outerShdw>
            </a:effectLst>
          </p:spPr>
          <p:txBody>
            <a:bodyPr rtlCol="0" anchor="ctr"/>
            <a:lstStyle/>
            <a:p>
              <a:pPr algn="ctr"/>
              <a:endParaRPr lang="zh-CN" altLang="en-US" sz="1799">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58" name="直接箭头连接符 57"/>
            <p:cNvCxnSpPr/>
            <p:nvPr/>
          </p:nvCxnSpPr>
          <p:spPr>
            <a:xfrm>
              <a:off x="3490450" y="3896040"/>
              <a:ext cx="681533" cy="0"/>
            </a:xfrm>
            <a:prstGeom prst="straightConnector1">
              <a:avLst/>
            </a:prstGeom>
            <a:noFill/>
            <a:ln w="25400" cap="flat" cmpd="sng" algn="ctr">
              <a:solidFill>
                <a:srgbClr val="00B0F0"/>
              </a:solidFill>
              <a:prstDash val="solid"/>
              <a:headEnd type="none" w="med" len="med"/>
              <a:tailEnd type="triangle" w="med" len="med"/>
            </a:ln>
            <a:effectLst>
              <a:outerShdw blurRad="152400" dist="38100" dir="5400000" algn="t" rotWithShape="0">
                <a:prstClr val="black">
                  <a:alpha val="12000"/>
                </a:prstClr>
              </a:outerShdw>
            </a:effectLst>
          </p:spPr>
        </p:cxnSp>
        <p:cxnSp>
          <p:nvCxnSpPr>
            <p:cNvPr id="59" name="直接箭头连接符 58"/>
            <p:cNvCxnSpPr/>
            <p:nvPr/>
          </p:nvCxnSpPr>
          <p:spPr>
            <a:xfrm>
              <a:off x="3490450" y="3598187"/>
              <a:ext cx="681533" cy="0"/>
            </a:xfrm>
            <a:prstGeom prst="straightConnector1">
              <a:avLst/>
            </a:prstGeom>
            <a:noFill/>
            <a:ln w="25400" cap="flat" cmpd="sng" algn="ctr">
              <a:solidFill>
                <a:srgbClr val="00B0F0"/>
              </a:solidFill>
              <a:prstDash val="solid"/>
              <a:headEnd type="none" w="med" len="med"/>
              <a:tailEnd type="triangle" w="med" len="med"/>
            </a:ln>
            <a:effectLst>
              <a:outerShdw blurRad="152400" dist="38100" dir="5400000" algn="t" rotWithShape="0">
                <a:prstClr val="black">
                  <a:alpha val="12000"/>
                </a:prstClr>
              </a:outerShdw>
            </a:effectLst>
          </p:spPr>
        </p:cxnSp>
      </p:grpSp>
      <p:sp>
        <p:nvSpPr>
          <p:cNvPr id="61" name="任意多边形 60"/>
          <p:cNvSpPr/>
          <p:nvPr/>
        </p:nvSpPr>
        <p:spPr>
          <a:xfrm flipH="1">
            <a:off x="8776495" y="2667475"/>
            <a:ext cx="683733" cy="395845"/>
          </a:xfrm>
          <a:custGeom>
            <a:avLst/>
            <a:gdLst>
              <a:gd name="connsiteX0" fmla="*/ 0 w 714375"/>
              <a:gd name="connsiteY0" fmla="*/ 0 h 628650"/>
              <a:gd name="connsiteX1" fmla="*/ 200025 w 714375"/>
              <a:gd name="connsiteY1" fmla="*/ 504825 h 628650"/>
              <a:gd name="connsiteX2" fmla="*/ 714375 w 714375"/>
              <a:gd name="connsiteY2" fmla="*/ 628650 h 628650"/>
            </a:gdLst>
            <a:ahLst/>
            <a:cxnLst>
              <a:cxn ang="0">
                <a:pos x="connsiteX0" y="connsiteY0"/>
              </a:cxn>
              <a:cxn ang="0">
                <a:pos x="connsiteX1" y="connsiteY1"/>
              </a:cxn>
              <a:cxn ang="0">
                <a:pos x="connsiteX2" y="connsiteY2"/>
              </a:cxn>
            </a:cxnLst>
            <a:rect l="l" t="t" r="r" b="b"/>
            <a:pathLst>
              <a:path w="714375" h="628650">
                <a:moveTo>
                  <a:pt x="0" y="0"/>
                </a:moveTo>
                <a:cubicBezTo>
                  <a:pt x="40481" y="200025"/>
                  <a:pt x="80963" y="400050"/>
                  <a:pt x="200025" y="504825"/>
                </a:cubicBezTo>
                <a:cubicBezTo>
                  <a:pt x="319088" y="609600"/>
                  <a:pt x="625475" y="614362"/>
                  <a:pt x="714375" y="628650"/>
                </a:cubicBezTo>
              </a:path>
            </a:pathLst>
          </a:custGeom>
          <a:noFill/>
          <a:ln w="25400" cap="flat" cmpd="sng" algn="ctr">
            <a:solidFill>
              <a:srgbClr val="00B0F0"/>
            </a:solidFill>
            <a:prstDash val="solid"/>
            <a:headEnd type="arrow" w="med" len="med"/>
            <a:tailEnd type="none" w="med" len="med"/>
          </a:ln>
          <a:effectLst>
            <a:outerShdw blurRad="152400" dist="38100" dir="5400000" algn="t" rotWithShape="0">
              <a:prstClr val="black">
                <a:alpha val="12000"/>
              </a:prstClr>
            </a:outerShdw>
          </a:effectLst>
        </p:spPr>
        <p:txBody>
          <a:bodyPr rtlCol="0" anchor="ctr"/>
          <a:lstStyle/>
          <a:p>
            <a:pPr algn="ctr"/>
            <a:endParaRPr lang="zh-CN" altLang="en-US" sz="1799">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63" name="直接箭头连接符 62"/>
          <p:cNvCxnSpPr/>
          <p:nvPr/>
        </p:nvCxnSpPr>
        <p:spPr>
          <a:xfrm>
            <a:off x="8776495" y="3503781"/>
            <a:ext cx="681267" cy="0"/>
          </a:xfrm>
          <a:prstGeom prst="straightConnector1">
            <a:avLst/>
          </a:prstGeom>
          <a:noFill/>
          <a:ln w="25400" cap="flat" cmpd="sng" algn="ctr">
            <a:solidFill>
              <a:srgbClr val="00B0F0"/>
            </a:solidFill>
            <a:prstDash val="solid"/>
            <a:headEnd type="none" w="med" len="med"/>
            <a:tailEnd type="triangle" w="med" len="med"/>
          </a:ln>
          <a:effectLst>
            <a:outerShdw blurRad="152400" dist="38100" dir="5400000" algn="t" rotWithShape="0">
              <a:prstClr val="black">
                <a:alpha val="12000"/>
              </a:prstClr>
            </a:outerShdw>
          </a:effectLst>
        </p:spPr>
      </p:cxnSp>
      <p:cxnSp>
        <p:nvCxnSpPr>
          <p:cNvPr id="64" name="直接箭头连接符 63"/>
          <p:cNvCxnSpPr/>
          <p:nvPr/>
        </p:nvCxnSpPr>
        <p:spPr>
          <a:xfrm>
            <a:off x="8776495" y="3283550"/>
            <a:ext cx="681267" cy="0"/>
          </a:xfrm>
          <a:prstGeom prst="straightConnector1">
            <a:avLst/>
          </a:prstGeom>
          <a:noFill/>
          <a:ln w="25400" cap="flat" cmpd="sng" algn="ctr">
            <a:solidFill>
              <a:srgbClr val="00B0F0"/>
            </a:solidFill>
            <a:prstDash val="solid"/>
            <a:headEnd type="none" w="med" len="med"/>
            <a:tailEnd type="triangle" w="med" len="med"/>
          </a:ln>
          <a:effectLst>
            <a:outerShdw blurRad="152400" dist="38100" dir="5400000" algn="t" rotWithShape="0">
              <a:prstClr val="black">
                <a:alpha val="12000"/>
              </a:prstClr>
            </a:outerShdw>
          </a:effectLst>
        </p:spPr>
      </p:cxnSp>
      <p:sp>
        <p:nvSpPr>
          <p:cNvPr id="65" name="椭圆 64">
            <a:extLst>
              <a:ext uri="{FF2B5EF4-FFF2-40B4-BE49-F238E27FC236}">
                <a16:creationId xmlns="" xmlns:a16="http://schemas.microsoft.com/office/drawing/2014/main" id="{7DBB15C3-7119-4BF5-AC36-6F6AFF9EB213}"/>
              </a:ext>
            </a:extLst>
          </p:cNvPr>
          <p:cNvSpPr/>
          <p:nvPr/>
        </p:nvSpPr>
        <p:spPr>
          <a:xfrm>
            <a:off x="4374595" y="2791847"/>
            <a:ext cx="215916" cy="215916"/>
          </a:xfrm>
          <a:prstGeom prst="ellipse">
            <a:avLst/>
          </a:prstGeom>
          <a:solidFill>
            <a:srgbClr val="8CCAA1"/>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100" b="1" smtClea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S</a:t>
            </a:r>
            <a:endParaRPr lang="zh-CN" altLang="en-US" sz="11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6" name="椭圆 65">
            <a:extLst>
              <a:ext uri="{FF2B5EF4-FFF2-40B4-BE49-F238E27FC236}">
                <a16:creationId xmlns="" xmlns:a16="http://schemas.microsoft.com/office/drawing/2014/main" id="{7DBB15C3-7119-4BF5-AC36-6F6AFF9EB213}"/>
              </a:ext>
            </a:extLst>
          </p:cNvPr>
          <p:cNvSpPr/>
          <p:nvPr/>
        </p:nvSpPr>
        <p:spPr>
          <a:xfrm>
            <a:off x="7739066" y="2791847"/>
            <a:ext cx="215916" cy="215916"/>
          </a:xfrm>
          <a:prstGeom prst="ellipse">
            <a:avLst/>
          </a:prstGeom>
          <a:solidFill>
            <a:srgbClr val="8CCAA1"/>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100" b="1" smtClea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S</a:t>
            </a:r>
            <a:endParaRPr lang="zh-CN" altLang="en-US" sz="11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67" name="直接连接符 66"/>
          <p:cNvCxnSpPr>
            <a:stCxn id="66" idx="2"/>
            <a:endCxn id="65" idx="6"/>
          </p:cNvCxnSpPr>
          <p:nvPr/>
        </p:nvCxnSpPr>
        <p:spPr bwMode="auto">
          <a:xfrm flipH="1">
            <a:off x="4590512" y="2899805"/>
            <a:ext cx="3148555" cy="0"/>
          </a:xfrm>
          <a:prstGeom prst="line">
            <a:avLst/>
          </a:prstGeom>
          <a:solidFill>
            <a:schemeClr val="accent1"/>
          </a:solidFill>
          <a:ln w="19050" cap="flat" cmpd="sng" algn="ctr">
            <a:solidFill>
              <a:schemeClr val="tx1"/>
            </a:solidFill>
            <a:prstDash val="solid"/>
            <a:round/>
            <a:headEnd type="none" w="med" len="med"/>
            <a:tailEnd type="none" w="med" len="med"/>
          </a:ln>
          <a:effectLst/>
        </p:spPr>
      </p:cxnSp>
      <p:sp>
        <p:nvSpPr>
          <p:cNvPr id="69" name="椭圆 68">
            <a:extLst>
              <a:ext uri="{FF2B5EF4-FFF2-40B4-BE49-F238E27FC236}">
                <a16:creationId xmlns="" xmlns:a16="http://schemas.microsoft.com/office/drawing/2014/main" id="{7DBB15C3-7119-4BF5-AC36-6F6AFF9EB213}"/>
              </a:ext>
            </a:extLst>
          </p:cNvPr>
          <p:cNvSpPr/>
          <p:nvPr/>
        </p:nvSpPr>
        <p:spPr>
          <a:xfrm>
            <a:off x="4374595" y="3093351"/>
            <a:ext cx="215916" cy="215916"/>
          </a:xfrm>
          <a:prstGeom prst="ellipse">
            <a:avLst/>
          </a:prstGeom>
          <a:solidFill>
            <a:srgbClr val="8CCAA1"/>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100" b="1" smtClea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S</a:t>
            </a:r>
            <a:endParaRPr lang="zh-CN" altLang="en-US" sz="11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0" name="椭圆 69">
            <a:extLst>
              <a:ext uri="{FF2B5EF4-FFF2-40B4-BE49-F238E27FC236}">
                <a16:creationId xmlns="" xmlns:a16="http://schemas.microsoft.com/office/drawing/2014/main" id="{7DBB15C3-7119-4BF5-AC36-6F6AFF9EB213}"/>
              </a:ext>
            </a:extLst>
          </p:cNvPr>
          <p:cNvSpPr/>
          <p:nvPr/>
        </p:nvSpPr>
        <p:spPr>
          <a:xfrm>
            <a:off x="7739066" y="3093351"/>
            <a:ext cx="215916" cy="215916"/>
          </a:xfrm>
          <a:prstGeom prst="ellipse">
            <a:avLst/>
          </a:prstGeom>
          <a:solidFill>
            <a:srgbClr val="8CCAA1"/>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100" b="1" smtClea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S</a:t>
            </a:r>
            <a:endParaRPr lang="zh-CN" altLang="en-US" sz="11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71" name="直接连接符 70"/>
          <p:cNvCxnSpPr>
            <a:stCxn id="70" idx="2"/>
            <a:endCxn id="69" idx="6"/>
          </p:cNvCxnSpPr>
          <p:nvPr/>
        </p:nvCxnSpPr>
        <p:spPr bwMode="auto">
          <a:xfrm flipH="1">
            <a:off x="4590512" y="3201309"/>
            <a:ext cx="3148555" cy="0"/>
          </a:xfrm>
          <a:prstGeom prst="line">
            <a:avLst/>
          </a:prstGeom>
          <a:solidFill>
            <a:schemeClr val="accent1"/>
          </a:solidFill>
          <a:ln w="19050" cap="flat" cmpd="sng" algn="ctr">
            <a:solidFill>
              <a:schemeClr val="tx1"/>
            </a:solidFill>
            <a:prstDash val="solid"/>
            <a:round/>
            <a:headEnd type="none" w="med" len="med"/>
            <a:tailEnd type="none" w="med" len="med"/>
          </a:ln>
          <a:effectLst/>
        </p:spPr>
      </p:cxnSp>
      <p:sp>
        <p:nvSpPr>
          <p:cNvPr id="72" name="椭圆 71">
            <a:extLst>
              <a:ext uri="{FF2B5EF4-FFF2-40B4-BE49-F238E27FC236}">
                <a16:creationId xmlns="" xmlns:a16="http://schemas.microsoft.com/office/drawing/2014/main" id="{7DBB15C3-7119-4BF5-AC36-6F6AFF9EB213}"/>
              </a:ext>
            </a:extLst>
          </p:cNvPr>
          <p:cNvSpPr/>
          <p:nvPr/>
        </p:nvSpPr>
        <p:spPr>
          <a:xfrm>
            <a:off x="4374595" y="3394855"/>
            <a:ext cx="215916" cy="215916"/>
          </a:xfrm>
          <a:prstGeom prst="ellipse">
            <a:avLst/>
          </a:prstGeom>
          <a:solidFill>
            <a:srgbClr val="8CCAA1"/>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100" b="1" smtClea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S</a:t>
            </a:r>
            <a:endParaRPr lang="zh-CN" altLang="en-US" sz="11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7" name="椭圆 76">
            <a:extLst>
              <a:ext uri="{FF2B5EF4-FFF2-40B4-BE49-F238E27FC236}">
                <a16:creationId xmlns="" xmlns:a16="http://schemas.microsoft.com/office/drawing/2014/main" id="{7DBB15C3-7119-4BF5-AC36-6F6AFF9EB213}"/>
              </a:ext>
            </a:extLst>
          </p:cNvPr>
          <p:cNvSpPr/>
          <p:nvPr/>
        </p:nvSpPr>
        <p:spPr>
          <a:xfrm>
            <a:off x="7739066" y="3394855"/>
            <a:ext cx="215916" cy="215916"/>
          </a:xfrm>
          <a:prstGeom prst="ellipse">
            <a:avLst/>
          </a:prstGeom>
          <a:solidFill>
            <a:srgbClr val="8CCAA1"/>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100" b="1" smtClea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S</a:t>
            </a:r>
            <a:endParaRPr lang="zh-CN" altLang="en-US" sz="11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78" name="直接连接符 77"/>
          <p:cNvCxnSpPr>
            <a:stCxn id="77" idx="2"/>
            <a:endCxn id="72" idx="6"/>
          </p:cNvCxnSpPr>
          <p:nvPr/>
        </p:nvCxnSpPr>
        <p:spPr bwMode="auto">
          <a:xfrm flipH="1">
            <a:off x="4590512" y="3502813"/>
            <a:ext cx="3148555" cy="0"/>
          </a:xfrm>
          <a:prstGeom prst="line">
            <a:avLst/>
          </a:prstGeom>
          <a:solidFill>
            <a:schemeClr val="accent1"/>
          </a:solidFill>
          <a:ln w="19050" cap="flat" cmpd="sng" algn="ctr">
            <a:solidFill>
              <a:schemeClr val="tx1"/>
            </a:solidFill>
            <a:prstDash val="solid"/>
            <a:round/>
            <a:headEnd type="none" w="med" len="med"/>
            <a:tailEnd type="none" w="med" len="med"/>
          </a:ln>
          <a:effectLst/>
        </p:spPr>
      </p:cxnSp>
      <p:sp>
        <p:nvSpPr>
          <p:cNvPr id="79" name="椭圆 78">
            <a:extLst>
              <a:ext uri="{FF2B5EF4-FFF2-40B4-BE49-F238E27FC236}">
                <a16:creationId xmlns="" xmlns:a16="http://schemas.microsoft.com/office/drawing/2014/main" id="{7DBB15C3-7119-4BF5-AC36-6F6AFF9EB213}"/>
              </a:ext>
            </a:extLst>
          </p:cNvPr>
          <p:cNvSpPr/>
          <p:nvPr/>
        </p:nvSpPr>
        <p:spPr>
          <a:xfrm>
            <a:off x="4374595" y="3696359"/>
            <a:ext cx="215916" cy="215916"/>
          </a:xfrm>
          <a:prstGeom prst="ellipse">
            <a:avLst/>
          </a:prstGeom>
          <a:solidFill>
            <a:srgbClr val="8CCAA1"/>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100" b="1" smtClea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S</a:t>
            </a:r>
            <a:endParaRPr lang="zh-CN" altLang="en-US" sz="11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0" name="椭圆 79">
            <a:extLst>
              <a:ext uri="{FF2B5EF4-FFF2-40B4-BE49-F238E27FC236}">
                <a16:creationId xmlns="" xmlns:a16="http://schemas.microsoft.com/office/drawing/2014/main" id="{7DBB15C3-7119-4BF5-AC36-6F6AFF9EB213}"/>
              </a:ext>
            </a:extLst>
          </p:cNvPr>
          <p:cNvSpPr/>
          <p:nvPr/>
        </p:nvSpPr>
        <p:spPr>
          <a:xfrm>
            <a:off x="7739066" y="3696359"/>
            <a:ext cx="215916" cy="215916"/>
          </a:xfrm>
          <a:prstGeom prst="ellipse">
            <a:avLst/>
          </a:prstGeom>
          <a:solidFill>
            <a:srgbClr val="FFD17D"/>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1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F</a:t>
            </a:r>
            <a:endParaRPr lang="zh-CN" altLang="en-US" sz="11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81" name="直接连接符 80"/>
          <p:cNvCxnSpPr>
            <a:stCxn id="80" idx="2"/>
            <a:endCxn id="79" idx="6"/>
          </p:cNvCxnSpPr>
          <p:nvPr/>
        </p:nvCxnSpPr>
        <p:spPr bwMode="auto">
          <a:xfrm flipH="1">
            <a:off x="4590512" y="3804317"/>
            <a:ext cx="3148555" cy="0"/>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82" name="直接箭头连接符 81">
            <a:extLst>
              <a:ext uri="{FF2B5EF4-FFF2-40B4-BE49-F238E27FC236}">
                <a16:creationId xmlns="" xmlns:a16="http://schemas.microsoft.com/office/drawing/2014/main" id="{25FFCF9E-B77D-4002-8CAE-8C36C256A152}"/>
              </a:ext>
            </a:extLst>
          </p:cNvPr>
          <p:cNvCxnSpPr>
            <a:cxnSpLocks/>
          </p:cNvCxnSpPr>
          <p:nvPr/>
        </p:nvCxnSpPr>
        <p:spPr>
          <a:xfrm>
            <a:off x="5814068" y="2838804"/>
            <a:ext cx="578894" cy="0"/>
          </a:xfrm>
          <a:prstGeom prst="straightConnector1">
            <a:avLst/>
          </a:prstGeom>
          <a:noFill/>
          <a:ln w="25400" cap="flat" cmpd="sng" algn="ctr">
            <a:solidFill>
              <a:srgbClr val="00B0F0"/>
            </a:solidFill>
            <a:prstDash val="solid"/>
            <a:headEnd type="none" w="med" len="med"/>
            <a:tailEnd type="triangle" w="med" len="med"/>
          </a:ln>
          <a:effectLst>
            <a:outerShdw blurRad="152400" dist="38100" dir="5400000" algn="t" rotWithShape="0">
              <a:prstClr val="black">
                <a:alpha val="12000"/>
              </a:prstClr>
            </a:outerShdw>
          </a:effectLst>
        </p:spPr>
      </p:cxnSp>
      <p:sp>
        <p:nvSpPr>
          <p:cNvPr id="91" name="椭圆 90">
            <a:extLst>
              <a:ext uri="{FF2B5EF4-FFF2-40B4-BE49-F238E27FC236}">
                <a16:creationId xmlns="" xmlns:a16="http://schemas.microsoft.com/office/drawing/2014/main" id="{E3AA826D-E4AC-459E-9C44-0CE0D8799DF1}"/>
              </a:ext>
            </a:extLst>
          </p:cNvPr>
          <p:cNvSpPr/>
          <p:nvPr/>
        </p:nvSpPr>
        <p:spPr>
          <a:xfrm>
            <a:off x="956801" y="2172128"/>
            <a:ext cx="215916" cy="215916"/>
          </a:xfrm>
          <a:prstGeom prst="ellipse">
            <a:avLst/>
          </a:prstGeom>
          <a:solidFill>
            <a:srgbClr val="FFD17D"/>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1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F</a:t>
            </a:r>
            <a:endParaRPr lang="zh-CN" altLang="en-US" sz="11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2" name="TextBox 120">
            <a:extLst>
              <a:ext uri="{FF2B5EF4-FFF2-40B4-BE49-F238E27FC236}">
                <a16:creationId xmlns="" xmlns:a16="http://schemas.microsoft.com/office/drawing/2014/main" id="{BA178C7B-FB8C-4D9C-9731-7001BEE1F59D}"/>
              </a:ext>
            </a:extLst>
          </p:cNvPr>
          <p:cNvSpPr txBox="1"/>
          <p:nvPr/>
        </p:nvSpPr>
        <p:spPr>
          <a:xfrm>
            <a:off x="1190720" y="2158197"/>
            <a:ext cx="2032380" cy="276999"/>
          </a:xfrm>
          <a:prstGeom prst="rect">
            <a:avLst/>
          </a:prstGeom>
          <a:noFill/>
        </p:spPr>
        <p:txBody>
          <a:bodyPr wrap="square" rtlCol="0">
            <a:spAutoFit/>
          </a:bodyPr>
          <a:lstStyle/>
          <a:p>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故障接口</a:t>
            </a:r>
          </a:p>
        </p:txBody>
      </p:sp>
      <p:sp>
        <p:nvSpPr>
          <p:cNvPr id="94" name="圆角矩形 93"/>
          <p:cNvSpPr/>
          <p:nvPr/>
        </p:nvSpPr>
        <p:spPr>
          <a:xfrm>
            <a:off x="8782909" y="4276269"/>
            <a:ext cx="2297018" cy="719799"/>
          </a:xfrm>
          <a:prstGeom prst="roundRect">
            <a:avLst>
              <a:gd name="adj" fmla="val 7486"/>
            </a:avLst>
          </a:prstGeom>
          <a:solidFill>
            <a:srgbClr val="FFFFCC"/>
          </a:solidFill>
          <a:ln w="9525">
            <a:solidFill>
              <a:srgbClr val="FFD17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ts val="2199"/>
              </a:lnSpc>
            </a:pPr>
            <a:r>
              <a:rPr lang="zh-CN" altLang="en-US" sz="1399"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接口物理状态</a:t>
            </a:r>
            <a:r>
              <a:rPr lang="en-US" altLang="zh-CN" sz="1399" dirty="0" smtClean="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UP</a:t>
            </a:r>
            <a:r>
              <a:rPr lang="zh-CN" altLang="en-US" sz="1399" dirty="0" smtClean="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，但无法</a:t>
            </a:r>
            <a:r>
              <a:rPr lang="zh-CN" altLang="en-US" sz="1399"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转发</a:t>
            </a:r>
            <a:r>
              <a:rPr lang="zh-CN" altLang="en-US" sz="1399" dirty="0" smtClean="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报文。</a:t>
            </a:r>
            <a:endParaRPr lang="zh-CN" altLang="en-US" sz="1399"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0" name="矩形 59"/>
          <p:cNvSpPr/>
          <p:nvPr/>
        </p:nvSpPr>
        <p:spPr bwMode="auto">
          <a:xfrm>
            <a:off x="1190720" y="1771972"/>
            <a:ext cx="4669954" cy="248147"/>
          </a:xfrm>
          <a:prstGeom prst="rect">
            <a:avLst/>
          </a:prstGeom>
          <a:noFill/>
          <a:ln w="9525" cap="flat" cmpd="sng" algn="ctr">
            <a:noFill/>
            <a:prstDash val="dash"/>
            <a:round/>
            <a:headEnd type="none" w="med" len="med"/>
            <a:tailEnd type="none" w="med" len="med"/>
          </a:ln>
          <a:effectLst/>
        </p:spPr>
        <p:txBody>
          <a:bodyPr vert="horz" wrap="square" lIns="91404" tIns="45702" rIns="91404" bIns="45702" numCol="1" rtlCol="0" anchor="t" anchorCtr="0" compatLnSpc="1">
            <a:prstTxWarp prst="textNoShape">
              <a:avLst/>
            </a:prstTxWarp>
          </a:bodyPr>
          <a:lstStyle/>
          <a:p>
            <a:pPr defTabSz="1001248" eaLnBrk="0" hangingPunct="0"/>
            <a:r>
              <a:rPr lang="zh-CN" altLang="en-US" sz="1200" dirty="0">
                <a:solidFill>
                  <a:srgbClr val="000000"/>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活动接口</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3" name="椭圆 72">
            <a:extLst>
              <a:ext uri="{FF2B5EF4-FFF2-40B4-BE49-F238E27FC236}">
                <a16:creationId xmlns="" xmlns:a16="http://schemas.microsoft.com/office/drawing/2014/main" id="{7DBB15C3-7119-4BF5-AC36-6F6AFF9EB213}"/>
              </a:ext>
            </a:extLst>
          </p:cNvPr>
          <p:cNvSpPr/>
          <p:nvPr/>
        </p:nvSpPr>
        <p:spPr>
          <a:xfrm>
            <a:off x="975973" y="1815128"/>
            <a:ext cx="215916" cy="215916"/>
          </a:xfrm>
          <a:prstGeom prst="ellipse">
            <a:avLst/>
          </a:prstGeom>
          <a:solidFill>
            <a:srgbClr val="8CCAA1"/>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1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S</a:t>
            </a:r>
            <a:endParaRPr lang="zh-CN" altLang="en-US" sz="11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75" name="直接箭头连接符 74"/>
          <p:cNvCxnSpPr>
            <a:stCxn id="80" idx="4"/>
            <a:endCxn id="94" idx="1"/>
          </p:cNvCxnSpPr>
          <p:nvPr/>
        </p:nvCxnSpPr>
        <p:spPr>
          <a:xfrm>
            <a:off x="7847024" y="3912275"/>
            <a:ext cx="935885" cy="723894"/>
          </a:xfrm>
          <a:prstGeom prst="straightConnector1">
            <a:avLst/>
          </a:prstGeom>
          <a:ln w="28575">
            <a:solidFill>
              <a:srgbClr val="FFD17D"/>
            </a:solidFill>
            <a:tailEnd type="triangle"/>
          </a:ln>
        </p:spPr>
        <p:style>
          <a:lnRef idx="1">
            <a:schemeClr val="accent1"/>
          </a:lnRef>
          <a:fillRef idx="0">
            <a:schemeClr val="accent1"/>
          </a:fillRef>
          <a:effectRef idx="0">
            <a:schemeClr val="accent1"/>
          </a:effectRef>
          <a:fontRef idx="minor">
            <a:schemeClr val="tx1"/>
          </a:fontRef>
        </p:style>
      </p:cxnSp>
      <p:grpSp>
        <p:nvGrpSpPr>
          <p:cNvPr id="85" name="组合 84"/>
          <p:cNvGrpSpPr/>
          <p:nvPr/>
        </p:nvGrpSpPr>
        <p:grpSpPr>
          <a:xfrm>
            <a:off x="7387097" y="3667185"/>
            <a:ext cx="288000" cy="288000"/>
            <a:chOff x="856677" y="2615810"/>
            <a:chExt cx="288000" cy="288000"/>
          </a:xfrm>
        </p:grpSpPr>
        <p:sp>
          <p:nvSpPr>
            <p:cNvPr id="86" name="椭圆 85"/>
            <p:cNvSpPr/>
            <p:nvPr/>
          </p:nvSpPr>
          <p:spPr>
            <a:xfrm>
              <a:off x="856677" y="2615810"/>
              <a:ext cx="288000" cy="288000"/>
            </a:xfrm>
            <a:prstGeom prst="ellipse">
              <a:avLst/>
            </a:prstGeom>
            <a:solidFill>
              <a:srgbClr val="EC70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a:solidFill>
                  <a:srgbClr val="EC7061"/>
                </a:solidFill>
              </a:endParaRPr>
            </a:p>
          </p:txBody>
        </p:sp>
        <p:grpSp>
          <p:nvGrpSpPr>
            <p:cNvPr id="87" name="组合 86"/>
            <p:cNvGrpSpPr/>
            <p:nvPr/>
          </p:nvGrpSpPr>
          <p:grpSpPr>
            <a:xfrm>
              <a:off x="923444" y="2692169"/>
              <a:ext cx="144001" cy="144002"/>
              <a:chOff x="898853" y="2657982"/>
              <a:chExt cx="203649" cy="203652"/>
            </a:xfrm>
          </p:grpSpPr>
          <p:cxnSp>
            <p:nvCxnSpPr>
              <p:cNvPr id="88" name="直接连接符 87"/>
              <p:cNvCxnSpPr>
                <a:stCxn id="86" idx="3"/>
                <a:endCxn id="86" idx="7"/>
              </p:cNvCxnSpPr>
              <p:nvPr/>
            </p:nvCxnSpPr>
            <p:spPr>
              <a:xfrm flipV="1">
                <a:off x="898853" y="2657986"/>
                <a:ext cx="203648" cy="203648"/>
              </a:xfrm>
              <a:prstGeom prst="line">
                <a:avLst/>
              </a:prstGeom>
              <a:solidFill>
                <a:srgbClr val="EC7061"/>
              </a:solidFill>
              <a:ln w="38100" cap="rnd">
                <a:solidFill>
                  <a:schemeClr val="bg1"/>
                </a:solidFill>
                <a:round/>
              </a:ln>
              <a:effectLst/>
            </p:spPr>
            <p:style>
              <a:lnRef idx="2">
                <a:schemeClr val="accent1"/>
              </a:lnRef>
              <a:fillRef idx="0">
                <a:schemeClr val="accent1"/>
              </a:fillRef>
              <a:effectRef idx="1">
                <a:schemeClr val="accent1"/>
              </a:effectRef>
              <a:fontRef idx="minor">
                <a:schemeClr val="tx1"/>
              </a:fontRef>
            </p:style>
          </p:cxnSp>
          <p:cxnSp>
            <p:nvCxnSpPr>
              <p:cNvPr id="89" name="直接连接符 88"/>
              <p:cNvCxnSpPr>
                <a:stCxn id="86" idx="1"/>
                <a:endCxn id="86" idx="5"/>
              </p:cNvCxnSpPr>
              <p:nvPr/>
            </p:nvCxnSpPr>
            <p:spPr>
              <a:xfrm>
                <a:off x="898853" y="2657986"/>
                <a:ext cx="203648" cy="203648"/>
              </a:xfrm>
              <a:prstGeom prst="line">
                <a:avLst/>
              </a:prstGeom>
              <a:solidFill>
                <a:srgbClr val="EC7061"/>
              </a:solidFill>
              <a:ln w="38100" cap="rnd">
                <a:solidFill>
                  <a:schemeClr val="bg1"/>
                </a:solidFill>
                <a:round/>
              </a:ln>
              <a:effectLst/>
            </p:spPr>
            <p:style>
              <a:lnRef idx="2">
                <a:schemeClr val="accent1"/>
              </a:lnRef>
              <a:fillRef idx="0">
                <a:schemeClr val="accent1"/>
              </a:fillRef>
              <a:effectRef idx="1">
                <a:schemeClr val="accent1"/>
              </a:effectRef>
              <a:fontRef idx="minor">
                <a:schemeClr val="tx1"/>
              </a:fontRef>
            </p:style>
          </p:cxnSp>
        </p:grpSp>
      </p:grpSp>
    </p:spTree>
    <p:extLst>
      <p:ext uri="{BB962C8B-B14F-4D97-AF65-F5344CB8AC3E}">
        <p14:creationId xmlns:p14="http://schemas.microsoft.com/office/powerpoint/2010/main" val="3268094877"/>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p:txBody>
          <a:bodyPr/>
          <a:lstStyle/>
          <a:p>
            <a:pPr>
              <a:buClr>
                <a:schemeClr val="bg1">
                  <a:lumMod val="50000"/>
                </a:schemeClr>
              </a:buClr>
            </a:pPr>
            <a:r>
              <a:rPr lang="zh-CN" altLang="en-US"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网络可靠性需求</a:t>
            </a:r>
            <a:endParaRPr lang="en-US" altLang="zh-CN"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a:p>
            <a:r>
              <a:rPr lang="zh-CN" altLang="en-US" b="1" dirty="0">
                <a:latin typeface="Huawei Sans" panose="020C0503030203020204" pitchFamily="34" charset="0"/>
                <a:ea typeface="方正兰亭黑简体" panose="02000000000000000000" pitchFamily="2" charset="-122"/>
                <a:sym typeface="Huawei Sans" panose="020C0503030203020204" pitchFamily="34" charset="0"/>
              </a:rPr>
              <a:t>链路聚合技术原理与配置</a:t>
            </a:r>
            <a:endParaRPr lang="en-US" altLang="zh-CN" b="1" dirty="0">
              <a:latin typeface="Huawei Sans" panose="020C0503030203020204" pitchFamily="34" charset="0"/>
              <a:ea typeface="方正兰亭黑简体" panose="02000000000000000000" pitchFamily="2" charset="-122"/>
              <a:sym typeface="Huawei Sans" panose="020C0503030203020204" pitchFamily="34" charset="0"/>
            </a:endParaRPr>
          </a:p>
          <a:p>
            <a:pPr lvl="1"/>
            <a:r>
              <a:rPr lang="zh-CN" altLang="en-US"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基本原理</a:t>
            </a:r>
            <a:endParaRPr lang="en-US" altLang="zh-CN"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a:p>
            <a:pPr lvl="1"/>
            <a:r>
              <a:rPr lang="zh-CN" altLang="en-US"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手工模式</a:t>
            </a:r>
            <a:endParaRPr lang="en-US" altLang="zh-CN"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a:p>
            <a:pPr lvl="1">
              <a:buFont typeface="Huawei Sans" panose="020C0503030203020204" pitchFamily="34" charset="0"/>
              <a:buChar char="▪"/>
            </a:pPr>
            <a:r>
              <a:rPr lang="en-US" altLang="zh-CN" b="1" dirty="0">
                <a:latin typeface="Huawei Sans" panose="020C0503030203020204" pitchFamily="34" charset="0"/>
                <a:ea typeface="方正兰亭黑简体" panose="02000000000000000000" pitchFamily="2" charset="-122"/>
                <a:sym typeface="Huawei Sans" panose="020C0503030203020204" pitchFamily="34" charset="0"/>
              </a:rPr>
              <a:t>LACP</a:t>
            </a:r>
            <a:r>
              <a:rPr lang="zh-CN" altLang="en-US" b="1" dirty="0" smtClean="0">
                <a:latin typeface="Huawei Sans" panose="020C0503030203020204" pitchFamily="34" charset="0"/>
                <a:ea typeface="方正兰亭黑简体" panose="02000000000000000000" pitchFamily="2" charset="-122"/>
                <a:sym typeface="Huawei Sans" panose="020C0503030203020204" pitchFamily="34" charset="0"/>
              </a:rPr>
              <a:t>模式</a:t>
            </a:r>
            <a:endParaRPr lang="en-US" altLang="zh-CN" b="1" dirty="0" smtClean="0">
              <a:latin typeface="Huawei Sans" panose="020C0503030203020204" pitchFamily="34" charset="0"/>
              <a:ea typeface="方正兰亭黑简体" panose="02000000000000000000" pitchFamily="2" charset="-122"/>
              <a:sym typeface="Huawei Sans" panose="020C0503030203020204" pitchFamily="34" charset="0"/>
            </a:endParaRPr>
          </a:p>
          <a:p>
            <a:pPr lvl="1"/>
            <a:r>
              <a:rPr lang="zh-CN" altLang="en-US"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典型使用</a:t>
            </a:r>
            <a:r>
              <a:rPr lang="zh-CN" altLang="en-US" dirty="0" smtClean="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场景</a:t>
            </a:r>
            <a:endParaRPr lang="en-US" altLang="zh-CN" b="1" dirty="0">
              <a:latin typeface="Huawei Sans" panose="020C0503030203020204" pitchFamily="34" charset="0"/>
              <a:ea typeface="方正兰亭黑简体" panose="02000000000000000000" pitchFamily="2" charset="-122"/>
              <a:sym typeface="Huawei Sans" panose="020C0503030203020204" pitchFamily="34" charset="0"/>
            </a:endParaRPr>
          </a:p>
          <a:p>
            <a:pPr lvl="1"/>
            <a:r>
              <a:rPr lang="zh-CN" altLang="en-US"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配置举例</a:t>
            </a:r>
            <a:endParaRPr lang="en-US" altLang="zh-CN"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a:p>
            <a:pPr>
              <a:buClr>
                <a:schemeClr val="bg1">
                  <a:lumMod val="50000"/>
                </a:schemeClr>
              </a:buClr>
            </a:pPr>
            <a:r>
              <a:rPr lang="zh-CN" altLang="en-US"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堆叠</a:t>
            </a:r>
            <a:r>
              <a:rPr lang="en-US" altLang="zh-CN"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a:t>
            </a:r>
            <a:r>
              <a:rPr lang="zh-CN" altLang="en-US"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集群概述</a:t>
            </a:r>
            <a:endParaRPr lang="en-US" altLang="zh-CN"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2675283148"/>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en-US" altLang="zh-CN" smtClean="0">
                <a:sym typeface="Huawei Sans" panose="020C0503030203020204" pitchFamily="34" charset="0"/>
              </a:rPr>
              <a:t>LACPDU</a:t>
            </a:r>
            <a:endParaRPr lang="zh-CN" altLang="en-US" dirty="0">
              <a:sym typeface="Huawei Sans" panose="020C0503030203020204" pitchFamily="34" charset="0"/>
            </a:endParaRPr>
          </a:p>
        </p:txBody>
      </p:sp>
      <p:sp>
        <p:nvSpPr>
          <p:cNvPr id="9" name="文本占位符 8"/>
          <p:cNvSpPr>
            <a:spLocks noGrp="1"/>
          </p:cNvSpPr>
          <p:nvPr>
            <p:ph type="body" sz="quarter" idx="10"/>
          </p:nvPr>
        </p:nvSpPr>
        <p:spPr>
          <a:xfrm>
            <a:off x="468317" y="1272125"/>
            <a:ext cx="11276183" cy="4680000"/>
          </a:xfrm>
        </p:spPr>
        <p:txBody>
          <a:bodyPr/>
          <a:lstStyle/>
          <a:p>
            <a:pPr>
              <a:buSzPct val="100000"/>
            </a:pPr>
            <a:endParaRPr lang="en-US" altLang="zh-CN" sz="1600" kern="0"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a:buSzPct val="100000"/>
            </a:pPr>
            <a:endParaRPr lang="en-US" altLang="zh-CN" sz="1600"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a:buSzPct val="100000"/>
            </a:pPr>
            <a:endParaRPr lang="en-US" altLang="zh-CN" sz="1600" kern="0"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a:buSzPct val="100000"/>
            </a:pPr>
            <a:endParaRPr lang="en-US" altLang="zh-CN" sz="1600"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a:buSzPct val="100000"/>
            </a:pPr>
            <a:endParaRPr lang="en-US" altLang="zh-CN" sz="1600" kern="0"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a:buSzPct val="100000"/>
            </a:pPr>
            <a:endParaRPr lang="en-US" altLang="zh-CN" sz="1600"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a:buSzPct val="100000"/>
            </a:pPr>
            <a:endParaRPr lang="en-US" altLang="zh-CN" sz="1600" kern="0"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a:buSzPct val="100000"/>
            </a:pPr>
            <a:endParaRPr lang="en-US" altLang="zh-CN" sz="1600"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a:buSzPct val="100000"/>
            </a:pPr>
            <a:endParaRPr lang="en-US" altLang="zh-CN" sz="1600" kern="0"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a:buSzPct val="100000"/>
            </a:pPr>
            <a:r>
              <a:rPr lang="en-US" altLang="zh-CN" sz="1600" kern="0"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LACP</a:t>
            </a:r>
            <a:r>
              <a:rPr lang="zh-CN" altLang="en-US" sz="1600"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模式：采用</a:t>
            </a:r>
            <a:r>
              <a:rPr lang="en-US" altLang="zh-CN" sz="1600"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LACP</a:t>
            </a:r>
            <a:r>
              <a:rPr lang="zh-CN" altLang="en-US" sz="1600"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协议的一种链路聚合模式。设备间通过链路聚合控制协议数据单元（</a:t>
            </a:r>
            <a:r>
              <a:rPr lang="it-IT" altLang="zh-CN" sz="1600"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Link Aggregation Control Protocol Data Unit</a:t>
            </a:r>
            <a:r>
              <a:rPr lang="zh-CN" altLang="en-US" sz="1600"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600"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LACPDU</a:t>
            </a:r>
            <a:r>
              <a:rPr lang="zh-CN" altLang="en-US" sz="1600"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）进行交互，通过协议协商确保对端是同一台设备、同一个聚合接口的成员接口。</a:t>
            </a:r>
            <a:endParaRPr lang="en-US" altLang="zh-CN" sz="1600"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a:buSzPct val="100000"/>
            </a:pPr>
            <a:r>
              <a:rPr lang="en-US" altLang="zh-CN" sz="1600"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LACPDU</a:t>
            </a:r>
            <a:r>
              <a:rPr lang="zh-CN" altLang="en-US" sz="1600"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报文中包含设备优先级、</a:t>
            </a:r>
            <a:r>
              <a:rPr lang="en-US" altLang="zh-CN" sz="1600"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MAC</a:t>
            </a:r>
            <a:r>
              <a:rPr lang="zh-CN" altLang="en-US" sz="1600"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地址、接口优先级、接口号等。</a:t>
            </a:r>
            <a:endParaRPr lang="en-US" altLang="zh-CN" sz="1600"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endParaRPr lang="zh-CN" altLang="en-US" sz="1600" dirty="0"/>
          </a:p>
        </p:txBody>
      </p:sp>
      <p:sp>
        <p:nvSpPr>
          <p:cNvPr id="81" name="TextBox 77"/>
          <p:cNvSpPr txBox="1"/>
          <p:nvPr/>
        </p:nvSpPr>
        <p:spPr bwMode="auto">
          <a:xfrm>
            <a:off x="2939455" y="1490194"/>
            <a:ext cx="1390745" cy="285502"/>
          </a:xfrm>
          <a:prstGeom prst="rect">
            <a:avLst/>
          </a:prstGeom>
          <a:noFill/>
          <a:ln w="9525">
            <a:noFill/>
            <a:miter lim="800000"/>
            <a:headEnd/>
            <a:tailEnd/>
          </a:ln>
        </p:spPr>
        <p:txBody>
          <a:bodyPr wrap="square" lIns="99941" tIns="49966" rIns="99941" bIns="49966" rtlCol="0">
            <a:spAutoFit/>
          </a:bodyPr>
          <a:lstStyle/>
          <a:p>
            <a:pPr algn="ctr" defTabSz="1001248" eaLnBrk="0" hangingPunct="0"/>
            <a:r>
              <a:rPr lang="en-US" altLang="zh-CN" sz="1200" dirty="0">
                <a:solidFill>
                  <a:srgbClr val="000000"/>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LACPDU</a:t>
            </a:r>
          </a:p>
        </p:txBody>
      </p:sp>
      <p:cxnSp>
        <p:nvCxnSpPr>
          <p:cNvPr id="74" name="直接箭头连接符 73">
            <a:extLst>
              <a:ext uri="{FF2B5EF4-FFF2-40B4-BE49-F238E27FC236}">
                <a16:creationId xmlns="" xmlns:a16="http://schemas.microsoft.com/office/drawing/2014/main" id="{AA906D00-6A37-4E3C-844F-9AFBEFB9CD58}"/>
              </a:ext>
            </a:extLst>
          </p:cNvPr>
          <p:cNvCxnSpPr>
            <a:cxnSpLocks/>
          </p:cNvCxnSpPr>
          <p:nvPr/>
        </p:nvCxnSpPr>
        <p:spPr>
          <a:xfrm>
            <a:off x="2611851" y="1622265"/>
            <a:ext cx="523427" cy="0"/>
          </a:xfrm>
          <a:prstGeom prst="straightConnector1">
            <a:avLst/>
          </a:prstGeom>
          <a:noFill/>
          <a:ln w="25400" cap="flat" cmpd="sng" algn="ctr">
            <a:solidFill>
              <a:srgbClr val="00B0F0"/>
            </a:solidFill>
            <a:prstDash val="solid"/>
            <a:headEnd type="none" w="med" len="med"/>
            <a:tailEnd type="triangle" w="med" len="med"/>
          </a:ln>
          <a:effectLst>
            <a:outerShdw blurRad="152400" dist="38100" dir="5400000" algn="t" rotWithShape="0">
              <a:prstClr val="black">
                <a:alpha val="12000"/>
              </a:prstClr>
            </a:outerShdw>
          </a:effectLst>
        </p:spPr>
      </p:cxnSp>
      <p:graphicFrame>
        <p:nvGraphicFramePr>
          <p:cNvPr id="75" name="表格 74"/>
          <p:cNvGraphicFramePr>
            <a:graphicFrameLocks noGrp="1"/>
          </p:cNvGraphicFramePr>
          <p:nvPr>
            <p:extLst/>
          </p:nvPr>
        </p:nvGraphicFramePr>
        <p:xfrm>
          <a:off x="3827174" y="3764051"/>
          <a:ext cx="2734932" cy="1511412"/>
        </p:xfrm>
        <a:graphic>
          <a:graphicData uri="http://schemas.openxmlformats.org/drawingml/2006/table">
            <a:tbl>
              <a:tblPr firstRow="1" firstCol="1" lastRow="1" lastCol="1" bandRow="1" bandCol="1">
                <a:tableStyleId>{5940675A-B579-460E-94D1-54222C63F5DA}</a:tableStyleId>
              </a:tblPr>
              <a:tblGrid>
                <a:gridCol w="2734932">
                  <a:extLst>
                    <a:ext uri="{9D8B030D-6E8A-4147-A177-3AD203B41FA5}">
                      <a16:colId xmlns="" xmlns:a16="http://schemas.microsoft.com/office/drawing/2014/main" val="20000"/>
                    </a:ext>
                  </a:extLst>
                </a:gridCol>
              </a:tblGrid>
              <a:tr h="251902">
                <a:tc>
                  <a:txBody>
                    <a:bodyPr/>
                    <a:lstStyle/>
                    <a:p>
                      <a:pPr algn="ctr">
                        <a:lnSpc>
                          <a:spcPct val="100000"/>
                        </a:lnSpc>
                        <a:spcAft>
                          <a:spcPts val="0"/>
                        </a:spcAft>
                      </a:pPr>
                      <a:r>
                        <a:rPr lang="en-US" altLang="zh-CN" sz="1200" b="1" kern="100" dirty="0">
                          <a:solidFill>
                            <a:schemeClr val="bg1"/>
                          </a:solidFill>
                          <a:effectLst/>
                          <a:latin typeface="Huawei Sans" panose="020C0503030203020204" pitchFamily="34" charset="0"/>
                          <a:ea typeface="方正兰亭黑简体" panose="02000000000000000000" pitchFamily="2" charset="-122"/>
                          <a:sym typeface="Huawei Sans" panose="020C0503030203020204" pitchFamily="34" charset="0"/>
                        </a:rPr>
                        <a:t>LACPDU</a:t>
                      </a:r>
                      <a:endParaRPr lang="en-US" sz="1200" b="1" kern="100" dirty="0">
                        <a:solidFill>
                          <a:schemeClr val="bg1"/>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43110" marR="43110" marT="0" marB="0"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solidFill>
                      <a:srgbClr val="00B0F0"/>
                    </a:solidFill>
                  </a:tcPr>
                </a:tc>
                <a:extLst>
                  <a:ext uri="{0D108BD9-81ED-4DB2-BD59-A6C34878D82A}">
                    <a16:rowId xmlns="" xmlns:a16="http://schemas.microsoft.com/office/drawing/2014/main" val="10000"/>
                  </a:ext>
                </a:extLst>
              </a:tr>
              <a:tr h="251902">
                <a:tc>
                  <a:txBody>
                    <a:bodyPr/>
                    <a:lstStyle/>
                    <a:p>
                      <a:pPr algn="ctr">
                        <a:lnSpc>
                          <a:spcPct val="100000"/>
                        </a:lnSpc>
                        <a:spcAft>
                          <a:spcPts val="0"/>
                        </a:spcAft>
                      </a:pPr>
                      <a:r>
                        <a:rPr lang="zh-CN" altLang="en-US" sz="1200" kern="100" dirty="0">
                          <a:effectLst/>
                          <a:latin typeface="Huawei Sans" panose="020C0503030203020204" pitchFamily="34" charset="0"/>
                          <a:ea typeface="方正兰亭黑简体" panose="02000000000000000000" pitchFamily="2" charset="-122"/>
                          <a:sym typeface="Huawei Sans" panose="020C0503030203020204" pitchFamily="34" charset="0"/>
                        </a:rPr>
                        <a:t>设备优先级</a:t>
                      </a:r>
                      <a:endParaRPr lang="en-US" sz="1200" kern="100" dirty="0">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43110" marR="43110" marT="0" marB="0"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solidFill>
                      <a:schemeClr val="bg1"/>
                    </a:solidFill>
                  </a:tcPr>
                </a:tc>
                <a:extLst>
                  <a:ext uri="{0D108BD9-81ED-4DB2-BD59-A6C34878D82A}">
                    <a16:rowId xmlns="" xmlns:a16="http://schemas.microsoft.com/office/drawing/2014/main" val="10001"/>
                  </a:ext>
                </a:extLst>
              </a:tr>
              <a:tr h="251902">
                <a:tc>
                  <a:txBody>
                    <a:bodyPr/>
                    <a:lstStyle/>
                    <a:p>
                      <a:pPr algn="ctr">
                        <a:lnSpc>
                          <a:spcPct val="100000"/>
                        </a:lnSpc>
                        <a:spcAft>
                          <a:spcPts val="0"/>
                        </a:spcAft>
                      </a:pPr>
                      <a:r>
                        <a:rPr lang="en-US" altLang="zh-CN" sz="1200" kern="100" dirty="0">
                          <a:effectLst/>
                          <a:latin typeface="Huawei Sans" panose="020C0503030203020204" pitchFamily="34" charset="0"/>
                          <a:ea typeface="方正兰亭黑简体" panose="02000000000000000000" pitchFamily="2" charset="-122"/>
                          <a:sym typeface="Huawei Sans" panose="020C0503030203020204" pitchFamily="34" charset="0"/>
                        </a:rPr>
                        <a:t>MAC</a:t>
                      </a:r>
                      <a:r>
                        <a:rPr lang="zh-CN" altLang="en-US" sz="1200" kern="100" dirty="0">
                          <a:effectLst/>
                          <a:latin typeface="Huawei Sans" panose="020C0503030203020204" pitchFamily="34" charset="0"/>
                          <a:ea typeface="方正兰亭黑简体" panose="02000000000000000000" pitchFamily="2" charset="-122"/>
                          <a:sym typeface="Huawei Sans" panose="020C0503030203020204" pitchFamily="34" charset="0"/>
                        </a:rPr>
                        <a:t>地址</a:t>
                      </a:r>
                      <a:endParaRPr lang="zh-CN" sz="1200" b="0" kern="100" dirty="0">
                        <a:effectLst/>
                        <a:latin typeface="Huawei Sans" panose="020C0503030203020204" pitchFamily="34" charset="0"/>
                        <a:ea typeface="方正兰亭黑简体" panose="02000000000000000000" pitchFamily="2" charset="-122"/>
                        <a:cs typeface="Times New Roman"/>
                        <a:sym typeface="Huawei Sans" panose="020C0503030203020204" pitchFamily="34" charset="0"/>
                      </a:endParaRPr>
                    </a:p>
                  </a:txBody>
                  <a:tcPr marL="43110" marR="43110" marT="0" marB="0"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solidFill>
                      <a:schemeClr val="bg1"/>
                    </a:solidFill>
                  </a:tcPr>
                </a:tc>
                <a:extLst>
                  <a:ext uri="{0D108BD9-81ED-4DB2-BD59-A6C34878D82A}">
                    <a16:rowId xmlns="" xmlns:a16="http://schemas.microsoft.com/office/drawing/2014/main" val="10002"/>
                  </a:ext>
                </a:extLst>
              </a:tr>
              <a:tr h="251902">
                <a:tc>
                  <a:txBody>
                    <a:bodyPr/>
                    <a:lstStyle/>
                    <a:p>
                      <a:pPr algn="ctr">
                        <a:lnSpc>
                          <a:spcPct val="100000"/>
                        </a:lnSpc>
                        <a:spcAft>
                          <a:spcPts val="0"/>
                        </a:spcAft>
                      </a:pPr>
                      <a:r>
                        <a:rPr lang="zh-CN" altLang="en-US" sz="1200" kern="100" dirty="0">
                          <a:effectLst/>
                          <a:latin typeface="Huawei Sans" panose="020C0503030203020204" pitchFamily="34" charset="0"/>
                          <a:ea typeface="方正兰亭黑简体" panose="02000000000000000000" pitchFamily="2" charset="-122"/>
                          <a:sym typeface="Huawei Sans" panose="020C0503030203020204" pitchFamily="34" charset="0"/>
                        </a:rPr>
                        <a:t>接口优先级</a:t>
                      </a:r>
                      <a:endParaRPr lang="zh-CN" sz="1200" b="0" kern="100" dirty="0">
                        <a:effectLst/>
                        <a:latin typeface="Huawei Sans" panose="020C0503030203020204" pitchFamily="34" charset="0"/>
                        <a:ea typeface="方正兰亭黑简体" panose="02000000000000000000" pitchFamily="2" charset="-122"/>
                        <a:cs typeface="Times New Roman"/>
                        <a:sym typeface="Huawei Sans" panose="020C0503030203020204" pitchFamily="34" charset="0"/>
                      </a:endParaRPr>
                    </a:p>
                  </a:txBody>
                  <a:tcPr marL="43110" marR="43110" marT="0" marB="0"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solidFill>
                      <a:schemeClr val="bg1"/>
                    </a:solidFill>
                  </a:tcPr>
                </a:tc>
                <a:extLst>
                  <a:ext uri="{0D108BD9-81ED-4DB2-BD59-A6C34878D82A}">
                    <a16:rowId xmlns="" xmlns:a16="http://schemas.microsoft.com/office/drawing/2014/main" val="10003"/>
                  </a:ext>
                </a:extLst>
              </a:tr>
              <a:tr h="251902">
                <a:tc>
                  <a:txBody>
                    <a:bodyPr/>
                    <a:lstStyle/>
                    <a:p>
                      <a:pPr algn="ctr">
                        <a:lnSpc>
                          <a:spcPct val="100000"/>
                        </a:lnSpc>
                        <a:spcAft>
                          <a:spcPts val="0"/>
                        </a:spcAft>
                      </a:pPr>
                      <a:r>
                        <a:rPr lang="zh-CN" altLang="en-US" sz="1200" kern="100" dirty="0">
                          <a:effectLst/>
                          <a:latin typeface="Huawei Sans" panose="020C0503030203020204" pitchFamily="34" charset="0"/>
                          <a:ea typeface="方正兰亭黑简体" panose="02000000000000000000" pitchFamily="2" charset="-122"/>
                          <a:sym typeface="Huawei Sans" panose="020C0503030203020204" pitchFamily="34" charset="0"/>
                        </a:rPr>
                        <a:t>接口号</a:t>
                      </a:r>
                      <a:endParaRPr lang="zh-CN" sz="1200" b="0" kern="100" dirty="0">
                        <a:effectLst/>
                        <a:latin typeface="Huawei Sans" panose="020C0503030203020204" pitchFamily="34" charset="0"/>
                        <a:ea typeface="方正兰亭黑简体" panose="02000000000000000000" pitchFamily="2" charset="-122"/>
                        <a:cs typeface="Times New Roman"/>
                        <a:sym typeface="Huawei Sans" panose="020C0503030203020204" pitchFamily="34" charset="0"/>
                      </a:endParaRPr>
                    </a:p>
                  </a:txBody>
                  <a:tcPr marL="43110" marR="43110" marT="0" marB="0"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solidFill>
                      <a:schemeClr val="bg1"/>
                    </a:solidFill>
                  </a:tcPr>
                </a:tc>
                <a:extLst>
                  <a:ext uri="{0D108BD9-81ED-4DB2-BD59-A6C34878D82A}">
                    <a16:rowId xmlns="" xmlns:a16="http://schemas.microsoft.com/office/drawing/2014/main" val="10004"/>
                  </a:ext>
                </a:extLst>
              </a:tr>
              <a:tr h="251902">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kern="100" dirty="0">
                          <a:effectLst/>
                          <a:latin typeface="Huawei Sans" panose="020C0503030203020204" pitchFamily="34" charset="0"/>
                          <a:ea typeface="方正兰亭黑简体" panose="02000000000000000000" pitchFamily="2" charset="-122"/>
                          <a:sym typeface="Huawei Sans" panose="020C0503030203020204" pitchFamily="34" charset="0"/>
                        </a:rPr>
                        <a:t>……</a:t>
                      </a:r>
                    </a:p>
                  </a:txBody>
                  <a:tcPr marL="43110" marR="43110" marT="0" marB="0"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solidFill>
                      <a:schemeClr val="bg1"/>
                    </a:solidFill>
                  </a:tcPr>
                </a:tc>
                <a:extLst>
                  <a:ext uri="{0D108BD9-81ED-4DB2-BD59-A6C34878D82A}">
                    <a16:rowId xmlns="" xmlns:a16="http://schemas.microsoft.com/office/drawing/2014/main" val="10005"/>
                  </a:ext>
                </a:extLst>
              </a:tr>
            </a:tbl>
          </a:graphicData>
        </a:graphic>
      </p:graphicFrame>
      <p:sp>
        <p:nvSpPr>
          <p:cNvPr id="85" name="圆角矩形 84"/>
          <p:cNvSpPr/>
          <p:nvPr/>
        </p:nvSpPr>
        <p:spPr>
          <a:xfrm>
            <a:off x="2629703" y="1915241"/>
            <a:ext cx="902509" cy="1580965"/>
          </a:xfrm>
          <a:prstGeom prst="roundRect">
            <a:avLst>
              <a:gd name="adj" fmla="val 7243"/>
            </a:avLst>
          </a:prstGeom>
          <a:solidFill>
            <a:srgbClr val="F4FBFE"/>
          </a:solidFill>
          <a:ln w="9525" cap="flat" cmpd="sng" algn="ctr">
            <a:solidFill>
              <a:srgbClr val="99DFF9"/>
            </a:solidFill>
            <a:prstDash val="solid"/>
          </a:ln>
          <a:effectLst/>
        </p:spPr>
        <p:txBody>
          <a:bodyPr rtlCol="0" anchor="ctr"/>
          <a:lstStyle/>
          <a:p>
            <a:pPr algn="ctr" defTabSz="914034" fontAlgn="t">
              <a:spcBef>
                <a:spcPct val="0"/>
              </a:spcBef>
              <a:spcAft>
                <a:spcPct val="0"/>
              </a:spcAft>
              <a:defRPr/>
            </a:pP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9" name="圆角矩形 88"/>
          <p:cNvSpPr/>
          <p:nvPr/>
        </p:nvSpPr>
        <p:spPr>
          <a:xfrm>
            <a:off x="8677640" y="1915241"/>
            <a:ext cx="902509" cy="1580965"/>
          </a:xfrm>
          <a:prstGeom prst="roundRect">
            <a:avLst>
              <a:gd name="adj" fmla="val 7243"/>
            </a:avLst>
          </a:prstGeom>
          <a:solidFill>
            <a:srgbClr val="F4FBFE"/>
          </a:solidFill>
          <a:ln w="9525" cap="flat" cmpd="sng" algn="ctr">
            <a:solidFill>
              <a:srgbClr val="99DFF9"/>
            </a:solidFill>
            <a:prstDash val="solid"/>
          </a:ln>
          <a:effectLst/>
        </p:spPr>
        <p:txBody>
          <a:bodyPr rtlCol="0" anchor="ctr"/>
          <a:lstStyle/>
          <a:p>
            <a:pPr algn="ctr" defTabSz="914034" fontAlgn="t">
              <a:spcBef>
                <a:spcPct val="0"/>
              </a:spcBef>
              <a:spcAft>
                <a:spcPct val="0"/>
              </a:spcAft>
              <a:defRPr/>
            </a:pP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0" name="矩形 89"/>
          <p:cNvSpPr/>
          <p:nvPr/>
        </p:nvSpPr>
        <p:spPr>
          <a:xfrm>
            <a:off x="2611851" y="1913453"/>
            <a:ext cx="663115" cy="307657"/>
          </a:xfrm>
          <a:prstGeom prst="rect">
            <a:avLst/>
          </a:prstGeom>
        </p:spPr>
        <p:txBody>
          <a:bodyPr wrap="square">
            <a:spAutoFit/>
          </a:bodyPr>
          <a:lstStyle/>
          <a:p>
            <a:pPr algn="ctr"/>
            <a:r>
              <a:rPr lang="en-US" altLang="zh-CN" sz="1399" b="1" dirty="0">
                <a:latin typeface="Huawei Sans" panose="020C0503030203020204" pitchFamily="34" charset="0"/>
                <a:ea typeface="方正兰亭黑简体" panose="02000000000000000000" pitchFamily="2" charset="-122"/>
                <a:sym typeface="Huawei Sans" panose="020C0503030203020204" pitchFamily="34" charset="0"/>
              </a:rPr>
              <a:t>SW1</a:t>
            </a:r>
            <a:endParaRPr lang="zh-CN" altLang="en-US" sz="1399"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1" name="矩形 90"/>
          <p:cNvSpPr/>
          <p:nvPr/>
        </p:nvSpPr>
        <p:spPr>
          <a:xfrm>
            <a:off x="8917034" y="1912687"/>
            <a:ext cx="663115" cy="307657"/>
          </a:xfrm>
          <a:prstGeom prst="rect">
            <a:avLst/>
          </a:prstGeom>
        </p:spPr>
        <p:txBody>
          <a:bodyPr wrap="square">
            <a:spAutoFit/>
          </a:bodyPr>
          <a:lstStyle/>
          <a:p>
            <a:pPr algn="ctr"/>
            <a:r>
              <a:rPr lang="en-US" altLang="zh-CN" sz="1399" b="1" dirty="0">
                <a:latin typeface="Huawei Sans" panose="020C0503030203020204" pitchFamily="34" charset="0"/>
                <a:ea typeface="方正兰亭黑简体" panose="02000000000000000000" pitchFamily="2" charset="-122"/>
                <a:sym typeface="Huawei Sans" panose="020C0503030203020204" pitchFamily="34" charset="0"/>
              </a:rPr>
              <a:t>SW2</a:t>
            </a:r>
            <a:endParaRPr lang="zh-CN" altLang="en-US" sz="1399"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2" name="圆角矩形 91"/>
          <p:cNvSpPr/>
          <p:nvPr/>
        </p:nvSpPr>
        <p:spPr bwMode="auto">
          <a:xfrm>
            <a:off x="3160160" y="2125073"/>
            <a:ext cx="359859" cy="1192428"/>
          </a:xfrm>
          <a:prstGeom prst="roundRect">
            <a:avLst>
              <a:gd name="adj" fmla="val 3521"/>
            </a:avLst>
          </a:prstGeom>
          <a:solidFill>
            <a:schemeClr val="bg1"/>
          </a:solidFill>
          <a:ln w="12700" cap="flat" cmpd="sng" algn="ctr">
            <a:solidFill>
              <a:schemeClr val="bg1">
                <a:lumMod val="50000"/>
              </a:schemeClr>
            </a:solidFill>
            <a:prstDash val="solid"/>
            <a:round/>
            <a:headEnd type="none" w="med" len="med"/>
            <a:tailEnd type="none" w="med" len="med"/>
          </a:ln>
          <a:effectLst/>
        </p:spPr>
        <p:txBody>
          <a:bodyPr vert="horz" wrap="square" lIns="91404" tIns="45702" rIns="91404" bIns="45702" numCol="1" rtlCol="0" anchor="t" anchorCtr="0" compatLnSpc="1">
            <a:prstTxWarp prst="textNoShape">
              <a:avLst/>
            </a:prstTxWarp>
          </a:bodyPr>
          <a:lstStyle/>
          <a:p>
            <a:pPr defTabSz="914034" fontAlgn="t">
              <a:spcBef>
                <a:spcPct val="0"/>
              </a:spcBef>
              <a:spcAft>
                <a:spcPct val="0"/>
              </a:spcAft>
            </a:pPr>
            <a:endParaRPr lang="zh-CN" altLang="en-US" sz="1000">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7" name="组合 6"/>
          <p:cNvGrpSpPr/>
          <p:nvPr/>
        </p:nvGrpSpPr>
        <p:grpSpPr>
          <a:xfrm>
            <a:off x="4915639" y="2158090"/>
            <a:ext cx="2500290" cy="1088573"/>
            <a:chOff x="4917558" y="2321238"/>
            <a:chExt cx="2501267" cy="827519"/>
          </a:xfrm>
          <a:solidFill>
            <a:srgbClr val="F4FBFE"/>
          </a:solidFill>
        </p:grpSpPr>
        <p:sp>
          <p:nvSpPr>
            <p:cNvPr id="94" name="任意多边形: 形状 67">
              <a:extLst>
                <a:ext uri="{FF2B5EF4-FFF2-40B4-BE49-F238E27FC236}">
                  <a16:creationId xmlns="" xmlns:a16="http://schemas.microsoft.com/office/drawing/2014/main" id="{DDE7F5E3-EC99-4B98-9942-9CF564C3EC09}"/>
                </a:ext>
              </a:extLst>
            </p:cNvPr>
            <p:cNvSpPr/>
            <p:nvPr/>
          </p:nvSpPr>
          <p:spPr>
            <a:xfrm flipH="1">
              <a:off x="4917558" y="2321238"/>
              <a:ext cx="2381437" cy="827519"/>
            </a:xfrm>
            <a:custGeom>
              <a:avLst/>
              <a:gdLst>
                <a:gd name="connsiteX0" fmla="*/ 0 w 1703698"/>
                <a:gd name="connsiteY0" fmla="*/ 0 h 627538"/>
                <a:gd name="connsiteX1" fmla="*/ 1572253 w 1703698"/>
                <a:gd name="connsiteY1" fmla="*/ 0 h 627538"/>
                <a:gd name="connsiteX2" fmla="*/ 1703698 w 1703698"/>
                <a:gd name="connsiteY2" fmla="*/ 313769 h 627538"/>
                <a:gd name="connsiteX3" fmla="*/ 1572253 w 1703698"/>
                <a:gd name="connsiteY3" fmla="*/ 627538 h 627538"/>
                <a:gd name="connsiteX4" fmla="*/ 1572249 w 1703698"/>
                <a:gd name="connsiteY4" fmla="*/ 627537 h 627538"/>
                <a:gd name="connsiteX5" fmla="*/ 0 w 1703698"/>
                <a:gd name="connsiteY5" fmla="*/ 627537 h 627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03698" h="627538">
                  <a:moveTo>
                    <a:pt x="0" y="0"/>
                  </a:moveTo>
                  <a:lnTo>
                    <a:pt x="1572253" y="0"/>
                  </a:lnTo>
                  <a:cubicBezTo>
                    <a:pt x="1644848" y="0"/>
                    <a:pt x="1703698" y="140479"/>
                    <a:pt x="1703698" y="313769"/>
                  </a:cubicBezTo>
                  <a:cubicBezTo>
                    <a:pt x="1703698" y="487059"/>
                    <a:pt x="1644848" y="627538"/>
                    <a:pt x="1572253" y="627538"/>
                  </a:cubicBezTo>
                  <a:lnTo>
                    <a:pt x="1572249" y="627537"/>
                  </a:lnTo>
                  <a:lnTo>
                    <a:pt x="0" y="627537"/>
                  </a:lnTo>
                  <a:close/>
                </a:path>
              </a:pathLst>
            </a:custGeom>
            <a:grpFill/>
            <a:ln w="12700">
              <a:solidFill>
                <a:srgbClr val="99DFF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5" name="椭圆 94">
              <a:extLst>
                <a:ext uri="{FF2B5EF4-FFF2-40B4-BE49-F238E27FC236}">
                  <a16:creationId xmlns="" xmlns:a16="http://schemas.microsoft.com/office/drawing/2014/main" id="{7EEDE773-BD04-46B5-ACD7-D793E0BC1578}"/>
                </a:ext>
              </a:extLst>
            </p:cNvPr>
            <p:cNvSpPr/>
            <p:nvPr/>
          </p:nvSpPr>
          <p:spPr>
            <a:xfrm>
              <a:off x="7179162" y="2321238"/>
              <a:ext cx="239663" cy="827519"/>
            </a:xfrm>
            <a:prstGeom prst="ellipse">
              <a:avLst/>
            </a:prstGeom>
            <a:grpFill/>
            <a:ln w="12700">
              <a:solidFill>
                <a:srgbClr val="99DFF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97" name="圆角矩形 96"/>
          <p:cNvSpPr/>
          <p:nvPr/>
        </p:nvSpPr>
        <p:spPr bwMode="auto">
          <a:xfrm>
            <a:off x="8692468" y="2125073"/>
            <a:ext cx="359859" cy="1192428"/>
          </a:xfrm>
          <a:prstGeom prst="roundRect">
            <a:avLst>
              <a:gd name="adj" fmla="val 3521"/>
            </a:avLst>
          </a:prstGeom>
          <a:solidFill>
            <a:schemeClr val="bg1"/>
          </a:solidFill>
          <a:ln w="12700" cap="flat" cmpd="sng" algn="ctr">
            <a:solidFill>
              <a:schemeClr val="bg1">
                <a:lumMod val="50000"/>
              </a:schemeClr>
            </a:solidFill>
            <a:prstDash val="solid"/>
            <a:round/>
            <a:headEnd type="none" w="med" len="med"/>
            <a:tailEnd type="none" w="med" len="med"/>
          </a:ln>
          <a:effectLst/>
        </p:spPr>
        <p:txBody>
          <a:bodyPr vert="horz" wrap="square" lIns="91404" tIns="45702" rIns="91404" bIns="45702" numCol="1" rtlCol="0" anchor="t" anchorCtr="0" compatLnSpc="1">
            <a:prstTxWarp prst="textNoShape">
              <a:avLst/>
            </a:prstTxWarp>
          </a:bodyPr>
          <a:lstStyle/>
          <a:p>
            <a:pPr defTabSz="914034" fontAlgn="t">
              <a:spcBef>
                <a:spcPct val="0"/>
              </a:spcBef>
              <a:spcAft>
                <a:spcPct val="0"/>
              </a:spcAft>
            </a:pPr>
            <a:endParaRPr lang="zh-CN" altLang="en-US" sz="1000">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3" name="组合 2"/>
          <p:cNvGrpSpPr/>
          <p:nvPr/>
        </p:nvGrpSpPr>
        <p:grpSpPr>
          <a:xfrm>
            <a:off x="3415791" y="2446407"/>
            <a:ext cx="5379753" cy="215916"/>
            <a:chOff x="3417125" y="2293623"/>
            <a:chExt cx="5381854" cy="216000"/>
          </a:xfrm>
        </p:grpSpPr>
        <p:sp>
          <p:nvSpPr>
            <p:cNvPr id="96" name="椭圆 95">
              <a:extLst>
                <a:ext uri="{FF2B5EF4-FFF2-40B4-BE49-F238E27FC236}">
                  <a16:creationId xmlns="" xmlns:a16="http://schemas.microsoft.com/office/drawing/2014/main" id="{7DBB15C3-7119-4BF5-AC36-6F6AFF9EB213}"/>
                </a:ext>
              </a:extLst>
            </p:cNvPr>
            <p:cNvSpPr/>
            <p:nvPr/>
          </p:nvSpPr>
          <p:spPr>
            <a:xfrm>
              <a:off x="3417125" y="2293623"/>
              <a:ext cx="216000" cy="216000"/>
            </a:xfrm>
            <a:prstGeom prst="ellipse">
              <a:avLst/>
            </a:prstGeom>
            <a:solidFill>
              <a:srgbClr val="8CCAA1"/>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100" b="1" dirty="0" smtClea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S</a:t>
              </a:r>
              <a:endParaRPr lang="zh-CN" altLang="en-US" sz="11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8" name="椭圆 97">
              <a:extLst>
                <a:ext uri="{FF2B5EF4-FFF2-40B4-BE49-F238E27FC236}">
                  <a16:creationId xmlns="" xmlns:a16="http://schemas.microsoft.com/office/drawing/2014/main" id="{7DBB15C3-7119-4BF5-AC36-6F6AFF9EB213}"/>
                </a:ext>
              </a:extLst>
            </p:cNvPr>
            <p:cNvSpPr/>
            <p:nvPr/>
          </p:nvSpPr>
          <p:spPr>
            <a:xfrm>
              <a:off x="8582979" y="2293623"/>
              <a:ext cx="216000" cy="216000"/>
            </a:xfrm>
            <a:prstGeom prst="ellipse">
              <a:avLst/>
            </a:prstGeom>
            <a:solidFill>
              <a:srgbClr val="8CCAA1"/>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100" b="1" dirty="0" smtClea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S</a:t>
              </a:r>
              <a:endParaRPr lang="zh-CN" altLang="en-US" sz="11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100" name="直接连接符 99"/>
            <p:cNvCxnSpPr>
              <a:stCxn id="98" idx="2"/>
              <a:endCxn id="96" idx="6"/>
            </p:cNvCxnSpPr>
            <p:nvPr/>
          </p:nvCxnSpPr>
          <p:spPr bwMode="auto">
            <a:xfrm flipH="1">
              <a:off x="3633125" y="2401623"/>
              <a:ext cx="4949854" cy="0"/>
            </a:xfrm>
            <a:prstGeom prst="line">
              <a:avLst/>
            </a:prstGeom>
            <a:solidFill>
              <a:schemeClr val="accent1"/>
            </a:solidFill>
            <a:ln w="19050" cap="flat" cmpd="sng" algn="ctr">
              <a:solidFill>
                <a:schemeClr val="tx1"/>
              </a:solidFill>
              <a:prstDash val="solid"/>
              <a:round/>
              <a:headEnd type="none" w="med" len="med"/>
              <a:tailEnd type="none" w="med" len="med"/>
            </a:ln>
            <a:effectLst/>
          </p:spPr>
        </p:cxnSp>
      </p:grpSp>
      <p:grpSp>
        <p:nvGrpSpPr>
          <p:cNvPr id="5" name="组合 4"/>
          <p:cNvGrpSpPr/>
          <p:nvPr/>
        </p:nvGrpSpPr>
        <p:grpSpPr>
          <a:xfrm>
            <a:off x="3415791" y="2742784"/>
            <a:ext cx="5379753" cy="215916"/>
            <a:chOff x="3417125" y="2590116"/>
            <a:chExt cx="5381854" cy="216000"/>
          </a:xfrm>
        </p:grpSpPr>
        <p:cxnSp>
          <p:nvCxnSpPr>
            <p:cNvPr id="99" name="直接连接符 98"/>
            <p:cNvCxnSpPr>
              <a:stCxn id="103" idx="2"/>
              <a:endCxn id="102" idx="6"/>
            </p:cNvCxnSpPr>
            <p:nvPr/>
          </p:nvCxnSpPr>
          <p:spPr bwMode="auto">
            <a:xfrm flipH="1">
              <a:off x="3633125" y="2698116"/>
              <a:ext cx="4949854" cy="0"/>
            </a:xfrm>
            <a:prstGeom prst="line">
              <a:avLst/>
            </a:prstGeom>
            <a:solidFill>
              <a:schemeClr val="accent1"/>
            </a:solidFill>
            <a:ln w="19050" cap="flat" cmpd="sng" algn="ctr">
              <a:solidFill>
                <a:schemeClr val="tx1"/>
              </a:solidFill>
              <a:prstDash val="solid"/>
              <a:round/>
              <a:headEnd type="none" w="med" len="med"/>
              <a:tailEnd type="none" w="med" len="med"/>
            </a:ln>
            <a:effectLst/>
          </p:spPr>
        </p:cxnSp>
        <p:sp>
          <p:nvSpPr>
            <p:cNvPr id="102" name="椭圆 101">
              <a:extLst>
                <a:ext uri="{FF2B5EF4-FFF2-40B4-BE49-F238E27FC236}">
                  <a16:creationId xmlns="" xmlns:a16="http://schemas.microsoft.com/office/drawing/2014/main" id="{7DBB15C3-7119-4BF5-AC36-6F6AFF9EB213}"/>
                </a:ext>
              </a:extLst>
            </p:cNvPr>
            <p:cNvSpPr/>
            <p:nvPr/>
          </p:nvSpPr>
          <p:spPr>
            <a:xfrm>
              <a:off x="3417125" y="2590116"/>
              <a:ext cx="216000" cy="216000"/>
            </a:xfrm>
            <a:prstGeom prst="ellipse">
              <a:avLst/>
            </a:prstGeom>
            <a:solidFill>
              <a:srgbClr val="8CCAA1"/>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100" b="1" dirty="0" smtClea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S</a:t>
              </a:r>
              <a:endParaRPr lang="zh-CN" altLang="en-US" sz="11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3" name="椭圆 102">
              <a:extLst>
                <a:ext uri="{FF2B5EF4-FFF2-40B4-BE49-F238E27FC236}">
                  <a16:creationId xmlns="" xmlns:a16="http://schemas.microsoft.com/office/drawing/2014/main" id="{7DBB15C3-7119-4BF5-AC36-6F6AFF9EB213}"/>
                </a:ext>
              </a:extLst>
            </p:cNvPr>
            <p:cNvSpPr/>
            <p:nvPr/>
          </p:nvSpPr>
          <p:spPr>
            <a:xfrm>
              <a:off x="8582979" y="2590116"/>
              <a:ext cx="216000" cy="216000"/>
            </a:xfrm>
            <a:prstGeom prst="ellipse">
              <a:avLst/>
            </a:prstGeom>
            <a:solidFill>
              <a:srgbClr val="8CCAA1"/>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100" b="1" dirty="0" smtClea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S</a:t>
              </a:r>
              <a:endParaRPr lang="zh-CN" altLang="en-US" sz="11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nvGrpSpPr>
          <p:cNvPr id="6" name="组合 5"/>
          <p:cNvGrpSpPr/>
          <p:nvPr/>
        </p:nvGrpSpPr>
        <p:grpSpPr>
          <a:xfrm>
            <a:off x="3415791" y="3085291"/>
            <a:ext cx="5379753" cy="215916"/>
            <a:chOff x="3417125" y="2932757"/>
            <a:chExt cx="5381854" cy="216000"/>
          </a:xfrm>
        </p:grpSpPr>
        <p:cxnSp>
          <p:nvCxnSpPr>
            <p:cNvPr id="101" name="直接连接符 100"/>
            <p:cNvCxnSpPr>
              <a:stCxn id="105" idx="2"/>
              <a:endCxn id="104" idx="6"/>
            </p:cNvCxnSpPr>
            <p:nvPr/>
          </p:nvCxnSpPr>
          <p:spPr bwMode="auto">
            <a:xfrm flipH="1">
              <a:off x="3633125" y="3040757"/>
              <a:ext cx="4949854" cy="0"/>
            </a:xfrm>
            <a:prstGeom prst="line">
              <a:avLst/>
            </a:prstGeom>
            <a:solidFill>
              <a:schemeClr val="accent1"/>
            </a:solidFill>
            <a:ln w="19050" cap="flat" cmpd="sng" algn="ctr">
              <a:solidFill>
                <a:schemeClr val="tx1"/>
              </a:solidFill>
              <a:prstDash val="solid"/>
              <a:round/>
              <a:headEnd type="none" w="med" len="med"/>
              <a:tailEnd type="none" w="med" len="med"/>
            </a:ln>
            <a:effectLst/>
          </p:spPr>
        </p:cxnSp>
        <p:sp>
          <p:nvSpPr>
            <p:cNvPr id="104" name="椭圆 103">
              <a:extLst>
                <a:ext uri="{FF2B5EF4-FFF2-40B4-BE49-F238E27FC236}">
                  <a16:creationId xmlns="" xmlns:a16="http://schemas.microsoft.com/office/drawing/2014/main" id="{7DBB15C3-7119-4BF5-AC36-6F6AFF9EB213}"/>
                </a:ext>
              </a:extLst>
            </p:cNvPr>
            <p:cNvSpPr/>
            <p:nvPr/>
          </p:nvSpPr>
          <p:spPr>
            <a:xfrm>
              <a:off x="3417125" y="2932757"/>
              <a:ext cx="216000" cy="216000"/>
            </a:xfrm>
            <a:prstGeom prst="ellipse">
              <a:avLst/>
            </a:prstGeom>
            <a:solidFill>
              <a:srgbClr val="8CCAA1"/>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100" b="1" dirty="0" smtClea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S</a:t>
              </a:r>
              <a:endParaRPr lang="zh-CN" altLang="en-US" sz="11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5" name="椭圆 104">
              <a:extLst>
                <a:ext uri="{FF2B5EF4-FFF2-40B4-BE49-F238E27FC236}">
                  <a16:creationId xmlns="" xmlns:a16="http://schemas.microsoft.com/office/drawing/2014/main" id="{7DBB15C3-7119-4BF5-AC36-6F6AFF9EB213}"/>
                </a:ext>
              </a:extLst>
            </p:cNvPr>
            <p:cNvSpPr/>
            <p:nvPr/>
          </p:nvSpPr>
          <p:spPr>
            <a:xfrm>
              <a:off x="8582979" y="2932757"/>
              <a:ext cx="216000" cy="216000"/>
            </a:xfrm>
            <a:prstGeom prst="ellipse">
              <a:avLst/>
            </a:prstGeom>
            <a:solidFill>
              <a:srgbClr val="8CCAA1"/>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100" b="1" dirty="0" smtClea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S</a:t>
              </a:r>
              <a:endParaRPr lang="zh-CN" altLang="en-US" sz="11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106" name="TextBox 120">
            <a:extLst>
              <a:ext uri="{FF2B5EF4-FFF2-40B4-BE49-F238E27FC236}">
                <a16:creationId xmlns="" xmlns:a16="http://schemas.microsoft.com/office/drawing/2014/main" id="{890033A1-CB2B-46C1-843C-A395BBB7F123}"/>
              </a:ext>
            </a:extLst>
          </p:cNvPr>
          <p:cNvSpPr txBox="1"/>
          <p:nvPr/>
        </p:nvSpPr>
        <p:spPr>
          <a:xfrm>
            <a:off x="4915639" y="2266049"/>
            <a:ext cx="2438828" cy="307657"/>
          </a:xfrm>
          <a:prstGeom prst="rect">
            <a:avLst/>
          </a:prstGeom>
          <a:noFill/>
        </p:spPr>
        <p:txBody>
          <a:bodyPr wrap="square" rtlCol="0" anchor="ctr">
            <a:spAutoFit/>
          </a:bodyPr>
          <a:lstStyle/>
          <a:p>
            <a:pPr algn="ctr"/>
            <a:r>
              <a:rPr lang="en-US" altLang="zh-CN" sz="1399" b="1" dirty="0">
                <a:latin typeface="Huawei Sans" panose="020C0503030203020204" pitchFamily="34" charset="0"/>
                <a:ea typeface="方正兰亭黑简体" panose="02000000000000000000" pitchFamily="2" charset="-122"/>
                <a:sym typeface="Huawei Sans" panose="020C0503030203020204" pitchFamily="34" charset="0"/>
              </a:rPr>
              <a:t>LACP</a:t>
            </a:r>
            <a:r>
              <a:rPr lang="zh-CN" altLang="en-US" sz="1399" b="1" dirty="0">
                <a:latin typeface="Huawei Sans" panose="020C0503030203020204" pitchFamily="34" charset="0"/>
                <a:ea typeface="方正兰亭黑简体" panose="02000000000000000000" pitchFamily="2" charset="-122"/>
                <a:sym typeface="Huawei Sans" panose="020C0503030203020204" pitchFamily="34" charset="0"/>
              </a:rPr>
              <a:t>模式</a:t>
            </a:r>
            <a:r>
              <a:rPr lang="en-US" altLang="zh-CN" sz="1399" b="1" dirty="0">
                <a:latin typeface="Huawei Sans" panose="020C0503030203020204" pitchFamily="34" charset="0"/>
                <a:ea typeface="方正兰亭黑简体" panose="02000000000000000000" pitchFamily="2" charset="-122"/>
                <a:sym typeface="Huawei Sans" panose="020C0503030203020204" pitchFamily="34" charset="0"/>
              </a:rPr>
              <a:t>Eth-Trunk</a:t>
            </a:r>
            <a:endParaRPr lang="zh-CN" altLang="en-US" sz="1399"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7" name="TextBox 77"/>
          <p:cNvSpPr txBox="1"/>
          <p:nvPr/>
        </p:nvSpPr>
        <p:spPr bwMode="auto">
          <a:xfrm>
            <a:off x="3154461" y="2109030"/>
            <a:ext cx="262697" cy="1208472"/>
          </a:xfrm>
          <a:prstGeom prst="rect">
            <a:avLst/>
          </a:prstGeom>
          <a:noFill/>
          <a:ln w="9525">
            <a:noFill/>
            <a:miter lim="800000"/>
            <a:headEnd/>
            <a:tailEnd/>
          </a:ln>
        </p:spPr>
        <p:txBody>
          <a:bodyPr wrap="square" lIns="99941" tIns="49966" rIns="99941" bIns="49966" rtlCol="0">
            <a:spAutoFit/>
          </a:bodyPr>
          <a:lstStyle/>
          <a:p>
            <a:pPr algn="ctr" defTabSz="1001248" eaLnBrk="0" hangingPunct="0"/>
            <a:r>
              <a:rPr lang="zh-CN" altLang="en-US" sz="1200" dirty="0">
                <a:solidFill>
                  <a:srgbClr val="000000"/>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链路聚合接口</a:t>
            </a:r>
            <a:endParaRPr lang="en-US" altLang="zh-CN" sz="1200" dirty="0">
              <a:solidFill>
                <a:srgbClr val="000000"/>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sp>
        <p:nvSpPr>
          <p:cNvPr id="108" name="TextBox 77"/>
          <p:cNvSpPr txBox="1"/>
          <p:nvPr/>
        </p:nvSpPr>
        <p:spPr bwMode="auto">
          <a:xfrm>
            <a:off x="8799301" y="2118689"/>
            <a:ext cx="262697" cy="1208472"/>
          </a:xfrm>
          <a:prstGeom prst="rect">
            <a:avLst/>
          </a:prstGeom>
          <a:noFill/>
          <a:ln w="9525">
            <a:noFill/>
            <a:miter lim="800000"/>
            <a:headEnd/>
            <a:tailEnd/>
          </a:ln>
        </p:spPr>
        <p:txBody>
          <a:bodyPr wrap="square" lIns="99941" tIns="49966" rIns="99941" bIns="49966" rtlCol="0">
            <a:spAutoFit/>
          </a:bodyPr>
          <a:lstStyle/>
          <a:p>
            <a:pPr algn="ctr" defTabSz="1001248" eaLnBrk="0" hangingPunct="0"/>
            <a:r>
              <a:rPr lang="zh-CN" altLang="en-US" sz="1200" dirty="0">
                <a:solidFill>
                  <a:srgbClr val="000000"/>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链路聚合接口</a:t>
            </a:r>
            <a:endParaRPr lang="en-US" altLang="zh-CN" sz="1200" dirty="0">
              <a:solidFill>
                <a:srgbClr val="000000"/>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cxnSp>
        <p:nvCxnSpPr>
          <p:cNvPr id="109" name="直接箭头连接符 108">
            <a:extLst>
              <a:ext uri="{FF2B5EF4-FFF2-40B4-BE49-F238E27FC236}">
                <a16:creationId xmlns="" xmlns:a16="http://schemas.microsoft.com/office/drawing/2014/main" id="{AA906D00-6A37-4E3C-844F-9AFBEFB9CD58}"/>
              </a:ext>
            </a:extLst>
          </p:cNvPr>
          <p:cNvCxnSpPr>
            <a:cxnSpLocks/>
          </p:cNvCxnSpPr>
          <p:nvPr/>
        </p:nvCxnSpPr>
        <p:spPr>
          <a:xfrm>
            <a:off x="3827174" y="2630161"/>
            <a:ext cx="523427" cy="0"/>
          </a:xfrm>
          <a:prstGeom prst="straightConnector1">
            <a:avLst/>
          </a:prstGeom>
          <a:noFill/>
          <a:ln w="25400" cap="flat" cmpd="sng" algn="ctr">
            <a:solidFill>
              <a:srgbClr val="00B0F0"/>
            </a:solidFill>
            <a:prstDash val="solid"/>
            <a:headEnd type="none" w="med" len="med"/>
            <a:tailEnd type="triangle" w="med" len="med"/>
          </a:ln>
          <a:effectLst>
            <a:outerShdw blurRad="152400" dist="38100" dir="5400000" algn="t" rotWithShape="0">
              <a:prstClr val="black">
                <a:alpha val="12000"/>
              </a:prstClr>
            </a:outerShdw>
          </a:effectLst>
        </p:spPr>
      </p:cxnSp>
      <p:cxnSp>
        <p:nvCxnSpPr>
          <p:cNvPr id="110" name="直接箭头连接符 109">
            <a:extLst>
              <a:ext uri="{FF2B5EF4-FFF2-40B4-BE49-F238E27FC236}">
                <a16:creationId xmlns="" xmlns:a16="http://schemas.microsoft.com/office/drawing/2014/main" id="{AA906D00-6A37-4E3C-844F-9AFBEFB9CD58}"/>
              </a:ext>
            </a:extLst>
          </p:cNvPr>
          <p:cNvCxnSpPr>
            <a:cxnSpLocks/>
          </p:cNvCxnSpPr>
          <p:nvPr/>
        </p:nvCxnSpPr>
        <p:spPr>
          <a:xfrm>
            <a:off x="3827174" y="2898933"/>
            <a:ext cx="523427" cy="0"/>
          </a:xfrm>
          <a:prstGeom prst="straightConnector1">
            <a:avLst/>
          </a:prstGeom>
          <a:noFill/>
          <a:ln w="25400" cap="flat" cmpd="sng" algn="ctr">
            <a:solidFill>
              <a:srgbClr val="00B0F0"/>
            </a:solidFill>
            <a:prstDash val="solid"/>
            <a:headEnd type="none" w="med" len="med"/>
            <a:tailEnd type="triangle" w="med" len="med"/>
          </a:ln>
          <a:effectLst>
            <a:outerShdw blurRad="152400" dist="38100" dir="5400000" algn="t" rotWithShape="0">
              <a:prstClr val="black">
                <a:alpha val="12000"/>
              </a:prstClr>
            </a:outerShdw>
          </a:effectLst>
        </p:spPr>
      </p:cxnSp>
      <p:cxnSp>
        <p:nvCxnSpPr>
          <p:cNvPr id="111" name="直接箭头连接符 110">
            <a:extLst>
              <a:ext uri="{FF2B5EF4-FFF2-40B4-BE49-F238E27FC236}">
                <a16:creationId xmlns="" xmlns:a16="http://schemas.microsoft.com/office/drawing/2014/main" id="{AA906D00-6A37-4E3C-844F-9AFBEFB9CD58}"/>
              </a:ext>
            </a:extLst>
          </p:cNvPr>
          <p:cNvCxnSpPr>
            <a:cxnSpLocks/>
          </p:cNvCxnSpPr>
          <p:nvPr/>
        </p:nvCxnSpPr>
        <p:spPr>
          <a:xfrm>
            <a:off x="3827174" y="3260112"/>
            <a:ext cx="523427" cy="0"/>
          </a:xfrm>
          <a:prstGeom prst="straightConnector1">
            <a:avLst/>
          </a:prstGeom>
          <a:noFill/>
          <a:ln w="25400" cap="flat" cmpd="sng" algn="ctr">
            <a:solidFill>
              <a:srgbClr val="00B0F0"/>
            </a:solidFill>
            <a:prstDash val="solid"/>
            <a:headEnd type="none" w="med" len="med"/>
            <a:tailEnd type="triangle" w="med" len="med"/>
          </a:ln>
          <a:effectLst>
            <a:outerShdw blurRad="152400" dist="38100" dir="5400000" algn="t" rotWithShape="0">
              <a:prstClr val="black">
                <a:alpha val="12000"/>
              </a:prstClr>
            </a:outerShdw>
          </a:effectLst>
        </p:spPr>
      </p:cxnSp>
      <p:cxnSp>
        <p:nvCxnSpPr>
          <p:cNvPr id="112" name="直接箭头连接符 111">
            <a:extLst>
              <a:ext uri="{FF2B5EF4-FFF2-40B4-BE49-F238E27FC236}">
                <a16:creationId xmlns="" xmlns:a16="http://schemas.microsoft.com/office/drawing/2014/main" id="{AA906D00-6A37-4E3C-844F-9AFBEFB9CD58}"/>
              </a:ext>
            </a:extLst>
          </p:cNvPr>
          <p:cNvCxnSpPr>
            <a:cxnSpLocks/>
          </p:cNvCxnSpPr>
          <p:nvPr/>
        </p:nvCxnSpPr>
        <p:spPr>
          <a:xfrm>
            <a:off x="7940367" y="2645395"/>
            <a:ext cx="523427" cy="0"/>
          </a:xfrm>
          <a:prstGeom prst="straightConnector1">
            <a:avLst/>
          </a:prstGeom>
          <a:noFill/>
          <a:ln w="25400" cap="flat" cmpd="sng" algn="ctr">
            <a:solidFill>
              <a:srgbClr val="00B0F0"/>
            </a:solidFill>
            <a:prstDash val="solid"/>
            <a:headEnd type="triangle" w="med" len="med"/>
            <a:tailEnd type="none" w="med" len="med"/>
          </a:ln>
          <a:effectLst>
            <a:outerShdw blurRad="152400" dist="38100" dir="5400000" algn="t" rotWithShape="0">
              <a:prstClr val="black">
                <a:alpha val="12000"/>
              </a:prstClr>
            </a:outerShdw>
          </a:effectLst>
        </p:spPr>
      </p:cxnSp>
      <p:cxnSp>
        <p:nvCxnSpPr>
          <p:cNvPr id="113" name="直接箭头连接符 112">
            <a:extLst>
              <a:ext uri="{FF2B5EF4-FFF2-40B4-BE49-F238E27FC236}">
                <a16:creationId xmlns="" xmlns:a16="http://schemas.microsoft.com/office/drawing/2014/main" id="{AA906D00-6A37-4E3C-844F-9AFBEFB9CD58}"/>
              </a:ext>
            </a:extLst>
          </p:cNvPr>
          <p:cNvCxnSpPr>
            <a:cxnSpLocks/>
          </p:cNvCxnSpPr>
          <p:nvPr/>
        </p:nvCxnSpPr>
        <p:spPr>
          <a:xfrm>
            <a:off x="7940367" y="2914167"/>
            <a:ext cx="523427" cy="0"/>
          </a:xfrm>
          <a:prstGeom prst="straightConnector1">
            <a:avLst/>
          </a:prstGeom>
          <a:noFill/>
          <a:ln w="25400" cap="flat" cmpd="sng" algn="ctr">
            <a:solidFill>
              <a:srgbClr val="00B0F0"/>
            </a:solidFill>
            <a:prstDash val="solid"/>
            <a:headEnd type="triangle" w="med" len="med"/>
            <a:tailEnd type="none" w="med" len="med"/>
          </a:ln>
          <a:effectLst>
            <a:outerShdw blurRad="152400" dist="38100" dir="5400000" algn="t" rotWithShape="0">
              <a:prstClr val="black">
                <a:alpha val="12000"/>
              </a:prstClr>
            </a:outerShdw>
          </a:effectLst>
        </p:spPr>
      </p:cxnSp>
      <p:cxnSp>
        <p:nvCxnSpPr>
          <p:cNvPr id="114" name="直接箭头连接符 113">
            <a:extLst>
              <a:ext uri="{FF2B5EF4-FFF2-40B4-BE49-F238E27FC236}">
                <a16:creationId xmlns="" xmlns:a16="http://schemas.microsoft.com/office/drawing/2014/main" id="{AA906D00-6A37-4E3C-844F-9AFBEFB9CD58}"/>
              </a:ext>
            </a:extLst>
          </p:cNvPr>
          <p:cNvCxnSpPr>
            <a:cxnSpLocks/>
          </p:cNvCxnSpPr>
          <p:nvPr/>
        </p:nvCxnSpPr>
        <p:spPr>
          <a:xfrm>
            <a:off x="7940367" y="3275346"/>
            <a:ext cx="523427" cy="0"/>
          </a:xfrm>
          <a:prstGeom prst="straightConnector1">
            <a:avLst/>
          </a:prstGeom>
          <a:noFill/>
          <a:ln w="25400" cap="flat" cmpd="sng" algn="ctr">
            <a:solidFill>
              <a:srgbClr val="00B0F0"/>
            </a:solidFill>
            <a:prstDash val="solid"/>
            <a:headEnd type="triangle" w="med" len="med"/>
            <a:tailEnd type="none" w="med" len="med"/>
          </a:ln>
          <a:effectLst>
            <a:outerShdw blurRad="152400" dist="38100" dir="5400000" algn="t" rotWithShape="0">
              <a:prstClr val="black">
                <a:alpha val="12000"/>
              </a:prstClr>
            </a:outerShdw>
          </a:effectLst>
        </p:spPr>
      </p:cxnSp>
      <p:sp>
        <p:nvSpPr>
          <p:cNvPr id="45" name="五边形 44"/>
          <p:cNvSpPr/>
          <p:nvPr/>
        </p:nvSpPr>
        <p:spPr bwMode="auto">
          <a:xfrm>
            <a:off x="7562321" y="126000"/>
            <a:ext cx="899749" cy="213037"/>
          </a:xfrm>
          <a:prstGeom prst="homePlate">
            <a:avLst/>
          </a:prstGeom>
          <a:solidFill>
            <a:srgbClr val="00B0F0"/>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报文介绍</a:t>
            </a:r>
          </a:p>
        </p:txBody>
      </p:sp>
      <p:sp>
        <p:nvSpPr>
          <p:cNvPr id="46" name="燕尾形 45"/>
          <p:cNvSpPr/>
          <p:nvPr/>
        </p:nvSpPr>
        <p:spPr bwMode="auto">
          <a:xfrm>
            <a:off x="8383481" y="126000"/>
            <a:ext cx="1367951" cy="213037"/>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最大活动接口数</a:t>
            </a:r>
          </a:p>
        </p:txBody>
      </p:sp>
      <p:sp>
        <p:nvSpPr>
          <p:cNvPr id="47" name="燕尾形 46"/>
          <p:cNvSpPr/>
          <p:nvPr/>
        </p:nvSpPr>
        <p:spPr bwMode="auto">
          <a:xfrm>
            <a:off x="9667454" y="126000"/>
            <a:ext cx="1223658" cy="213037"/>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活动链路选举</a:t>
            </a:r>
          </a:p>
        </p:txBody>
      </p:sp>
      <p:sp>
        <p:nvSpPr>
          <p:cNvPr id="48" name="燕尾形 47"/>
          <p:cNvSpPr/>
          <p:nvPr/>
        </p:nvSpPr>
        <p:spPr bwMode="auto">
          <a:xfrm>
            <a:off x="10812767" y="126000"/>
            <a:ext cx="1223658" cy="213037"/>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负载分担</a:t>
            </a:r>
          </a:p>
        </p:txBody>
      </p:sp>
      <p:grpSp>
        <p:nvGrpSpPr>
          <p:cNvPr id="2" name="组合 1"/>
          <p:cNvGrpSpPr/>
          <p:nvPr/>
        </p:nvGrpSpPr>
        <p:grpSpPr>
          <a:xfrm>
            <a:off x="3415791" y="2158090"/>
            <a:ext cx="5379753" cy="215916"/>
            <a:chOff x="3417125" y="2005194"/>
            <a:chExt cx="5381854" cy="216000"/>
          </a:xfrm>
        </p:grpSpPr>
        <p:sp>
          <p:nvSpPr>
            <p:cNvPr id="38" name="椭圆 37">
              <a:extLst>
                <a:ext uri="{FF2B5EF4-FFF2-40B4-BE49-F238E27FC236}">
                  <a16:creationId xmlns="" xmlns:a16="http://schemas.microsoft.com/office/drawing/2014/main" id="{7DBB15C3-7119-4BF5-AC36-6F6AFF9EB213}"/>
                </a:ext>
              </a:extLst>
            </p:cNvPr>
            <p:cNvSpPr/>
            <p:nvPr/>
          </p:nvSpPr>
          <p:spPr>
            <a:xfrm>
              <a:off x="3417125" y="2005194"/>
              <a:ext cx="216000" cy="216000"/>
            </a:xfrm>
            <a:prstGeom prst="ellipse">
              <a:avLst/>
            </a:prstGeom>
            <a:solidFill>
              <a:srgbClr val="8CCAA1"/>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100" b="1" dirty="0" smtClea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S</a:t>
              </a:r>
              <a:endParaRPr lang="zh-CN" altLang="en-US" sz="11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9" name="椭圆 38">
              <a:extLst>
                <a:ext uri="{FF2B5EF4-FFF2-40B4-BE49-F238E27FC236}">
                  <a16:creationId xmlns="" xmlns:a16="http://schemas.microsoft.com/office/drawing/2014/main" id="{7DBB15C3-7119-4BF5-AC36-6F6AFF9EB213}"/>
                </a:ext>
              </a:extLst>
            </p:cNvPr>
            <p:cNvSpPr/>
            <p:nvPr/>
          </p:nvSpPr>
          <p:spPr>
            <a:xfrm>
              <a:off x="8582979" y="2005194"/>
              <a:ext cx="216000" cy="216000"/>
            </a:xfrm>
            <a:prstGeom prst="ellipse">
              <a:avLst/>
            </a:prstGeom>
            <a:solidFill>
              <a:srgbClr val="8CCAA1"/>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100" b="1" smtClea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S</a:t>
              </a:r>
              <a:endParaRPr lang="zh-CN" altLang="en-US" sz="11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40" name="直接连接符 39"/>
            <p:cNvCxnSpPr>
              <a:stCxn id="39" idx="2"/>
              <a:endCxn id="38" idx="6"/>
            </p:cNvCxnSpPr>
            <p:nvPr/>
          </p:nvCxnSpPr>
          <p:spPr bwMode="auto">
            <a:xfrm flipH="1">
              <a:off x="3633125" y="2113194"/>
              <a:ext cx="4949854" cy="0"/>
            </a:xfrm>
            <a:prstGeom prst="line">
              <a:avLst/>
            </a:prstGeom>
            <a:solidFill>
              <a:schemeClr val="accent1"/>
            </a:solidFill>
            <a:ln w="19050" cap="flat" cmpd="sng" algn="ctr">
              <a:solidFill>
                <a:schemeClr val="tx1"/>
              </a:solidFill>
              <a:prstDash val="solid"/>
              <a:round/>
              <a:headEnd type="none" w="med" len="med"/>
              <a:tailEnd type="none" w="med" len="med"/>
            </a:ln>
            <a:effectLst/>
          </p:spPr>
        </p:cxnSp>
      </p:grpSp>
      <p:cxnSp>
        <p:nvCxnSpPr>
          <p:cNvPr id="49" name="直接箭头连接符 48">
            <a:extLst>
              <a:ext uri="{FF2B5EF4-FFF2-40B4-BE49-F238E27FC236}">
                <a16:creationId xmlns="" xmlns:a16="http://schemas.microsoft.com/office/drawing/2014/main" id="{AA906D00-6A37-4E3C-844F-9AFBEFB9CD58}"/>
              </a:ext>
            </a:extLst>
          </p:cNvPr>
          <p:cNvCxnSpPr>
            <a:cxnSpLocks/>
          </p:cNvCxnSpPr>
          <p:nvPr/>
        </p:nvCxnSpPr>
        <p:spPr>
          <a:xfrm>
            <a:off x="3827174" y="2330422"/>
            <a:ext cx="523427" cy="0"/>
          </a:xfrm>
          <a:prstGeom prst="straightConnector1">
            <a:avLst/>
          </a:prstGeom>
          <a:noFill/>
          <a:ln w="25400" cap="flat" cmpd="sng" algn="ctr">
            <a:solidFill>
              <a:srgbClr val="00B0F0"/>
            </a:solidFill>
            <a:prstDash val="solid"/>
            <a:headEnd type="none" w="med" len="med"/>
            <a:tailEnd type="triangle" w="med" len="med"/>
          </a:ln>
          <a:effectLst>
            <a:outerShdw blurRad="152400" dist="38100" dir="5400000" algn="t" rotWithShape="0">
              <a:prstClr val="black">
                <a:alpha val="12000"/>
              </a:prstClr>
            </a:outerShdw>
          </a:effectLst>
        </p:spPr>
      </p:cxnSp>
      <p:cxnSp>
        <p:nvCxnSpPr>
          <p:cNvPr id="50" name="直接箭头连接符 49">
            <a:extLst>
              <a:ext uri="{FF2B5EF4-FFF2-40B4-BE49-F238E27FC236}">
                <a16:creationId xmlns="" xmlns:a16="http://schemas.microsoft.com/office/drawing/2014/main" id="{AA906D00-6A37-4E3C-844F-9AFBEFB9CD58}"/>
              </a:ext>
            </a:extLst>
          </p:cNvPr>
          <p:cNvCxnSpPr>
            <a:cxnSpLocks/>
          </p:cNvCxnSpPr>
          <p:nvPr/>
        </p:nvCxnSpPr>
        <p:spPr>
          <a:xfrm>
            <a:off x="7940367" y="2349465"/>
            <a:ext cx="523427" cy="0"/>
          </a:xfrm>
          <a:prstGeom prst="straightConnector1">
            <a:avLst/>
          </a:prstGeom>
          <a:noFill/>
          <a:ln w="25400" cap="flat" cmpd="sng" algn="ctr">
            <a:solidFill>
              <a:srgbClr val="00B0F0"/>
            </a:solidFill>
            <a:prstDash val="solid"/>
            <a:headEnd type="triangle" w="med" len="med"/>
            <a:tailEnd type="none" w="med" len="med"/>
          </a:ln>
          <a:effectLst>
            <a:outerShdw blurRad="152400" dist="38100" dir="5400000" algn="t" rotWithShape="0">
              <a:prstClr val="black">
                <a:alpha val="12000"/>
              </a:prstClr>
            </a:outerShdw>
          </a:effectLst>
        </p:spPr>
      </p:cxnSp>
      <p:sp>
        <p:nvSpPr>
          <p:cNvPr id="51" name="梯形 2"/>
          <p:cNvSpPr/>
          <p:nvPr/>
        </p:nvSpPr>
        <p:spPr>
          <a:xfrm>
            <a:off x="3832542" y="3298114"/>
            <a:ext cx="2814018" cy="397340"/>
          </a:xfrm>
          <a:custGeom>
            <a:avLst/>
            <a:gdLst>
              <a:gd name="connsiteX0" fmla="*/ 0 w 6840000"/>
              <a:gd name="connsiteY0" fmla="*/ 726886 h 726886"/>
              <a:gd name="connsiteX1" fmla="*/ 1804458 w 6840000"/>
              <a:gd name="connsiteY1" fmla="*/ 0 h 726886"/>
              <a:gd name="connsiteX2" fmla="*/ 5035542 w 6840000"/>
              <a:gd name="connsiteY2" fmla="*/ 0 h 726886"/>
              <a:gd name="connsiteX3" fmla="*/ 6840000 w 6840000"/>
              <a:gd name="connsiteY3" fmla="*/ 726886 h 726886"/>
              <a:gd name="connsiteX4" fmla="*/ 0 w 6840000"/>
              <a:gd name="connsiteY4" fmla="*/ 726886 h 726886"/>
              <a:gd name="connsiteX0" fmla="*/ 0 w 6840000"/>
              <a:gd name="connsiteY0" fmla="*/ 734506 h 734506"/>
              <a:gd name="connsiteX1" fmla="*/ 1804458 w 6840000"/>
              <a:gd name="connsiteY1" fmla="*/ 7620 h 734506"/>
              <a:gd name="connsiteX2" fmla="*/ 2901942 w 6840000"/>
              <a:gd name="connsiteY2" fmla="*/ 0 h 734506"/>
              <a:gd name="connsiteX3" fmla="*/ 6840000 w 6840000"/>
              <a:gd name="connsiteY3" fmla="*/ 734506 h 734506"/>
              <a:gd name="connsiteX4" fmla="*/ 0 w 6840000"/>
              <a:gd name="connsiteY4" fmla="*/ 734506 h 734506"/>
              <a:gd name="connsiteX0" fmla="*/ 75808 w 5035541"/>
              <a:gd name="connsiteY0" fmla="*/ 728528 h 734506"/>
              <a:gd name="connsiteX1" fmla="*/ -1 w 5035541"/>
              <a:gd name="connsiteY1" fmla="*/ 7620 h 734506"/>
              <a:gd name="connsiteX2" fmla="*/ 1097483 w 5035541"/>
              <a:gd name="connsiteY2" fmla="*/ 0 h 734506"/>
              <a:gd name="connsiteX3" fmla="*/ 5035541 w 5035541"/>
              <a:gd name="connsiteY3" fmla="*/ 734506 h 734506"/>
              <a:gd name="connsiteX4" fmla="*/ 75808 w 5035541"/>
              <a:gd name="connsiteY4" fmla="*/ 728528 h 734506"/>
              <a:gd name="connsiteX0" fmla="*/ 1 w 4959734"/>
              <a:gd name="connsiteY0" fmla="*/ 728528 h 734506"/>
              <a:gd name="connsiteX1" fmla="*/ 9542 w 4959734"/>
              <a:gd name="connsiteY1" fmla="*/ 1430 h 734506"/>
              <a:gd name="connsiteX2" fmla="*/ 1021676 w 4959734"/>
              <a:gd name="connsiteY2" fmla="*/ 0 h 734506"/>
              <a:gd name="connsiteX3" fmla="*/ 4959734 w 4959734"/>
              <a:gd name="connsiteY3" fmla="*/ 734506 h 734506"/>
              <a:gd name="connsiteX4" fmla="*/ 1 w 4959734"/>
              <a:gd name="connsiteY4" fmla="*/ 728528 h 734506"/>
              <a:gd name="connsiteX0" fmla="*/ 1 w 6247746"/>
              <a:gd name="connsiteY0" fmla="*/ 728528 h 746889"/>
              <a:gd name="connsiteX1" fmla="*/ 9542 w 6247746"/>
              <a:gd name="connsiteY1" fmla="*/ 1430 h 746889"/>
              <a:gd name="connsiteX2" fmla="*/ 1021676 w 6247746"/>
              <a:gd name="connsiteY2" fmla="*/ 0 h 746889"/>
              <a:gd name="connsiteX3" fmla="*/ 6247746 w 6247746"/>
              <a:gd name="connsiteY3" fmla="*/ 746889 h 746889"/>
              <a:gd name="connsiteX4" fmla="*/ 1 w 6247746"/>
              <a:gd name="connsiteY4" fmla="*/ 728528 h 746889"/>
              <a:gd name="connsiteX0" fmla="*/ 1 w 6399372"/>
              <a:gd name="connsiteY0" fmla="*/ 728528 h 784501"/>
              <a:gd name="connsiteX1" fmla="*/ 9542 w 6399372"/>
              <a:gd name="connsiteY1" fmla="*/ 1430 h 784501"/>
              <a:gd name="connsiteX2" fmla="*/ 1021676 w 6399372"/>
              <a:gd name="connsiteY2" fmla="*/ 0 h 784501"/>
              <a:gd name="connsiteX3" fmla="*/ 6399372 w 6399372"/>
              <a:gd name="connsiteY3" fmla="*/ 784501 h 784501"/>
              <a:gd name="connsiteX4" fmla="*/ 1 w 6399372"/>
              <a:gd name="connsiteY4" fmla="*/ 728528 h 7845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399372" h="784501">
                <a:moveTo>
                  <a:pt x="1" y="728528"/>
                </a:moveTo>
                <a:lnTo>
                  <a:pt x="9542" y="1430"/>
                </a:lnTo>
                <a:lnTo>
                  <a:pt x="1021676" y="0"/>
                </a:lnTo>
                <a:lnTo>
                  <a:pt x="6399372" y="784501"/>
                </a:lnTo>
                <a:lnTo>
                  <a:pt x="1" y="728528"/>
                </a:lnTo>
                <a:close/>
              </a:path>
            </a:pathLst>
          </a:custGeom>
          <a:gradFill>
            <a:gsLst>
              <a:gs pos="100000">
                <a:srgbClr val="F4FBFE"/>
              </a:gs>
              <a:gs pos="0">
                <a:srgbClr val="99DFF9"/>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061226270"/>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smtClean="0">
                <a:sym typeface="Huawei Sans" panose="020C0503030203020204" pitchFamily="34" charset="0"/>
              </a:rPr>
              <a:t>系统优先级</a:t>
            </a:r>
            <a:endParaRPr lang="zh-CN" altLang="en-US" dirty="0">
              <a:sym typeface="Huawei Sans" panose="020C0503030203020204" pitchFamily="34" charset="0"/>
            </a:endParaRPr>
          </a:p>
        </p:txBody>
      </p:sp>
      <p:sp>
        <p:nvSpPr>
          <p:cNvPr id="7" name="文本占位符 6"/>
          <p:cNvSpPr>
            <a:spLocks noGrp="1"/>
          </p:cNvSpPr>
          <p:nvPr>
            <p:ph type="body" sz="quarter" idx="10"/>
          </p:nvPr>
        </p:nvSpPr>
        <p:spPr/>
        <p:txBody>
          <a:bodyPr/>
          <a:lstStyle/>
          <a:p>
            <a:r>
              <a:rPr lang="en-US" altLang="zh-CN" sz="2000" dirty="0" smtClean="0">
                <a:sym typeface="Huawei Sans" panose="020C0503030203020204" pitchFamily="34" charset="0"/>
              </a:rPr>
              <a:t>LACP</a:t>
            </a:r>
            <a:r>
              <a:rPr lang="zh-CN" altLang="en-US" sz="2000" dirty="0" smtClean="0">
                <a:sym typeface="Huawei Sans" panose="020C0503030203020204" pitchFamily="34" charset="0"/>
              </a:rPr>
              <a:t>模式下，两端设备所选择的活动接口数目必须保持一致，否则链路聚合组就无法建立。此时可以使其中一端成为主动端，另一端（被动端）根据主动端选择活动接口。</a:t>
            </a:r>
            <a:endParaRPr lang="en-US" altLang="zh-CN" sz="2000" dirty="0" smtClean="0">
              <a:sym typeface="Huawei Sans" panose="020C0503030203020204" pitchFamily="34" charset="0"/>
            </a:endParaRPr>
          </a:p>
          <a:p>
            <a:r>
              <a:rPr lang="zh-CN" altLang="en-US" sz="2000" dirty="0" smtClean="0">
                <a:sym typeface="Huawei Sans" panose="020C0503030203020204" pitchFamily="34" charset="0"/>
              </a:rPr>
              <a:t>通过系统</a:t>
            </a:r>
            <a:r>
              <a:rPr lang="en-US" altLang="zh-CN" sz="2000" dirty="0" smtClean="0">
                <a:sym typeface="Huawei Sans" panose="020C0503030203020204" pitchFamily="34" charset="0"/>
              </a:rPr>
              <a:t>LACP</a:t>
            </a:r>
            <a:r>
              <a:rPr lang="zh-CN" altLang="en-US" sz="2000" dirty="0" smtClean="0">
                <a:sym typeface="Huawei Sans" panose="020C0503030203020204" pitchFamily="34" charset="0"/>
              </a:rPr>
              <a:t>优先级确定主动端，值越小优先级越高。</a:t>
            </a:r>
            <a:endParaRPr lang="en-US" altLang="zh-CN" sz="2000" dirty="0" smtClean="0">
              <a:sym typeface="Huawei Sans" panose="020C0503030203020204" pitchFamily="34" charset="0"/>
            </a:endParaRPr>
          </a:p>
          <a:p>
            <a:endParaRPr lang="zh-CN" altLang="en-US" dirty="0" smtClean="0">
              <a:sym typeface="Huawei Sans" panose="020C0503030203020204" pitchFamily="34" charset="0"/>
            </a:endParaRPr>
          </a:p>
          <a:p>
            <a:endParaRPr lang="zh-CN" altLang="en-US" dirty="0"/>
          </a:p>
        </p:txBody>
      </p:sp>
      <p:sp>
        <p:nvSpPr>
          <p:cNvPr id="32" name="圆角矩形 31"/>
          <p:cNvSpPr/>
          <p:nvPr/>
        </p:nvSpPr>
        <p:spPr>
          <a:xfrm>
            <a:off x="7565228" y="4940804"/>
            <a:ext cx="3216503" cy="1214446"/>
          </a:xfrm>
          <a:prstGeom prst="roundRect">
            <a:avLst>
              <a:gd name="adj" fmla="val 7486"/>
            </a:avLst>
          </a:prstGeom>
          <a:solidFill>
            <a:srgbClr val="FFFFCC"/>
          </a:solidFill>
          <a:ln w="9525">
            <a:solidFill>
              <a:srgbClr val="FFD17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ts val="2199"/>
              </a:lnSpc>
            </a:pPr>
            <a:r>
              <a:rPr lang="zh-CN" altLang="en-US" sz="1399" dirty="0" smtClean="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系统</a:t>
            </a:r>
            <a:r>
              <a:rPr lang="en-US" altLang="zh-CN" sz="1399" dirty="0" smtClean="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LACP</a:t>
            </a:r>
            <a:r>
              <a:rPr lang="zh-CN" altLang="en-US" sz="1399"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优先级默认</a:t>
            </a:r>
            <a:r>
              <a:rPr lang="en-US" altLang="zh-CN" sz="1399"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32768</a:t>
            </a:r>
            <a:r>
              <a:rPr lang="zh-CN" altLang="en-US" sz="1399"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，越小越优，通常保持默认。当优先级一致时</a:t>
            </a:r>
            <a:r>
              <a:rPr lang="en-US" altLang="zh-CN" sz="1399"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LACP</a:t>
            </a:r>
            <a:r>
              <a:rPr lang="zh-CN" altLang="en-US" sz="1399"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会通过比较</a:t>
            </a:r>
            <a:r>
              <a:rPr lang="en-US" altLang="zh-CN" sz="1399"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MAC</a:t>
            </a:r>
            <a:r>
              <a:rPr lang="zh-CN" altLang="en-US" sz="1399"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地址选择主动</a:t>
            </a:r>
            <a:r>
              <a:rPr lang="zh-CN" altLang="en-US" sz="1399" dirty="0" smtClean="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端，</a:t>
            </a:r>
            <a:r>
              <a:rPr lang="en-US" altLang="zh-CN" sz="1399" dirty="0" smtClean="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MAC</a:t>
            </a:r>
            <a:r>
              <a:rPr lang="zh-CN" altLang="en-US" sz="1399" dirty="0" smtClean="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地址越小越优。</a:t>
            </a:r>
            <a:endParaRPr lang="en-US" altLang="zh-CN" sz="1399"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graphicFrame>
        <p:nvGraphicFramePr>
          <p:cNvPr id="48" name="表格 47"/>
          <p:cNvGraphicFramePr>
            <a:graphicFrameLocks noGrp="1"/>
          </p:cNvGraphicFramePr>
          <p:nvPr>
            <p:extLst/>
          </p:nvPr>
        </p:nvGraphicFramePr>
        <p:xfrm>
          <a:off x="3876465" y="4793144"/>
          <a:ext cx="2734932" cy="1511412"/>
        </p:xfrm>
        <a:graphic>
          <a:graphicData uri="http://schemas.openxmlformats.org/drawingml/2006/table">
            <a:tbl>
              <a:tblPr firstRow="1" firstCol="1" lastRow="1" lastCol="1" bandRow="1" bandCol="1">
                <a:tableStyleId>{5940675A-B579-460E-94D1-54222C63F5DA}</a:tableStyleId>
              </a:tblPr>
              <a:tblGrid>
                <a:gridCol w="2734932">
                  <a:extLst>
                    <a:ext uri="{9D8B030D-6E8A-4147-A177-3AD203B41FA5}">
                      <a16:colId xmlns="" xmlns:a16="http://schemas.microsoft.com/office/drawing/2014/main" val="20000"/>
                    </a:ext>
                  </a:extLst>
                </a:gridCol>
              </a:tblGrid>
              <a:tr h="251902">
                <a:tc>
                  <a:txBody>
                    <a:bodyPr/>
                    <a:lstStyle/>
                    <a:p>
                      <a:pPr algn="ctr">
                        <a:lnSpc>
                          <a:spcPct val="100000"/>
                        </a:lnSpc>
                        <a:spcAft>
                          <a:spcPts val="0"/>
                        </a:spcAft>
                      </a:pPr>
                      <a:r>
                        <a:rPr lang="en-US" altLang="zh-CN" sz="1200" b="1" kern="100" dirty="0">
                          <a:solidFill>
                            <a:schemeClr val="bg1"/>
                          </a:solidFill>
                          <a:effectLst/>
                          <a:latin typeface="Huawei Sans" panose="020C0503030203020204" pitchFamily="34" charset="0"/>
                          <a:ea typeface="方正兰亭黑简体" panose="02000000000000000000" pitchFamily="2" charset="-122"/>
                          <a:sym typeface="Huawei Sans" panose="020C0503030203020204" pitchFamily="34" charset="0"/>
                        </a:rPr>
                        <a:t>LACPDU</a:t>
                      </a:r>
                      <a:endParaRPr lang="en-US" sz="1200" b="1" kern="100" dirty="0">
                        <a:solidFill>
                          <a:schemeClr val="bg1"/>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43110" marR="43110" marT="0" marB="0"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solidFill>
                      <a:srgbClr val="00B0F0"/>
                    </a:solidFill>
                  </a:tcPr>
                </a:tc>
                <a:extLst>
                  <a:ext uri="{0D108BD9-81ED-4DB2-BD59-A6C34878D82A}">
                    <a16:rowId xmlns="" xmlns:a16="http://schemas.microsoft.com/office/drawing/2014/main" val="10000"/>
                  </a:ext>
                </a:extLst>
              </a:tr>
              <a:tr h="251902">
                <a:tc>
                  <a:txBody>
                    <a:bodyPr/>
                    <a:lstStyle/>
                    <a:p>
                      <a:pPr algn="ctr">
                        <a:lnSpc>
                          <a:spcPct val="100000"/>
                        </a:lnSpc>
                        <a:spcAft>
                          <a:spcPts val="0"/>
                        </a:spcAft>
                      </a:pPr>
                      <a:r>
                        <a:rPr lang="zh-CN" altLang="en-US" sz="1200" kern="100" dirty="0">
                          <a:effectLst/>
                          <a:latin typeface="Huawei Sans" panose="020C0503030203020204" pitchFamily="34" charset="0"/>
                          <a:ea typeface="方正兰亭黑简体" panose="02000000000000000000" pitchFamily="2" charset="-122"/>
                          <a:sym typeface="Huawei Sans" panose="020C0503030203020204" pitchFamily="34" charset="0"/>
                        </a:rPr>
                        <a:t>设备优先级</a:t>
                      </a:r>
                      <a:endParaRPr lang="en-US" sz="1200" kern="100" dirty="0">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43110" marR="43110" marT="0" marB="0"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solidFill>
                      <a:schemeClr val="bg1"/>
                    </a:solidFill>
                  </a:tcPr>
                </a:tc>
                <a:extLst>
                  <a:ext uri="{0D108BD9-81ED-4DB2-BD59-A6C34878D82A}">
                    <a16:rowId xmlns="" xmlns:a16="http://schemas.microsoft.com/office/drawing/2014/main" val="10001"/>
                  </a:ext>
                </a:extLst>
              </a:tr>
              <a:tr h="251902">
                <a:tc>
                  <a:txBody>
                    <a:bodyPr/>
                    <a:lstStyle/>
                    <a:p>
                      <a:pPr algn="ctr">
                        <a:lnSpc>
                          <a:spcPct val="100000"/>
                        </a:lnSpc>
                        <a:spcAft>
                          <a:spcPts val="0"/>
                        </a:spcAft>
                      </a:pPr>
                      <a:r>
                        <a:rPr lang="en-US" altLang="zh-CN" sz="1200" kern="100" dirty="0">
                          <a:effectLst/>
                          <a:latin typeface="Huawei Sans" panose="020C0503030203020204" pitchFamily="34" charset="0"/>
                          <a:ea typeface="方正兰亭黑简体" panose="02000000000000000000" pitchFamily="2" charset="-122"/>
                          <a:sym typeface="Huawei Sans" panose="020C0503030203020204" pitchFamily="34" charset="0"/>
                        </a:rPr>
                        <a:t>MAC</a:t>
                      </a:r>
                      <a:r>
                        <a:rPr lang="zh-CN" altLang="en-US" sz="1200" kern="100" dirty="0">
                          <a:effectLst/>
                          <a:latin typeface="Huawei Sans" panose="020C0503030203020204" pitchFamily="34" charset="0"/>
                          <a:ea typeface="方正兰亭黑简体" panose="02000000000000000000" pitchFamily="2" charset="-122"/>
                          <a:sym typeface="Huawei Sans" panose="020C0503030203020204" pitchFamily="34" charset="0"/>
                        </a:rPr>
                        <a:t>地址</a:t>
                      </a:r>
                      <a:endParaRPr lang="zh-CN" sz="1200" b="0" kern="100" dirty="0">
                        <a:effectLst/>
                        <a:latin typeface="Huawei Sans" panose="020C0503030203020204" pitchFamily="34" charset="0"/>
                        <a:ea typeface="方正兰亭黑简体" panose="02000000000000000000" pitchFamily="2" charset="-122"/>
                        <a:cs typeface="Times New Roman"/>
                        <a:sym typeface="Huawei Sans" panose="020C0503030203020204" pitchFamily="34" charset="0"/>
                      </a:endParaRPr>
                    </a:p>
                  </a:txBody>
                  <a:tcPr marL="43110" marR="43110" marT="0" marB="0"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solidFill>
                      <a:schemeClr val="bg1"/>
                    </a:solidFill>
                  </a:tcPr>
                </a:tc>
                <a:extLst>
                  <a:ext uri="{0D108BD9-81ED-4DB2-BD59-A6C34878D82A}">
                    <a16:rowId xmlns="" xmlns:a16="http://schemas.microsoft.com/office/drawing/2014/main" val="10002"/>
                  </a:ext>
                </a:extLst>
              </a:tr>
              <a:tr h="251902">
                <a:tc>
                  <a:txBody>
                    <a:bodyPr/>
                    <a:lstStyle/>
                    <a:p>
                      <a:pPr algn="ctr">
                        <a:lnSpc>
                          <a:spcPct val="100000"/>
                        </a:lnSpc>
                        <a:spcAft>
                          <a:spcPts val="0"/>
                        </a:spcAft>
                      </a:pPr>
                      <a:r>
                        <a:rPr lang="zh-CN" altLang="en-US" sz="1200" kern="100" dirty="0">
                          <a:effectLst/>
                          <a:latin typeface="Huawei Sans" panose="020C0503030203020204" pitchFamily="34" charset="0"/>
                          <a:ea typeface="方正兰亭黑简体" panose="02000000000000000000" pitchFamily="2" charset="-122"/>
                          <a:sym typeface="Huawei Sans" panose="020C0503030203020204" pitchFamily="34" charset="0"/>
                        </a:rPr>
                        <a:t>接口优先级</a:t>
                      </a:r>
                      <a:endParaRPr lang="zh-CN" sz="1200" b="0" kern="100" dirty="0">
                        <a:effectLst/>
                        <a:latin typeface="Huawei Sans" panose="020C0503030203020204" pitchFamily="34" charset="0"/>
                        <a:ea typeface="方正兰亭黑简体" panose="02000000000000000000" pitchFamily="2" charset="-122"/>
                        <a:cs typeface="Times New Roman"/>
                        <a:sym typeface="Huawei Sans" panose="020C0503030203020204" pitchFamily="34" charset="0"/>
                      </a:endParaRPr>
                    </a:p>
                  </a:txBody>
                  <a:tcPr marL="43110" marR="43110" marT="0" marB="0"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solidFill>
                      <a:schemeClr val="bg1"/>
                    </a:solidFill>
                  </a:tcPr>
                </a:tc>
                <a:extLst>
                  <a:ext uri="{0D108BD9-81ED-4DB2-BD59-A6C34878D82A}">
                    <a16:rowId xmlns="" xmlns:a16="http://schemas.microsoft.com/office/drawing/2014/main" val="10003"/>
                  </a:ext>
                </a:extLst>
              </a:tr>
              <a:tr h="251902">
                <a:tc>
                  <a:txBody>
                    <a:bodyPr/>
                    <a:lstStyle/>
                    <a:p>
                      <a:pPr algn="ctr">
                        <a:lnSpc>
                          <a:spcPct val="100000"/>
                        </a:lnSpc>
                        <a:spcAft>
                          <a:spcPts val="0"/>
                        </a:spcAft>
                      </a:pPr>
                      <a:r>
                        <a:rPr lang="zh-CN" altLang="en-US" sz="1200" kern="100" dirty="0">
                          <a:effectLst/>
                          <a:latin typeface="Huawei Sans" panose="020C0503030203020204" pitchFamily="34" charset="0"/>
                          <a:ea typeface="方正兰亭黑简体" panose="02000000000000000000" pitchFamily="2" charset="-122"/>
                          <a:sym typeface="Huawei Sans" panose="020C0503030203020204" pitchFamily="34" charset="0"/>
                        </a:rPr>
                        <a:t>接口号</a:t>
                      </a:r>
                      <a:endParaRPr lang="zh-CN" sz="1200" b="0" kern="100" dirty="0">
                        <a:effectLst/>
                        <a:latin typeface="Huawei Sans" panose="020C0503030203020204" pitchFamily="34" charset="0"/>
                        <a:ea typeface="方正兰亭黑简体" panose="02000000000000000000" pitchFamily="2" charset="-122"/>
                        <a:cs typeface="Times New Roman"/>
                        <a:sym typeface="Huawei Sans" panose="020C0503030203020204" pitchFamily="34" charset="0"/>
                      </a:endParaRPr>
                    </a:p>
                  </a:txBody>
                  <a:tcPr marL="43110" marR="43110" marT="0" marB="0"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solidFill>
                      <a:schemeClr val="bg1"/>
                    </a:solidFill>
                  </a:tcPr>
                </a:tc>
                <a:extLst>
                  <a:ext uri="{0D108BD9-81ED-4DB2-BD59-A6C34878D82A}">
                    <a16:rowId xmlns="" xmlns:a16="http://schemas.microsoft.com/office/drawing/2014/main" val="10004"/>
                  </a:ext>
                </a:extLst>
              </a:tr>
              <a:tr h="251902">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kern="100" dirty="0">
                          <a:effectLst/>
                          <a:latin typeface="Huawei Sans" panose="020C0503030203020204" pitchFamily="34" charset="0"/>
                          <a:ea typeface="方正兰亭黑简体" panose="02000000000000000000" pitchFamily="2" charset="-122"/>
                          <a:sym typeface="Huawei Sans" panose="020C0503030203020204" pitchFamily="34" charset="0"/>
                        </a:rPr>
                        <a:t>……</a:t>
                      </a:r>
                    </a:p>
                  </a:txBody>
                  <a:tcPr marL="43110" marR="43110" marT="0" marB="0"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solidFill>
                      <a:schemeClr val="bg1"/>
                    </a:solidFill>
                  </a:tcPr>
                </a:tc>
                <a:extLst>
                  <a:ext uri="{0D108BD9-81ED-4DB2-BD59-A6C34878D82A}">
                    <a16:rowId xmlns="" xmlns:a16="http://schemas.microsoft.com/office/drawing/2014/main" val="10005"/>
                  </a:ext>
                </a:extLst>
              </a:tr>
            </a:tbl>
          </a:graphicData>
        </a:graphic>
      </p:graphicFrame>
      <p:sp>
        <p:nvSpPr>
          <p:cNvPr id="53" name="圆角矩形 52"/>
          <p:cNvSpPr/>
          <p:nvPr/>
        </p:nvSpPr>
        <p:spPr>
          <a:xfrm>
            <a:off x="2629703" y="2943539"/>
            <a:ext cx="902509" cy="1580965"/>
          </a:xfrm>
          <a:prstGeom prst="roundRect">
            <a:avLst>
              <a:gd name="adj" fmla="val 7243"/>
            </a:avLst>
          </a:prstGeom>
          <a:solidFill>
            <a:srgbClr val="F4FBFE"/>
          </a:solidFill>
          <a:ln w="9525" cap="flat" cmpd="sng" algn="ctr">
            <a:solidFill>
              <a:srgbClr val="99DFF9"/>
            </a:solidFill>
            <a:prstDash val="solid"/>
          </a:ln>
          <a:effectLst/>
        </p:spPr>
        <p:txBody>
          <a:bodyPr rtlCol="0" anchor="ctr"/>
          <a:lstStyle/>
          <a:p>
            <a:pPr algn="ctr" defTabSz="914034" fontAlgn="t">
              <a:spcBef>
                <a:spcPct val="0"/>
              </a:spcBef>
              <a:spcAft>
                <a:spcPct val="0"/>
              </a:spcAft>
              <a:defRPr/>
            </a:pP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4" name="圆角矩形 53"/>
          <p:cNvSpPr/>
          <p:nvPr/>
        </p:nvSpPr>
        <p:spPr>
          <a:xfrm>
            <a:off x="8677640" y="2943539"/>
            <a:ext cx="902509" cy="1580965"/>
          </a:xfrm>
          <a:prstGeom prst="roundRect">
            <a:avLst>
              <a:gd name="adj" fmla="val 7243"/>
            </a:avLst>
          </a:prstGeom>
          <a:solidFill>
            <a:srgbClr val="F4FBFE"/>
          </a:solidFill>
          <a:ln w="9525" cap="flat" cmpd="sng" algn="ctr">
            <a:solidFill>
              <a:srgbClr val="99DFF9"/>
            </a:solidFill>
            <a:prstDash val="solid"/>
          </a:ln>
          <a:effectLst/>
        </p:spPr>
        <p:txBody>
          <a:bodyPr rtlCol="0" anchor="ctr"/>
          <a:lstStyle/>
          <a:p>
            <a:pPr algn="ctr" defTabSz="914034" fontAlgn="t">
              <a:spcBef>
                <a:spcPct val="0"/>
              </a:spcBef>
              <a:spcAft>
                <a:spcPct val="0"/>
              </a:spcAft>
              <a:defRPr/>
            </a:pP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7" name="矩形 56"/>
          <p:cNvSpPr/>
          <p:nvPr/>
        </p:nvSpPr>
        <p:spPr>
          <a:xfrm>
            <a:off x="2550915" y="2926768"/>
            <a:ext cx="663115" cy="307657"/>
          </a:xfrm>
          <a:prstGeom prst="rect">
            <a:avLst/>
          </a:prstGeom>
        </p:spPr>
        <p:txBody>
          <a:bodyPr wrap="square">
            <a:spAutoFit/>
          </a:bodyPr>
          <a:lstStyle/>
          <a:p>
            <a:pPr algn="ctr"/>
            <a:r>
              <a:rPr lang="en-US" altLang="zh-CN" sz="1399" b="1" dirty="0">
                <a:latin typeface="Huawei Sans" panose="020C0503030203020204" pitchFamily="34" charset="0"/>
                <a:ea typeface="方正兰亭黑简体" panose="02000000000000000000" pitchFamily="2" charset="-122"/>
                <a:sym typeface="Huawei Sans" panose="020C0503030203020204" pitchFamily="34" charset="0"/>
              </a:rPr>
              <a:t>SW1</a:t>
            </a:r>
            <a:endParaRPr lang="zh-CN" altLang="en-US" sz="1399"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0" name="矩形 59"/>
          <p:cNvSpPr/>
          <p:nvPr/>
        </p:nvSpPr>
        <p:spPr>
          <a:xfrm>
            <a:off x="8917034" y="2940985"/>
            <a:ext cx="663115" cy="307657"/>
          </a:xfrm>
          <a:prstGeom prst="rect">
            <a:avLst/>
          </a:prstGeom>
        </p:spPr>
        <p:txBody>
          <a:bodyPr wrap="square">
            <a:spAutoFit/>
          </a:bodyPr>
          <a:lstStyle/>
          <a:p>
            <a:pPr algn="ctr"/>
            <a:r>
              <a:rPr lang="en-US" altLang="zh-CN" sz="1399" b="1" dirty="0">
                <a:latin typeface="Huawei Sans" panose="020C0503030203020204" pitchFamily="34" charset="0"/>
                <a:ea typeface="方正兰亭黑简体" panose="02000000000000000000" pitchFamily="2" charset="-122"/>
                <a:sym typeface="Huawei Sans" panose="020C0503030203020204" pitchFamily="34" charset="0"/>
              </a:rPr>
              <a:t>SW2</a:t>
            </a:r>
            <a:endParaRPr lang="zh-CN" altLang="en-US" sz="1399"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1" name="圆角矩形 60"/>
          <p:cNvSpPr/>
          <p:nvPr/>
        </p:nvSpPr>
        <p:spPr bwMode="auto">
          <a:xfrm>
            <a:off x="3160160" y="3153372"/>
            <a:ext cx="359859" cy="1192428"/>
          </a:xfrm>
          <a:prstGeom prst="roundRect">
            <a:avLst>
              <a:gd name="adj" fmla="val 3521"/>
            </a:avLst>
          </a:prstGeom>
          <a:solidFill>
            <a:schemeClr val="bg1"/>
          </a:solidFill>
          <a:ln w="12700" cap="flat" cmpd="sng" algn="ctr">
            <a:solidFill>
              <a:schemeClr val="bg1">
                <a:lumMod val="50000"/>
              </a:schemeClr>
            </a:solidFill>
            <a:prstDash val="solid"/>
            <a:round/>
            <a:headEnd type="none" w="med" len="med"/>
            <a:tailEnd type="none" w="med" len="med"/>
          </a:ln>
          <a:effectLst/>
        </p:spPr>
        <p:txBody>
          <a:bodyPr vert="horz" wrap="square" lIns="91404" tIns="45702" rIns="91404" bIns="45702" numCol="1" rtlCol="0" anchor="t" anchorCtr="0" compatLnSpc="1">
            <a:prstTxWarp prst="textNoShape">
              <a:avLst/>
            </a:prstTxWarp>
          </a:bodyPr>
          <a:lstStyle/>
          <a:p>
            <a:pPr defTabSz="914034" fontAlgn="t">
              <a:spcBef>
                <a:spcPct val="0"/>
              </a:spcBef>
              <a:spcAft>
                <a:spcPct val="0"/>
              </a:spcAft>
            </a:pPr>
            <a:endParaRPr lang="zh-CN" altLang="en-US" sz="1000">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6" name="组合 5"/>
          <p:cNvGrpSpPr/>
          <p:nvPr/>
        </p:nvGrpSpPr>
        <p:grpSpPr>
          <a:xfrm>
            <a:off x="4915639" y="3234425"/>
            <a:ext cx="2500290" cy="1115065"/>
            <a:chOff x="4917558" y="3349938"/>
            <a:chExt cx="2501267" cy="827519"/>
          </a:xfrm>
          <a:solidFill>
            <a:srgbClr val="F4FBFE"/>
          </a:solidFill>
        </p:grpSpPr>
        <p:sp>
          <p:nvSpPr>
            <p:cNvPr id="62" name="任意多边形: 形状 67">
              <a:extLst>
                <a:ext uri="{FF2B5EF4-FFF2-40B4-BE49-F238E27FC236}">
                  <a16:creationId xmlns="" xmlns:a16="http://schemas.microsoft.com/office/drawing/2014/main" id="{DDE7F5E3-EC99-4B98-9942-9CF564C3EC09}"/>
                </a:ext>
              </a:extLst>
            </p:cNvPr>
            <p:cNvSpPr/>
            <p:nvPr/>
          </p:nvSpPr>
          <p:spPr>
            <a:xfrm flipH="1">
              <a:off x="4917558" y="3349938"/>
              <a:ext cx="2381437" cy="827519"/>
            </a:xfrm>
            <a:custGeom>
              <a:avLst/>
              <a:gdLst>
                <a:gd name="connsiteX0" fmla="*/ 0 w 1703698"/>
                <a:gd name="connsiteY0" fmla="*/ 0 h 627538"/>
                <a:gd name="connsiteX1" fmla="*/ 1572253 w 1703698"/>
                <a:gd name="connsiteY1" fmla="*/ 0 h 627538"/>
                <a:gd name="connsiteX2" fmla="*/ 1703698 w 1703698"/>
                <a:gd name="connsiteY2" fmla="*/ 313769 h 627538"/>
                <a:gd name="connsiteX3" fmla="*/ 1572253 w 1703698"/>
                <a:gd name="connsiteY3" fmla="*/ 627538 h 627538"/>
                <a:gd name="connsiteX4" fmla="*/ 1572249 w 1703698"/>
                <a:gd name="connsiteY4" fmla="*/ 627537 h 627538"/>
                <a:gd name="connsiteX5" fmla="*/ 0 w 1703698"/>
                <a:gd name="connsiteY5" fmla="*/ 627537 h 627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03698" h="627538">
                  <a:moveTo>
                    <a:pt x="0" y="0"/>
                  </a:moveTo>
                  <a:lnTo>
                    <a:pt x="1572253" y="0"/>
                  </a:lnTo>
                  <a:cubicBezTo>
                    <a:pt x="1644848" y="0"/>
                    <a:pt x="1703698" y="140479"/>
                    <a:pt x="1703698" y="313769"/>
                  </a:cubicBezTo>
                  <a:cubicBezTo>
                    <a:pt x="1703698" y="487059"/>
                    <a:pt x="1644848" y="627538"/>
                    <a:pt x="1572253" y="627538"/>
                  </a:cubicBezTo>
                  <a:lnTo>
                    <a:pt x="1572249" y="627537"/>
                  </a:lnTo>
                  <a:lnTo>
                    <a:pt x="0" y="627537"/>
                  </a:lnTo>
                  <a:close/>
                </a:path>
              </a:pathLst>
            </a:custGeom>
            <a:grpFill/>
            <a:ln w="12700">
              <a:solidFill>
                <a:srgbClr val="99DFF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3" name="椭圆 62">
              <a:extLst>
                <a:ext uri="{FF2B5EF4-FFF2-40B4-BE49-F238E27FC236}">
                  <a16:creationId xmlns="" xmlns:a16="http://schemas.microsoft.com/office/drawing/2014/main" id="{7EEDE773-BD04-46B5-ACD7-D793E0BC1578}"/>
                </a:ext>
              </a:extLst>
            </p:cNvPr>
            <p:cNvSpPr/>
            <p:nvPr/>
          </p:nvSpPr>
          <p:spPr>
            <a:xfrm>
              <a:off x="7179162" y="3349938"/>
              <a:ext cx="239663" cy="827519"/>
            </a:xfrm>
            <a:prstGeom prst="ellipse">
              <a:avLst/>
            </a:prstGeom>
            <a:grpFill/>
            <a:ln w="12700">
              <a:solidFill>
                <a:srgbClr val="99DFF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65" name="圆角矩形 64"/>
          <p:cNvSpPr/>
          <p:nvPr/>
        </p:nvSpPr>
        <p:spPr bwMode="auto">
          <a:xfrm>
            <a:off x="8692468" y="3153372"/>
            <a:ext cx="359859" cy="1192428"/>
          </a:xfrm>
          <a:prstGeom prst="roundRect">
            <a:avLst>
              <a:gd name="adj" fmla="val 3521"/>
            </a:avLst>
          </a:prstGeom>
          <a:solidFill>
            <a:schemeClr val="bg1"/>
          </a:solidFill>
          <a:ln w="12700" cap="flat" cmpd="sng" algn="ctr">
            <a:solidFill>
              <a:schemeClr val="bg1">
                <a:lumMod val="50000"/>
              </a:schemeClr>
            </a:solidFill>
            <a:prstDash val="solid"/>
            <a:round/>
            <a:headEnd type="none" w="med" len="med"/>
            <a:tailEnd type="none" w="med" len="med"/>
          </a:ln>
          <a:effectLst/>
        </p:spPr>
        <p:txBody>
          <a:bodyPr vert="horz" wrap="square" lIns="91404" tIns="45702" rIns="91404" bIns="45702" numCol="1" rtlCol="0" anchor="t" anchorCtr="0" compatLnSpc="1">
            <a:prstTxWarp prst="textNoShape">
              <a:avLst/>
            </a:prstTxWarp>
          </a:bodyPr>
          <a:lstStyle/>
          <a:p>
            <a:pPr defTabSz="914034" fontAlgn="t">
              <a:spcBef>
                <a:spcPct val="0"/>
              </a:spcBef>
              <a:spcAft>
                <a:spcPct val="0"/>
              </a:spcAft>
            </a:pPr>
            <a:endParaRPr lang="zh-CN" altLang="en-US" sz="1000">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2" name="组合 1"/>
          <p:cNvGrpSpPr/>
          <p:nvPr/>
        </p:nvGrpSpPr>
        <p:grpSpPr>
          <a:xfrm>
            <a:off x="3415791" y="3482322"/>
            <a:ext cx="5379753" cy="215916"/>
            <a:chOff x="3417125" y="3322323"/>
            <a:chExt cx="5381854" cy="216000"/>
          </a:xfrm>
        </p:grpSpPr>
        <p:sp>
          <p:nvSpPr>
            <p:cNvPr id="64" name="椭圆 63">
              <a:extLst>
                <a:ext uri="{FF2B5EF4-FFF2-40B4-BE49-F238E27FC236}">
                  <a16:creationId xmlns="" xmlns:a16="http://schemas.microsoft.com/office/drawing/2014/main" id="{7DBB15C3-7119-4BF5-AC36-6F6AFF9EB213}"/>
                </a:ext>
              </a:extLst>
            </p:cNvPr>
            <p:cNvSpPr/>
            <p:nvPr/>
          </p:nvSpPr>
          <p:spPr>
            <a:xfrm>
              <a:off x="3417125" y="3322323"/>
              <a:ext cx="216000" cy="216000"/>
            </a:xfrm>
            <a:prstGeom prst="ellipse">
              <a:avLst/>
            </a:prstGeom>
            <a:solidFill>
              <a:srgbClr val="8CCAA1"/>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100" b="1" dirty="0" smtClea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S</a:t>
              </a:r>
              <a:endParaRPr lang="zh-CN" altLang="en-US" sz="11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6" name="椭圆 65">
              <a:extLst>
                <a:ext uri="{FF2B5EF4-FFF2-40B4-BE49-F238E27FC236}">
                  <a16:creationId xmlns="" xmlns:a16="http://schemas.microsoft.com/office/drawing/2014/main" id="{7DBB15C3-7119-4BF5-AC36-6F6AFF9EB213}"/>
                </a:ext>
              </a:extLst>
            </p:cNvPr>
            <p:cNvSpPr/>
            <p:nvPr/>
          </p:nvSpPr>
          <p:spPr>
            <a:xfrm>
              <a:off x="8582979" y="3322323"/>
              <a:ext cx="216000" cy="216000"/>
            </a:xfrm>
            <a:prstGeom prst="ellipse">
              <a:avLst/>
            </a:prstGeom>
            <a:solidFill>
              <a:srgbClr val="8CCAA1"/>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100" b="1" dirty="0" smtClea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S</a:t>
              </a:r>
              <a:endParaRPr lang="zh-CN" altLang="en-US" sz="11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68" name="直接连接符 67"/>
            <p:cNvCxnSpPr>
              <a:stCxn id="66" idx="2"/>
              <a:endCxn id="64" idx="6"/>
            </p:cNvCxnSpPr>
            <p:nvPr/>
          </p:nvCxnSpPr>
          <p:spPr bwMode="auto">
            <a:xfrm flipH="1">
              <a:off x="3633125" y="3430323"/>
              <a:ext cx="4949854" cy="0"/>
            </a:xfrm>
            <a:prstGeom prst="line">
              <a:avLst/>
            </a:prstGeom>
            <a:solidFill>
              <a:schemeClr val="accent1"/>
            </a:solidFill>
            <a:ln w="19050" cap="flat" cmpd="sng" algn="ctr">
              <a:solidFill>
                <a:schemeClr val="tx1"/>
              </a:solidFill>
              <a:prstDash val="solid"/>
              <a:round/>
              <a:headEnd type="none" w="med" len="med"/>
              <a:tailEnd type="none" w="med" len="med"/>
            </a:ln>
            <a:effectLst/>
          </p:spPr>
        </p:cxnSp>
      </p:grpSp>
      <p:grpSp>
        <p:nvGrpSpPr>
          <p:cNvPr id="3" name="组合 2"/>
          <p:cNvGrpSpPr/>
          <p:nvPr/>
        </p:nvGrpSpPr>
        <p:grpSpPr>
          <a:xfrm>
            <a:off x="3415791" y="3778699"/>
            <a:ext cx="5379753" cy="215916"/>
            <a:chOff x="3417125" y="3618816"/>
            <a:chExt cx="5381854" cy="216000"/>
          </a:xfrm>
        </p:grpSpPr>
        <p:cxnSp>
          <p:nvCxnSpPr>
            <p:cNvPr id="67" name="直接连接符 66"/>
            <p:cNvCxnSpPr>
              <a:stCxn id="71" idx="2"/>
              <a:endCxn id="70" idx="6"/>
            </p:cNvCxnSpPr>
            <p:nvPr/>
          </p:nvCxnSpPr>
          <p:spPr bwMode="auto">
            <a:xfrm flipH="1">
              <a:off x="3633125" y="3726816"/>
              <a:ext cx="4949854" cy="0"/>
            </a:xfrm>
            <a:prstGeom prst="line">
              <a:avLst/>
            </a:prstGeom>
            <a:solidFill>
              <a:schemeClr val="accent1"/>
            </a:solidFill>
            <a:ln w="19050" cap="flat" cmpd="sng" algn="ctr">
              <a:solidFill>
                <a:schemeClr val="tx1"/>
              </a:solidFill>
              <a:prstDash val="solid"/>
              <a:round/>
              <a:headEnd type="none" w="med" len="med"/>
              <a:tailEnd type="none" w="med" len="med"/>
            </a:ln>
            <a:effectLst/>
          </p:spPr>
        </p:cxnSp>
        <p:sp>
          <p:nvSpPr>
            <p:cNvPr id="70" name="椭圆 69">
              <a:extLst>
                <a:ext uri="{FF2B5EF4-FFF2-40B4-BE49-F238E27FC236}">
                  <a16:creationId xmlns="" xmlns:a16="http://schemas.microsoft.com/office/drawing/2014/main" id="{7DBB15C3-7119-4BF5-AC36-6F6AFF9EB213}"/>
                </a:ext>
              </a:extLst>
            </p:cNvPr>
            <p:cNvSpPr/>
            <p:nvPr/>
          </p:nvSpPr>
          <p:spPr>
            <a:xfrm>
              <a:off x="3417125" y="3618816"/>
              <a:ext cx="216000" cy="216000"/>
            </a:xfrm>
            <a:prstGeom prst="ellipse">
              <a:avLst/>
            </a:prstGeom>
            <a:solidFill>
              <a:srgbClr val="8CCAA1"/>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100" b="1" dirty="0" smtClea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S</a:t>
              </a:r>
              <a:endParaRPr lang="zh-CN" altLang="en-US" sz="11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1" name="椭圆 70">
              <a:extLst>
                <a:ext uri="{FF2B5EF4-FFF2-40B4-BE49-F238E27FC236}">
                  <a16:creationId xmlns="" xmlns:a16="http://schemas.microsoft.com/office/drawing/2014/main" id="{7DBB15C3-7119-4BF5-AC36-6F6AFF9EB213}"/>
                </a:ext>
              </a:extLst>
            </p:cNvPr>
            <p:cNvSpPr/>
            <p:nvPr/>
          </p:nvSpPr>
          <p:spPr>
            <a:xfrm>
              <a:off x="8582979" y="3618816"/>
              <a:ext cx="216000" cy="216000"/>
            </a:xfrm>
            <a:prstGeom prst="ellipse">
              <a:avLst/>
            </a:prstGeom>
            <a:solidFill>
              <a:srgbClr val="8CCAA1"/>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100" b="1" dirty="0" smtClea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S</a:t>
              </a:r>
              <a:endParaRPr lang="zh-CN" altLang="en-US" sz="11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nvGrpSpPr>
          <p:cNvPr id="5" name="组合 4"/>
          <p:cNvGrpSpPr/>
          <p:nvPr/>
        </p:nvGrpSpPr>
        <p:grpSpPr>
          <a:xfrm>
            <a:off x="3415791" y="4121206"/>
            <a:ext cx="5379753" cy="215916"/>
            <a:chOff x="3417125" y="3961457"/>
            <a:chExt cx="5381854" cy="216000"/>
          </a:xfrm>
        </p:grpSpPr>
        <p:cxnSp>
          <p:nvCxnSpPr>
            <p:cNvPr id="69" name="直接连接符 68"/>
            <p:cNvCxnSpPr>
              <a:stCxn id="73" idx="2"/>
              <a:endCxn id="72" idx="6"/>
            </p:cNvCxnSpPr>
            <p:nvPr/>
          </p:nvCxnSpPr>
          <p:spPr bwMode="auto">
            <a:xfrm flipH="1">
              <a:off x="3633125" y="4069457"/>
              <a:ext cx="4949854" cy="0"/>
            </a:xfrm>
            <a:prstGeom prst="line">
              <a:avLst/>
            </a:prstGeom>
            <a:solidFill>
              <a:schemeClr val="accent1"/>
            </a:solidFill>
            <a:ln w="19050" cap="flat" cmpd="sng" algn="ctr">
              <a:solidFill>
                <a:schemeClr val="tx1"/>
              </a:solidFill>
              <a:prstDash val="solid"/>
              <a:round/>
              <a:headEnd type="none" w="med" len="med"/>
              <a:tailEnd type="none" w="med" len="med"/>
            </a:ln>
            <a:effectLst/>
          </p:spPr>
        </p:cxnSp>
        <p:sp>
          <p:nvSpPr>
            <p:cNvPr id="72" name="椭圆 71">
              <a:extLst>
                <a:ext uri="{FF2B5EF4-FFF2-40B4-BE49-F238E27FC236}">
                  <a16:creationId xmlns="" xmlns:a16="http://schemas.microsoft.com/office/drawing/2014/main" id="{7DBB15C3-7119-4BF5-AC36-6F6AFF9EB213}"/>
                </a:ext>
              </a:extLst>
            </p:cNvPr>
            <p:cNvSpPr/>
            <p:nvPr/>
          </p:nvSpPr>
          <p:spPr>
            <a:xfrm>
              <a:off x="3417125" y="3961457"/>
              <a:ext cx="216000" cy="216000"/>
            </a:xfrm>
            <a:prstGeom prst="ellipse">
              <a:avLst/>
            </a:prstGeom>
            <a:solidFill>
              <a:srgbClr val="8CCAA1"/>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100" b="1" smtClea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S</a:t>
              </a:r>
              <a:endParaRPr lang="zh-CN" altLang="en-US" sz="11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3" name="椭圆 72">
              <a:extLst>
                <a:ext uri="{FF2B5EF4-FFF2-40B4-BE49-F238E27FC236}">
                  <a16:creationId xmlns="" xmlns:a16="http://schemas.microsoft.com/office/drawing/2014/main" id="{7DBB15C3-7119-4BF5-AC36-6F6AFF9EB213}"/>
                </a:ext>
              </a:extLst>
            </p:cNvPr>
            <p:cNvSpPr/>
            <p:nvPr/>
          </p:nvSpPr>
          <p:spPr>
            <a:xfrm>
              <a:off x="8582979" y="3961457"/>
              <a:ext cx="216000" cy="216000"/>
            </a:xfrm>
            <a:prstGeom prst="ellipse">
              <a:avLst/>
            </a:prstGeom>
            <a:solidFill>
              <a:srgbClr val="8CCAA1"/>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100" b="1" smtClea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S</a:t>
              </a:r>
              <a:endParaRPr lang="zh-CN" altLang="en-US" sz="11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74" name="TextBox 120">
            <a:extLst>
              <a:ext uri="{FF2B5EF4-FFF2-40B4-BE49-F238E27FC236}">
                <a16:creationId xmlns="" xmlns:a16="http://schemas.microsoft.com/office/drawing/2014/main" id="{890033A1-CB2B-46C1-843C-A395BBB7F123}"/>
              </a:ext>
            </a:extLst>
          </p:cNvPr>
          <p:cNvSpPr txBox="1"/>
          <p:nvPr/>
        </p:nvSpPr>
        <p:spPr>
          <a:xfrm>
            <a:off x="4885513" y="2948369"/>
            <a:ext cx="2438828" cy="307657"/>
          </a:xfrm>
          <a:prstGeom prst="rect">
            <a:avLst/>
          </a:prstGeom>
          <a:noFill/>
        </p:spPr>
        <p:txBody>
          <a:bodyPr wrap="square" rtlCol="0" anchor="ctr">
            <a:spAutoFit/>
          </a:bodyPr>
          <a:lstStyle/>
          <a:p>
            <a:pPr algn="ctr"/>
            <a:r>
              <a:rPr lang="en-US" altLang="zh-CN" sz="1399" b="1" dirty="0" smtClean="0">
                <a:latin typeface="Huawei Sans" panose="020C0503030203020204" pitchFamily="34" charset="0"/>
                <a:ea typeface="方正兰亭黑简体" panose="02000000000000000000" pitchFamily="2" charset="-122"/>
                <a:sym typeface="Huawei Sans" panose="020C0503030203020204" pitchFamily="34" charset="0"/>
              </a:rPr>
              <a:t>LACP</a:t>
            </a:r>
            <a:r>
              <a:rPr lang="zh-CN" altLang="en-US" sz="1399" b="1" dirty="0">
                <a:latin typeface="Huawei Sans" panose="020C0503030203020204" pitchFamily="34" charset="0"/>
                <a:ea typeface="方正兰亭黑简体" panose="02000000000000000000" pitchFamily="2" charset="-122"/>
                <a:sym typeface="Huawei Sans" panose="020C0503030203020204" pitchFamily="34" charset="0"/>
              </a:rPr>
              <a:t>模式</a:t>
            </a:r>
            <a:r>
              <a:rPr lang="en-US" altLang="zh-CN" sz="1399" b="1" dirty="0">
                <a:latin typeface="Huawei Sans" panose="020C0503030203020204" pitchFamily="34" charset="0"/>
                <a:ea typeface="方正兰亭黑简体" panose="02000000000000000000" pitchFamily="2" charset="-122"/>
                <a:sym typeface="Huawei Sans" panose="020C0503030203020204" pitchFamily="34" charset="0"/>
              </a:rPr>
              <a:t>Eth-Trunk</a:t>
            </a:r>
            <a:endParaRPr lang="zh-CN" altLang="en-US" sz="1399"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5" name="TextBox 77"/>
          <p:cNvSpPr txBox="1"/>
          <p:nvPr/>
        </p:nvSpPr>
        <p:spPr bwMode="auto">
          <a:xfrm>
            <a:off x="3154461" y="3137328"/>
            <a:ext cx="262697" cy="1208472"/>
          </a:xfrm>
          <a:prstGeom prst="rect">
            <a:avLst/>
          </a:prstGeom>
          <a:noFill/>
          <a:ln w="9525">
            <a:noFill/>
            <a:miter lim="800000"/>
            <a:headEnd/>
            <a:tailEnd/>
          </a:ln>
        </p:spPr>
        <p:txBody>
          <a:bodyPr wrap="square" lIns="99941" tIns="49966" rIns="99941" bIns="49966" rtlCol="0">
            <a:spAutoFit/>
          </a:bodyPr>
          <a:lstStyle/>
          <a:p>
            <a:pPr algn="ctr" defTabSz="1001248" eaLnBrk="0" hangingPunct="0"/>
            <a:r>
              <a:rPr lang="zh-CN" altLang="en-US" sz="1200" dirty="0">
                <a:solidFill>
                  <a:srgbClr val="000000"/>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链路聚合接口</a:t>
            </a:r>
            <a:endParaRPr lang="en-US" altLang="zh-CN" sz="1200" dirty="0">
              <a:solidFill>
                <a:srgbClr val="000000"/>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sp>
        <p:nvSpPr>
          <p:cNvPr id="82" name="TextBox 77"/>
          <p:cNvSpPr txBox="1"/>
          <p:nvPr/>
        </p:nvSpPr>
        <p:spPr bwMode="auto">
          <a:xfrm>
            <a:off x="8799301" y="3146987"/>
            <a:ext cx="262697" cy="1208472"/>
          </a:xfrm>
          <a:prstGeom prst="rect">
            <a:avLst/>
          </a:prstGeom>
          <a:noFill/>
          <a:ln w="9525">
            <a:noFill/>
            <a:miter lim="800000"/>
            <a:headEnd/>
            <a:tailEnd/>
          </a:ln>
        </p:spPr>
        <p:txBody>
          <a:bodyPr wrap="square" lIns="99941" tIns="49966" rIns="99941" bIns="49966" rtlCol="0">
            <a:spAutoFit/>
          </a:bodyPr>
          <a:lstStyle/>
          <a:p>
            <a:pPr algn="ctr" defTabSz="1001248" eaLnBrk="0" hangingPunct="0"/>
            <a:r>
              <a:rPr lang="zh-CN" altLang="en-US" sz="1200" dirty="0">
                <a:solidFill>
                  <a:srgbClr val="000000"/>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链路聚合接口</a:t>
            </a:r>
            <a:endParaRPr lang="en-US" altLang="zh-CN" sz="1200" dirty="0">
              <a:solidFill>
                <a:srgbClr val="000000"/>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cxnSp>
        <p:nvCxnSpPr>
          <p:cNvPr id="85" name="直接箭头连接符 84">
            <a:extLst>
              <a:ext uri="{FF2B5EF4-FFF2-40B4-BE49-F238E27FC236}">
                <a16:creationId xmlns="" xmlns:a16="http://schemas.microsoft.com/office/drawing/2014/main" id="{AA906D00-6A37-4E3C-844F-9AFBEFB9CD58}"/>
              </a:ext>
            </a:extLst>
          </p:cNvPr>
          <p:cNvCxnSpPr>
            <a:cxnSpLocks/>
          </p:cNvCxnSpPr>
          <p:nvPr/>
        </p:nvCxnSpPr>
        <p:spPr>
          <a:xfrm>
            <a:off x="3827174" y="3681310"/>
            <a:ext cx="523427" cy="0"/>
          </a:xfrm>
          <a:prstGeom prst="straightConnector1">
            <a:avLst/>
          </a:prstGeom>
          <a:noFill/>
          <a:ln w="25400" cap="flat" cmpd="sng" algn="ctr">
            <a:solidFill>
              <a:srgbClr val="00B0F0"/>
            </a:solidFill>
            <a:prstDash val="solid"/>
            <a:headEnd type="none" w="med" len="med"/>
            <a:tailEnd type="triangle" w="med" len="med"/>
          </a:ln>
          <a:effectLst>
            <a:outerShdw blurRad="152400" dist="38100" dir="5400000" algn="t" rotWithShape="0">
              <a:prstClr val="black">
                <a:alpha val="12000"/>
              </a:prstClr>
            </a:outerShdw>
          </a:effectLst>
        </p:spPr>
      </p:cxnSp>
      <p:cxnSp>
        <p:nvCxnSpPr>
          <p:cNvPr id="86" name="直接箭头连接符 85">
            <a:extLst>
              <a:ext uri="{FF2B5EF4-FFF2-40B4-BE49-F238E27FC236}">
                <a16:creationId xmlns="" xmlns:a16="http://schemas.microsoft.com/office/drawing/2014/main" id="{AA906D00-6A37-4E3C-844F-9AFBEFB9CD58}"/>
              </a:ext>
            </a:extLst>
          </p:cNvPr>
          <p:cNvCxnSpPr>
            <a:cxnSpLocks/>
          </p:cNvCxnSpPr>
          <p:nvPr/>
        </p:nvCxnSpPr>
        <p:spPr>
          <a:xfrm>
            <a:off x="3827174" y="3950082"/>
            <a:ext cx="523427" cy="0"/>
          </a:xfrm>
          <a:prstGeom prst="straightConnector1">
            <a:avLst/>
          </a:prstGeom>
          <a:noFill/>
          <a:ln w="25400" cap="flat" cmpd="sng" algn="ctr">
            <a:solidFill>
              <a:srgbClr val="00B0F0"/>
            </a:solidFill>
            <a:prstDash val="solid"/>
            <a:headEnd type="none" w="med" len="med"/>
            <a:tailEnd type="triangle" w="med" len="med"/>
          </a:ln>
          <a:effectLst>
            <a:outerShdw blurRad="152400" dist="38100" dir="5400000" algn="t" rotWithShape="0">
              <a:prstClr val="black">
                <a:alpha val="12000"/>
              </a:prstClr>
            </a:outerShdw>
          </a:effectLst>
        </p:spPr>
      </p:cxnSp>
      <p:cxnSp>
        <p:nvCxnSpPr>
          <p:cNvPr id="87" name="直接箭头连接符 86">
            <a:extLst>
              <a:ext uri="{FF2B5EF4-FFF2-40B4-BE49-F238E27FC236}">
                <a16:creationId xmlns="" xmlns:a16="http://schemas.microsoft.com/office/drawing/2014/main" id="{AA906D00-6A37-4E3C-844F-9AFBEFB9CD58}"/>
              </a:ext>
            </a:extLst>
          </p:cNvPr>
          <p:cNvCxnSpPr>
            <a:cxnSpLocks/>
          </p:cNvCxnSpPr>
          <p:nvPr/>
        </p:nvCxnSpPr>
        <p:spPr>
          <a:xfrm>
            <a:off x="3827174" y="4311261"/>
            <a:ext cx="523427" cy="0"/>
          </a:xfrm>
          <a:prstGeom prst="straightConnector1">
            <a:avLst/>
          </a:prstGeom>
          <a:noFill/>
          <a:ln w="25400" cap="flat" cmpd="sng" algn="ctr">
            <a:solidFill>
              <a:srgbClr val="00B0F0"/>
            </a:solidFill>
            <a:prstDash val="solid"/>
            <a:headEnd type="none" w="med" len="med"/>
            <a:tailEnd type="triangle" w="med" len="med"/>
          </a:ln>
          <a:effectLst>
            <a:outerShdw blurRad="152400" dist="38100" dir="5400000" algn="t" rotWithShape="0">
              <a:prstClr val="black">
                <a:alpha val="12000"/>
              </a:prstClr>
            </a:outerShdw>
          </a:effectLst>
        </p:spPr>
      </p:cxnSp>
      <p:cxnSp>
        <p:nvCxnSpPr>
          <p:cNvPr id="88" name="直接箭头连接符 87">
            <a:extLst>
              <a:ext uri="{FF2B5EF4-FFF2-40B4-BE49-F238E27FC236}">
                <a16:creationId xmlns="" xmlns:a16="http://schemas.microsoft.com/office/drawing/2014/main" id="{AA906D00-6A37-4E3C-844F-9AFBEFB9CD58}"/>
              </a:ext>
            </a:extLst>
          </p:cNvPr>
          <p:cNvCxnSpPr>
            <a:cxnSpLocks/>
          </p:cNvCxnSpPr>
          <p:nvPr/>
        </p:nvCxnSpPr>
        <p:spPr>
          <a:xfrm>
            <a:off x="7940367" y="3704162"/>
            <a:ext cx="523427" cy="0"/>
          </a:xfrm>
          <a:prstGeom prst="straightConnector1">
            <a:avLst/>
          </a:prstGeom>
          <a:noFill/>
          <a:ln w="25400" cap="flat" cmpd="sng" algn="ctr">
            <a:solidFill>
              <a:srgbClr val="00B0F0"/>
            </a:solidFill>
            <a:prstDash val="solid"/>
            <a:headEnd type="triangle" w="med" len="med"/>
            <a:tailEnd type="none" w="med" len="med"/>
          </a:ln>
          <a:effectLst>
            <a:outerShdw blurRad="152400" dist="38100" dir="5400000" algn="t" rotWithShape="0">
              <a:prstClr val="black">
                <a:alpha val="12000"/>
              </a:prstClr>
            </a:outerShdw>
          </a:effectLst>
        </p:spPr>
      </p:cxnSp>
      <p:cxnSp>
        <p:nvCxnSpPr>
          <p:cNvPr id="89" name="直接箭头连接符 88">
            <a:extLst>
              <a:ext uri="{FF2B5EF4-FFF2-40B4-BE49-F238E27FC236}">
                <a16:creationId xmlns="" xmlns:a16="http://schemas.microsoft.com/office/drawing/2014/main" id="{AA906D00-6A37-4E3C-844F-9AFBEFB9CD58}"/>
              </a:ext>
            </a:extLst>
          </p:cNvPr>
          <p:cNvCxnSpPr>
            <a:cxnSpLocks/>
          </p:cNvCxnSpPr>
          <p:nvPr/>
        </p:nvCxnSpPr>
        <p:spPr>
          <a:xfrm>
            <a:off x="7940367" y="3972934"/>
            <a:ext cx="523427" cy="0"/>
          </a:xfrm>
          <a:prstGeom prst="straightConnector1">
            <a:avLst/>
          </a:prstGeom>
          <a:noFill/>
          <a:ln w="25400" cap="flat" cmpd="sng" algn="ctr">
            <a:solidFill>
              <a:srgbClr val="00B0F0"/>
            </a:solidFill>
            <a:prstDash val="solid"/>
            <a:headEnd type="triangle" w="med" len="med"/>
            <a:tailEnd type="none" w="med" len="med"/>
          </a:ln>
          <a:effectLst>
            <a:outerShdw blurRad="152400" dist="38100" dir="5400000" algn="t" rotWithShape="0">
              <a:prstClr val="black">
                <a:alpha val="12000"/>
              </a:prstClr>
            </a:outerShdw>
          </a:effectLst>
        </p:spPr>
      </p:cxnSp>
      <p:cxnSp>
        <p:nvCxnSpPr>
          <p:cNvPr id="90" name="直接箭头连接符 89">
            <a:extLst>
              <a:ext uri="{FF2B5EF4-FFF2-40B4-BE49-F238E27FC236}">
                <a16:creationId xmlns="" xmlns:a16="http://schemas.microsoft.com/office/drawing/2014/main" id="{AA906D00-6A37-4E3C-844F-9AFBEFB9CD58}"/>
              </a:ext>
            </a:extLst>
          </p:cNvPr>
          <p:cNvCxnSpPr>
            <a:cxnSpLocks/>
          </p:cNvCxnSpPr>
          <p:nvPr/>
        </p:nvCxnSpPr>
        <p:spPr>
          <a:xfrm>
            <a:off x="7940367" y="4334112"/>
            <a:ext cx="523427" cy="0"/>
          </a:xfrm>
          <a:prstGeom prst="straightConnector1">
            <a:avLst/>
          </a:prstGeom>
          <a:noFill/>
          <a:ln w="25400" cap="flat" cmpd="sng" algn="ctr">
            <a:solidFill>
              <a:srgbClr val="00B0F0"/>
            </a:solidFill>
            <a:prstDash val="solid"/>
            <a:headEnd type="triangle" w="med" len="med"/>
            <a:tailEnd type="none" w="med" len="med"/>
          </a:ln>
          <a:effectLst>
            <a:outerShdw blurRad="152400" dist="38100" dir="5400000" algn="t" rotWithShape="0">
              <a:prstClr val="black">
                <a:alpha val="12000"/>
              </a:prstClr>
            </a:outerShdw>
          </a:effectLst>
        </p:spPr>
      </p:cxnSp>
      <p:sp>
        <p:nvSpPr>
          <p:cNvPr id="92" name="TextBox 77"/>
          <p:cNvSpPr txBox="1"/>
          <p:nvPr/>
        </p:nvSpPr>
        <p:spPr bwMode="auto">
          <a:xfrm>
            <a:off x="2179918" y="5328152"/>
            <a:ext cx="1390745" cy="285502"/>
          </a:xfrm>
          <a:prstGeom prst="rect">
            <a:avLst/>
          </a:prstGeom>
          <a:noFill/>
          <a:ln w="9525">
            <a:noFill/>
            <a:miter lim="800000"/>
            <a:headEnd/>
            <a:tailEnd/>
          </a:ln>
        </p:spPr>
        <p:txBody>
          <a:bodyPr wrap="square" lIns="99941" tIns="49966" rIns="99941" bIns="49966" rtlCol="0">
            <a:spAutoFit/>
          </a:bodyPr>
          <a:lstStyle/>
          <a:p>
            <a:pPr algn="ctr" defTabSz="1001248" eaLnBrk="0" hangingPunct="0"/>
            <a:r>
              <a:rPr lang="en-US" altLang="zh-CN" sz="1200" dirty="0">
                <a:solidFill>
                  <a:srgbClr val="000000"/>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LACPDU</a:t>
            </a:r>
          </a:p>
        </p:txBody>
      </p:sp>
      <p:cxnSp>
        <p:nvCxnSpPr>
          <p:cNvPr id="93" name="直接箭头连接符 92">
            <a:extLst>
              <a:ext uri="{FF2B5EF4-FFF2-40B4-BE49-F238E27FC236}">
                <a16:creationId xmlns="" xmlns:a16="http://schemas.microsoft.com/office/drawing/2014/main" id="{AA906D00-6A37-4E3C-844F-9AFBEFB9CD58}"/>
              </a:ext>
            </a:extLst>
          </p:cNvPr>
          <p:cNvCxnSpPr>
            <a:cxnSpLocks/>
          </p:cNvCxnSpPr>
          <p:nvPr/>
        </p:nvCxnSpPr>
        <p:spPr>
          <a:xfrm>
            <a:off x="1918204" y="5460224"/>
            <a:ext cx="523427" cy="0"/>
          </a:xfrm>
          <a:prstGeom prst="straightConnector1">
            <a:avLst/>
          </a:prstGeom>
          <a:noFill/>
          <a:ln w="25400" cap="flat" cmpd="sng" algn="ctr">
            <a:solidFill>
              <a:srgbClr val="00B0F0"/>
            </a:solidFill>
            <a:prstDash val="solid"/>
            <a:headEnd type="none" w="med" len="med"/>
            <a:tailEnd type="triangle" w="med" len="med"/>
          </a:ln>
          <a:effectLst>
            <a:outerShdw blurRad="152400" dist="38100" dir="5400000" algn="t" rotWithShape="0">
              <a:prstClr val="black">
                <a:alpha val="12000"/>
              </a:prstClr>
            </a:outerShdw>
          </a:effectLst>
        </p:spPr>
      </p:cxnSp>
      <p:sp>
        <p:nvSpPr>
          <p:cNvPr id="94" name="矩形 93"/>
          <p:cNvSpPr/>
          <p:nvPr/>
        </p:nvSpPr>
        <p:spPr bwMode="auto">
          <a:xfrm>
            <a:off x="2441630" y="4955458"/>
            <a:ext cx="934685" cy="248147"/>
          </a:xfrm>
          <a:prstGeom prst="rect">
            <a:avLst/>
          </a:prstGeom>
          <a:noFill/>
          <a:ln w="9525" cap="flat" cmpd="sng" algn="ctr">
            <a:noFill/>
            <a:prstDash val="dash"/>
            <a:round/>
            <a:headEnd type="none" w="med" len="med"/>
            <a:tailEnd type="none" w="med" len="med"/>
          </a:ln>
          <a:effectLst/>
        </p:spPr>
        <p:txBody>
          <a:bodyPr vert="horz" wrap="square" lIns="91404" tIns="45702" rIns="91404" bIns="45702" numCol="1" rtlCol="0" anchor="t" anchorCtr="0" compatLnSpc="1">
            <a:prstTxWarp prst="textNoShape">
              <a:avLst/>
            </a:prstTxWarp>
          </a:bodyPr>
          <a:lstStyle/>
          <a:p>
            <a:pPr defTabSz="1001248" eaLnBrk="0" hangingPunct="0"/>
            <a:r>
              <a:rPr lang="zh-CN" altLang="en-US" sz="1200" dirty="0">
                <a:solidFill>
                  <a:srgbClr val="000000"/>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活动接口</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5" name="椭圆 94">
            <a:extLst>
              <a:ext uri="{FF2B5EF4-FFF2-40B4-BE49-F238E27FC236}">
                <a16:creationId xmlns="" xmlns:a16="http://schemas.microsoft.com/office/drawing/2014/main" id="{7DBB15C3-7119-4BF5-AC36-6F6AFF9EB213}"/>
              </a:ext>
            </a:extLst>
          </p:cNvPr>
          <p:cNvSpPr/>
          <p:nvPr/>
        </p:nvSpPr>
        <p:spPr>
          <a:xfrm>
            <a:off x="2083597" y="4987689"/>
            <a:ext cx="215916" cy="215916"/>
          </a:xfrm>
          <a:prstGeom prst="ellipse">
            <a:avLst/>
          </a:prstGeom>
          <a:solidFill>
            <a:srgbClr val="8CCAA1"/>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100" b="1" dirty="0" smtClea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S</a:t>
            </a:r>
            <a:endParaRPr lang="zh-CN" altLang="en-US" sz="11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44" name="组合 43"/>
          <p:cNvGrpSpPr/>
          <p:nvPr/>
        </p:nvGrpSpPr>
        <p:grpSpPr>
          <a:xfrm>
            <a:off x="3415791" y="3205371"/>
            <a:ext cx="5379753" cy="215916"/>
            <a:chOff x="3417125" y="3322323"/>
            <a:chExt cx="5381854" cy="216000"/>
          </a:xfrm>
        </p:grpSpPr>
        <p:sp>
          <p:nvSpPr>
            <p:cNvPr id="45" name="椭圆 44">
              <a:extLst>
                <a:ext uri="{FF2B5EF4-FFF2-40B4-BE49-F238E27FC236}">
                  <a16:creationId xmlns="" xmlns:a16="http://schemas.microsoft.com/office/drawing/2014/main" id="{7DBB15C3-7119-4BF5-AC36-6F6AFF9EB213}"/>
                </a:ext>
              </a:extLst>
            </p:cNvPr>
            <p:cNvSpPr/>
            <p:nvPr/>
          </p:nvSpPr>
          <p:spPr>
            <a:xfrm>
              <a:off x="3417125" y="3322323"/>
              <a:ext cx="216000" cy="216000"/>
            </a:xfrm>
            <a:prstGeom prst="ellipse">
              <a:avLst/>
            </a:prstGeom>
            <a:solidFill>
              <a:srgbClr val="8CCAA1"/>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100" b="1" dirty="0" smtClea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S</a:t>
              </a:r>
              <a:endParaRPr lang="zh-CN" altLang="en-US" sz="11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6" name="椭圆 45">
              <a:extLst>
                <a:ext uri="{FF2B5EF4-FFF2-40B4-BE49-F238E27FC236}">
                  <a16:creationId xmlns="" xmlns:a16="http://schemas.microsoft.com/office/drawing/2014/main" id="{7DBB15C3-7119-4BF5-AC36-6F6AFF9EB213}"/>
                </a:ext>
              </a:extLst>
            </p:cNvPr>
            <p:cNvSpPr/>
            <p:nvPr/>
          </p:nvSpPr>
          <p:spPr>
            <a:xfrm>
              <a:off x="8582979" y="3322323"/>
              <a:ext cx="216000" cy="216000"/>
            </a:xfrm>
            <a:prstGeom prst="ellipse">
              <a:avLst/>
            </a:prstGeom>
            <a:solidFill>
              <a:srgbClr val="8CCAA1"/>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100" b="1" dirty="0" smtClea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S</a:t>
              </a:r>
              <a:endParaRPr lang="zh-CN" altLang="en-US" sz="11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47" name="直接连接符 46"/>
            <p:cNvCxnSpPr>
              <a:stCxn id="46" idx="2"/>
              <a:endCxn id="45" idx="6"/>
            </p:cNvCxnSpPr>
            <p:nvPr/>
          </p:nvCxnSpPr>
          <p:spPr bwMode="auto">
            <a:xfrm flipH="1">
              <a:off x="3633125" y="3430323"/>
              <a:ext cx="4949854" cy="0"/>
            </a:xfrm>
            <a:prstGeom prst="line">
              <a:avLst/>
            </a:prstGeom>
            <a:solidFill>
              <a:schemeClr val="accent1"/>
            </a:solidFill>
            <a:ln w="19050" cap="flat" cmpd="sng" algn="ctr">
              <a:solidFill>
                <a:schemeClr val="tx1"/>
              </a:solidFill>
              <a:prstDash val="solid"/>
              <a:round/>
              <a:headEnd type="none" w="med" len="med"/>
              <a:tailEnd type="none" w="med" len="med"/>
            </a:ln>
            <a:effectLst/>
          </p:spPr>
        </p:cxnSp>
      </p:grpSp>
      <p:cxnSp>
        <p:nvCxnSpPr>
          <p:cNvPr id="50" name="直接箭头连接符 49">
            <a:extLst>
              <a:ext uri="{FF2B5EF4-FFF2-40B4-BE49-F238E27FC236}">
                <a16:creationId xmlns="" xmlns:a16="http://schemas.microsoft.com/office/drawing/2014/main" id="{AA906D00-6A37-4E3C-844F-9AFBEFB9CD58}"/>
              </a:ext>
            </a:extLst>
          </p:cNvPr>
          <p:cNvCxnSpPr>
            <a:cxnSpLocks/>
          </p:cNvCxnSpPr>
          <p:nvPr/>
        </p:nvCxnSpPr>
        <p:spPr>
          <a:xfrm>
            <a:off x="3827174" y="3396307"/>
            <a:ext cx="523427" cy="0"/>
          </a:xfrm>
          <a:prstGeom prst="straightConnector1">
            <a:avLst/>
          </a:prstGeom>
          <a:noFill/>
          <a:ln w="25400" cap="flat" cmpd="sng" algn="ctr">
            <a:solidFill>
              <a:srgbClr val="00B0F0"/>
            </a:solidFill>
            <a:prstDash val="solid"/>
            <a:headEnd type="none" w="med" len="med"/>
            <a:tailEnd type="triangle" w="med" len="med"/>
          </a:ln>
          <a:effectLst>
            <a:outerShdw blurRad="152400" dist="38100" dir="5400000" algn="t" rotWithShape="0">
              <a:prstClr val="black">
                <a:alpha val="12000"/>
              </a:prstClr>
            </a:outerShdw>
          </a:effectLst>
        </p:spPr>
      </p:cxnSp>
      <p:cxnSp>
        <p:nvCxnSpPr>
          <p:cNvPr id="76" name="直接箭头连接符 75">
            <a:extLst>
              <a:ext uri="{FF2B5EF4-FFF2-40B4-BE49-F238E27FC236}">
                <a16:creationId xmlns="" xmlns:a16="http://schemas.microsoft.com/office/drawing/2014/main" id="{AA906D00-6A37-4E3C-844F-9AFBEFB9CD58}"/>
              </a:ext>
            </a:extLst>
          </p:cNvPr>
          <p:cNvCxnSpPr>
            <a:cxnSpLocks/>
          </p:cNvCxnSpPr>
          <p:nvPr/>
        </p:nvCxnSpPr>
        <p:spPr>
          <a:xfrm>
            <a:off x="7940367" y="3388180"/>
            <a:ext cx="523427" cy="0"/>
          </a:xfrm>
          <a:prstGeom prst="straightConnector1">
            <a:avLst/>
          </a:prstGeom>
          <a:noFill/>
          <a:ln w="25400" cap="flat" cmpd="sng" algn="ctr">
            <a:solidFill>
              <a:srgbClr val="00B0F0"/>
            </a:solidFill>
            <a:prstDash val="solid"/>
            <a:headEnd type="triangle" w="med" len="med"/>
            <a:tailEnd type="none" w="med" len="med"/>
          </a:ln>
          <a:effectLst>
            <a:outerShdw blurRad="152400" dist="38100" dir="5400000" algn="t" rotWithShape="0">
              <a:prstClr val="black">
                <a:alpha val="12000"/>
              </a:prstClr>
            </a:outerShdw>
          </a:effectLst>
        </p:spPr>
      </p:cxnSp>
      <p:sp>
        <p:nvSpPr>
          <p:cNvPr id="77" name="梯形 2"/>
          <p:cNvSpPr/>
          <p:nvPr/>
        </p:nvSpPr>
        <p:spPr>
          <a:xfrm>
            <a:off x="3884495" y="4365104"/>
            <a:ext cx="2814018" cy="397340"/>
          </a:xfrm>
          <a:custGeom>
            <a:avLst/>
            <a:gdLst>
              <a:gd name="connsiteX0" fmla="*/ 0 w 6840000"/>
              <a:gd name="connsiteY0" fmla="*/ 726886 h 726886"/>
              <a:gd name="connsiteX1" fmla="*/ 1804458 w 6840000"/>
              <a:gd name="connsiteY1" fmla="*/ 0 h 726886"/>
              <a:gd name="connsiteX2" fmla="*/ 5035542 w 6840000"/>
              <a:gd name="connsiteY2" fmla="*/ 0 h 726886"/>
              <a:gd name="connsiteX3" fmla="*/ 6840000 w 6840000"/>
              <a:gd name="connsiteY3" fmla="*/ 726886 h 726886"/>
              <a:gd name="connsiteX4" fmla="*/ 0 w 6840000"/>
              <a:gd name="connsiteY4" fmla="*/ 726886 h 726886"/>
              <a:gd name="connsiteX0" fmla="*/ 0 w 6840000"/>
              <a:gd name="connsiteY0" fmla="*/ 734506 h 734506"/>
              <a:gd name="connsiteX1" fmla="*/ 1804458 w 6840000"/>
              <a:gd name="connsiteY1" fmla="*/ 7620 h 734506"/>
              <a:gd name="connsiteX2" fmla="*/ 2901942 w 6840000"/>
              <a:gd name="connsiteY2" fmla="*/ 0 h 734506"/>
              <a:gd name="connsiteX3" fmla="*/ 6840000 w 6840000"/>
              <a:gd name="connsiteY3" fmla="*/ 734506 h 734506"/>
              <a:gd name="connsiteX4" fmla="*/ 0 w 6840000"/>
              <a:gd name="connsiteY4" fmla="*/ 734506 h 734506"/>
              <a:gd name="connsiteX0" fmla="*/ 75808 w 5035541"/>
              <a:gd name="connsiteY0" fmla="*/ 728528 h 734506"/>
              <a:gd name="connsiteX1" fmla="*/ -1 w 5035541"/>
              <a:gd name="connsiteY1" fmla="*/ 7620 h 734506"/>
              <a:gd name="connsiteX2" fmla="*/ 1097483 w 5035541"/>
              <a:gd name="connsiteY2" fmla="*/ 0 h 734506"/>
              <a:gd name="connsiteX3" fmla="*/ 5035541 w 5035541"/>
              <a:gd name="connsiteY3" fmla="*/ 734506 h 734506"/>
              <a:gd name="connsiteX4" fmla="*/ 75808 w 5035541"/>
              <a:gd name="connsiteY4" fmla="*/ 728528 h 734506"/>
              <a:gd name="connsiteX0" fmla="*/ 1 w 4959734"/>
              <a:gd name="connsiteY0" fmla="*/ 728528 h 734506"/>
              <a:gd name="connsiteX1" fmla="*/ 9542 w 4959734"/>
              <a:gd name="connsiteY1" fmla="*/ 1430 h 734506"/>
              <a:gd name="connsiteX2" fmla="*/ 1021676 w 4959734"/>
              <a:gd name="connsiteY2" fmla="*/ 0 h 734506"/>
              <a:gd name="connsiteX3" fmla="*/ 4959734 w 4959734"/>
              <a:gd name="connsiteY3" fmla="*/ 734506 h 734506"/>
              <a:gd name="connsiteX4" fmla="*/ 1 w 4959734"/>
              <a:gd name="connsiteY4" fmla="*/ 728528 h 734506"/>
              <a:gd name="connsiteX0" fmla="*/ 1 w 6247746"/>
              <a:gd name="connsiteY0" fmla="*/ 728528 h 746889"/>
              <a:gd name="connsiteX1" fmla="*/ 9542 w 6247746"/>
              <a:gd name="connsiteY1" fmla="*/ 1430 h 746889"/>
              <a:gd name="connsiteX2" fmla="*/ 1021676 w 6247746"/>
              <a:gd name="connsiteY2" fmla="*/ 0 h 746889"/>
              <a:gd name="connsiteX3" fmla="*/ 6247746 w 6247746"/>
              <a:gd name="connsiteY3" fmla="*/ 746889 h 746889"/>
              <a:gd name="connsiteX4" fmla="*/ 1 w 6247746"/>
              <a:gd name="connsiteY4" fmla="*/ 728528 h 746889"/>
              <a:gd name="connsiteX0" fmla="*/ 1 w 6399372"/>
              <a:gd name="connsiteY0" fmla="*/ 728528 h 784501"/>
              <a:gd name="connsiteX1" fmla="*/ 9542 w 6399372"/>
              <a:gd name="connsiteY1" fmla="*/ 1430 h 784501"/>
              <a:gd name="connsiteX2" fmla="*/ 1021676 w 6399372"/>
              <a:gd name="connsiteY2" fmla="*/ 0 h 784501"/>
              <a:gd name="connsiteX3" fmla="*/ 6399372 w 6399372"/>
              <a:gd name="connsiteY3" fmla="*/ 784501 h 784501"/>
              <a:gd name="connsiteX4" fmla="*/ 1 w 6399372"/>
              <a:gd name="connsiteY4" fmla="*/ 728528 h 7845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399372" h="784501">
                <a:moveTo>
                  <a:pt x="1" y="728528"/>
                </a:moveTo>
                <a:lnTo>
                  <a:pt x="9542" y="1430"/>
                </a:lnTo>
                <a:lnTo>
                  <a:pt x="1021676" y="0"/>
                </a:lnTo>
                <a:lnTo>
                  <a:pt x="6399372" y="784501"/>
                </a:lnTo>
                <a:lnTo>
                  <a:pt x="1" y="728528"/>
                </a:lnTo>
                <a:close/>
              </a:path>
            </a:pathLst>
          </a:custGeom>
          <a:gradFill>
            <a:gsLst>
              <a:gs pos="100000">
                <a:srgbClr val="F4FBFE"/>
              </a:gs>
              <a:gs pos="0">
                <a:srgbClr val="99DFF9"/>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9" name="Right Arrow 157"/>
          <p:cNvSpPr/>
          <p:nvPr/>
        </p:nvSpPr>
        <p:spPr>
          <a:xfrm>
            <a:off x="6642978" y="5118184"/>
            <a:ext cx="772951" cy="425366"/>
          </a:xfrm>
          <a:prstGeom prst="rightArrow">
            <a:avLst>
              <a:gd name="adj1" fmla="val 40000"/>
              <a:gd name="adj2" fmla="val 50000"/>
            </a:avLst>
          </a:prstGeom>
          <a:gradFill flip="none" rotWithShape="1">
            <a:gsLst>
              <a:gs pos="15000">
                <a:schemeClr val="accent1">
                  <a:lumMod val="5000"/>
                  <a:lumOff val="95000"/>
                  <a:alpha val="0"/>
                </a:schemeClr>
              </a:gs>
              <a:gs pos="81000">
                <a:srgbClr val="FFF2CC"/>
              </a:gs>
            </a:gsLst>
            <a:lin ang="0" scaled="1"/>
            <a:tileRect/>
          </a:gradFill>
          <a:ln w="15875">
            <a:gradFill flip="none" rotWithShape="1">
              <a:gsLst>
                <a:gs pos="11000">
                  <a:schemeClr val="accent1">
                    <a:lumMod val="0"/>
                    <a:lumOff val="100000"/>
                    <a:alpha val="0"/>
                  </a:schemeClr>
                </a:gs>
                <a:gs pos="67000">
                  <a:srgbClr val="FFD17D"/>
                </a:gs>
              </a:gsLst>
              <a:lin ang="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9" name="五边形 58"/>
          <p:cNvSpPr/>
          <p:nvPr/>
        </p:nvSpPr>
        <p:spPr bwMode="auto">
          <a:xfrm>
            <a:off x="7562321" y="126000"/>
            <a:ext cx="899749" cy="213037"/>
          </a:xfrm>
          <a:prstGeom prst="homePlate">
            <a:avLst/>
          </a:prstGeom>
          <a:solidFill>
            <a:srgbClr val="00B0F0"/>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报文介绍</a:t>
            </a:r>
          </a:p>
        </p:txBody>
      </p:sp>
      <p:sp>
        <p:nvSpPr>
          <p:cNvPr id="78" name="燕尾形 77"/>
          <p:cNvSpPr/>
          <p:nvPr/>
        </p:nvSpPr>
        <p:spPr bwMode="auto">
          <a:xfrm>
            <a:off x="8383481" y="126000"/>
            <a:ext cx="1367951" cy="213037"/>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最大活动接口数</a:t>
            </a:r>
          </a:p>
        </p:txBody>
      </p:sp>
      <p:sp>
        <p:nvSpPr>
          <p:cNvPr id="80" name="燕尾形 79"/>
          <p:cNvSpPr/>
          <p:nvPr/>
        </p:nvSpPr>
        <p:spPr bwMode="auto">
          <a:xfrm>
            <a:off x="9667454" y="126000"/>
            <a:ext cx="1223658" cy="213037"/>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活动链路选举</a:t>
            </a:r>
          </a:p>
        </p:txBody>
      </p:sp>
      <p:sp>
        <p:nvSpPr>
          <p:cNvPr id="81" name="燕尾形 80"/>
          <p:cNvSpPr/>
          <p:nvPr/>
        </p:nvSpPr>
        <p:spPr bwMode="auto">
          <a:xfrm>
            <a:off x="10812767" y="126000"/>
            <a:ext cx="1223658" cy="213037"/>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负载分担</a:t>
            </a:r>
          </a:p>
        </p:txBody>
      </p:sp>
    </p:spTree>
    <p:extLst>
      <p:ext uri="{BB962C8B-B14F-4D97-AF65-F5344CB8AC3E}">
        <p14:creationId xmlns:p14="http://schemas.microsoft.com/office/powerpoint/2010/main" val="2036933464"/>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smtClean="0">
                <a:sym typeface="Huawei Sans" panose="020C0503030203020204" pitchFamily="34" charset="0"/>
              </a:rPr>
              <a:t>接口优先级</a:t>
            </a:r>
            <a:endParaRPr lang="zh-CN" altLang="en-US" dirty="0">
              <a:sym typeface="Huawei Sans" panose="020C0503030203020204" pitchFamily="34" charset="0"/>
            </a:endParaRPr>
          </a:p>
        </p:txBody>
      </p:sp>
      <p:sp>
        <p:nvSpPr>
          <p:cNvPr id="6" name="文本占位符 5"/>
          <p:cNvSpPr>
            <a:spLocks noGrp="1"/>
          </p:cNvSpPr>
          <p:nvPr>
            <p:ph type="body" sz="quarter" idx="10"/>
          </p:nvPr>
        </p:nvSpPr>
        <p:spPr/>
        <p:txBody>
          <a:bodyPr/>
          <a:lstStyle/>
          <a:p>
            <a:r>
              <a:rPr lang="zh-CN" altLang="en-US" sz="2000" dirty="0" smtClean="0"/>
              <a:t>选出主动端后，两端都会以主动端的接口优先级来选择活动接口，</a:t>
            </a:r>
            <a:r>
              <a:rPr lang="zh-CN" altLang="en-US" sz="2000" dirty="0" smtClean="0">
                <a:sym typeface="Huawei Sans" panose="020C0503030203020204" pitchFamily="34" charset="0"/>
              </a:rPr>
              <a:t>优先级高的接口将优先被选为活动接口。接口</a:t>
            </a:r>
            <a:r>
              <a:rPr lang="en-US" altLang="zh-CN" sz="2000" dirty="0" smtClean="0">
                <a:sym typeface="Huawei Sans" panose="020C0503030203020204" pitchFamily="34" charset="0"/>
              </a:rPr>
              <a:t>LACP</a:t>
            </a:r>
            <a:r>
              <a:rPr lang="zh-CN" altLang="en-US" sz="2000" dirty="0" smtClean="0">
                <a:sym typeface="Huawei Sans" panose="020C0503030203020204" pitchFamily="34" charset="0"/>
              </a:rPr>
              <a:t>优先级值越小，优先级越高。</a:t>
            </a:r>
          </a:p>
          <a:p>
            <a:endParaRPr lang="zh-CN" altLang="en-US" dirty="0"/>
          </a:p>
        </p:txBody>
      </p:sp>
      <p:graphicFrame>
        <p:nvGraphicFramePr>
          <p:cNvPr id="43" name="表格 42"/>
          <p:cNvGraphicFramePr>
            <a:graphicFrameLocks noGrp="1"/>
          </p:cNvGraphicFramePr>
          <p:nvPr>
            <p:extLst/>
          </p:nvPr>
        </p:nvGraphicFramePr>
        <p:xfrm>
          <a:off x="3884495" y="4761471"/>
          <a:ext cx="2734932" cy="1511412"/>
        </p:xfrm>
        <a:graphic>
          <a:graphicData uri="http://schemas.openxmlformats.org/drawingml/2006/table">
            <a:tbl>
              <a:tblPr firstRow="1" firstCol="1" lastRow="1" lastCol="1" bandRow="1" bandCol="1">
                <a:tableStyleId>{5940675A-B579-460E-94D1-54222C63F5DA}</a:tableStyleId>
              </a:tblPr>
              <a:tblGrid>
                <a:gridCol w="2734932">
                  <a:extLst>
                    <a:ext uri="{9D8B030D-6E8A-4147-A177-3AD203B41FA5}">
                      <a16:colId xmlns="" xmlns:a16="http://schemas.microsoft.com/office/drawing/2014/main" val="20000"/>
                    </a:ext>
                  </a:extLst>
                </a:gridCol>
              </a:tblGrid>
              <a:tr h="251902">
                <a:tc>
                  <a:txBody>
                    <a:bodyPr/>
                    <a:lstStyle/>
                    <a:p>
                      <a:pPr algn="ctr">
                        <a:lnSpc>
                          <a:spcPct val="100000"/>
                        </a:lnSpc>
                        <a:spcAft>
                          <a:spcPts val="0"/>
                        </a:spcAft>
                      </a:pPr>
                      <a:r>
                        <a:rPr lang="en-US" altLang="zh-CN" sz="1200" b="1" kern="100" dirty="0">
                          <a:solidFill>
                            <a:schemeClr val="bg1"/>
                          </a:solidFill>
                          <a:effectLst/>
                          <a:latin typeface="Huawei Sans" panose="020C0503030203020204" pitchFamily="34" charset="0"/>
                          <a:ea typeface="方正兰亭黑简体" panose="02000000000000000000" pitchFamily="2" charset="-122"/>
                          <a:sym typeface="Huawei Sans" panose="020C0503030203020204" pitchFamily="34" charset="0"/>
                        </a:rPr>
                        <a:t>LACPDU</a:t>
                      </a:r>
                      <a:endParaRPr lang="en-US" sz="1200" b="1" kern="100" dirty="0">
                        <a:solidFill>
                          <a:schemeClr val="bg1"/>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43110" marR="43110" marT="0" marB="0"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solidFill>
                      <a:srgbClr val="00B0F0"/>
                    </a:solidFill>
                  </a:tcPr>
                </a:tc>
                <a:extLst>
                  <a:ext uri="{0D108BD9-81ED-4DB2-BD59-A6C34878D82A}">
                    <a16:rowId xmlns="" xmlns:a16="http://schemas.microsoft.com/office/drawing/2014/main" val="10000"/>
                  </a:ext>
                </a:extLst>
              </a:tr>
              <a:tr h="251902">
                <a:tc>
                  <a:txBody>
                    <a:bodyPr/>
                    <a:lstStyle/>
                    <a:p>
                      <a:pPr algn="ctr">
                        <a:lnSpc>
                          <a:spcPct val="100000"/>
                        </a:lnSpc>
                        <a:spcAft>
                          <a:spcPts val="0"/>
                        </a:spcAft>
                      </a:pPr>
                      <a:r>
                        <a:rPr lang="zh-CN" altLang="en-US" sz="1200" kern="100" dirty="0">
                          <a:effectLst/>
                          <a:latin typeface="Huawei Sans" panose="020C0503030203020204" pitchFamily="34" charset="0"/>
                          <a:ea typeface="方正兰亭黑简体" panose="02000000000000000000" pitchFamily="2" charset="-122"/>
                          <a:sym typeface="Huawei Sans" panose="020C0503030203020204" pitchFamily="34" charset="0"/>
                        </a:rPr>
                        <a:t>设备优先级</a:t>
                      </a:r>
                      <a:endParaRPr lang="en-US" sz="1200" kern="100" dirty="0">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43110" marR="43110" marT="0" marB="0"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solidFill>
                      <a:schemeClr val="bg1"/>
                    </a:solidFill>
                  </a:tcPr>
                </a:tc>
                <a:extLst>
                  <a:ext uri="{0D108BD9-81ED-4DB2-BD59-A6C34878D82A}">
                    <a16:rowId xmlns="" xmlns:a16="http://schemas.microsoft.com/office/drawing/2014/main" val="10001"/>
                  </a:ext>
                </a:extLst>
              </a:tr>
              <a:tr h="251902">
                <a:tc>
                  <a:txBody>
                    <a:bodyPr/>
                    <a:lstStyle/>
                    <a:p>
                      <a:pPr algn="ctr">
                        <a:lnSpc>
                          <a:spcPct val="100000"/>
                        </a:lnSpc>
                        <a:spcAft>
                          <a:spcPts val="0"/>
                        </a:spcAft>
                      </a:pPr>
                      <a:r>
                        <a:rPr lang="en-US" altLang="zh-CN" sz="1200" kern="100" dirty="0">
                          <a:effectLst/>
                          <a:latin typeface="Huawei Sans" panose="020C0503030203020204" pitchFamily="34" charset="0"/>
                          <a:ea typeface="方正兰亭黑简体" panose="02000000000000000000" pitchFamily="2" charset="-122"/>
                          <a:sym typeface="Huawei Sans" panose="020C0503030203020204" pitchFamily="34" charset="0"/>
                        </a:rPr>
                        <a:t>MAC</a:t>
                      </a:r>
                      <a:r>
                        <a:rPr lang="zh-CN" altLang="en-US" sz="1200" kern="100" dirty="0">
                          <a:effectLst/>
                          <a:latin typeface="Huawei Sans" panose="020C0503030203020204" pitchFamily="34" charset="0"/>
                          <a:ea typeface="方正兰亭黑简体" panose="02000000000000000000" pitchFamily="2" charset="-122"/>
                          <a:sym typeface="Huawei Sans" panose="020C0503030203020204" pitchFamily="34" charset="0"/>
                        </a:rPr>
                        <a:t>地址</a:t>
                      </a:r>
                      <a:endParaRPr lang="zh-CN" sz="1200" b="0" kern="100" dirty="0">
                        <a:effectLst/>
                        <a:latin typeface="Huawei Sans" panose="020C0503030203020204" pitchFamily="34" charset="0"/>
                        <a:ea typeface="方正兰亭黑简体" panose="02000000000000000000" pitchFamily="2" charset="-122"/>
                        <a:cs typeface="Times New Roman"/>
                        <a:sym typeface="Huawei Sans" panose="020C0503030203020204" pitchFamily="34" charset="0"/>
                      </a:endParaRPr>
                    </a:p>
                  </a:txBody>
                  <a:tcPr marL="43110" marR="43110" marT="0" marB="0"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solidFill>
                      <a:schemeClr val="bg1"/>
                    </a:solidFill>
                  </a:tcPr>
                </a:tc>
                <a:extLst>
                  <a:ext uri="{0D108BD9-81ED-4DB2-BD59-A6C34878D82A}">
                    <a16:rowId xmlns="" xmlns:a16="http://schemas.microsoft.com/office/drawing/2014/main" val="10002"/>
                  </a:ext>
                </a:extLst>
              </a:tr>
              <a:tr h="251902">
                <a:tc>
                  <a:txBody>
                    <a:bodyPr/>
                    <a:lstStyle/>
                    <a:p>
                      <a:pPr algn="ctr">
                        <a:lnSpc>
                          <a:spcPct val="100000"/>
                        </a:lnSpc>
                        <a:spcAft>
                          <a:spcPts val="0"/>
                        </a:spcAft>
                      </a:pPr>
                      <a:r>
                        <a:rPr lang="zh-CN" altLang="en-US" sz="1200" kern="100" dirty="0">
                          <a:effectLst/>
                          <a:latin typeface="Huawei Sans" panose="020C0503030203020204" pitchFamily="34" charset="0"/>
                          <a:ea typeface="方正兰亭黑简体" panose="02000000000000000000" pitchFamily="2" charset="-122"/>
                          <a:sym typeface="Huawei Sans" panose="020C0503030203020204" pitchFamily="34" charset="0"/>
                        </a:rPr>
                        <a:t>接口优先级</a:t>
                      </a:r>
                      <a:endParaRPr lang="zh-CN" sz="1200" b="0" kern="100" dirty="0">
                        <a:effectLst/>
                        <a:latin typeface="Huawei Sans" panose="020C0503030203020204" pitchFamily="34" charset="0"/>
                        <a:ea typeface="方正兰亭黑简体" panose="02000000000000000000" pitchFamily="2" charset="-122"/>
                        <a:cs typeface="Times New Roman"/>
                        <a:sym typeface="Huawei Sans" panose="020C0503030203020204" pitchFamily="34" charset="0"/>
                      </a:endParaRPr>
                    </a:p>
                  </a:txBody>
                  <a:tcPr marL="43110" marR="43110" marT="0" marB="0"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solidFill>
                      <a:schemeClr val="bg1"/>
                    </a:solidFill>
                  </a:tcPr>
                </a:tc>
                <a:extLst>
                  <a:ext uri="{0D108BD9-81ED-4DB2-BD59-A6C34878D82A}">
                    <a16:rowId xmlns="" xmlns:a16="http://schemas.microsoft.com/office/drawing/2014/main" val="10003"/>
                  </a:ext>
                </a:extLst>
              </a:tr>
              <a:tr h="251902">
                <a:tc>
                  <a:txBody>
                    <a:bodyPr/>
                    <a:lstStyle/>
                    <a:p>
                      <a:pPr algn="ctr">
                        <a:lnSpc>
                          <a:spcPct val="100000"/>
                        </a:lnSpc>
                        <a:spcAft>
                          <a:spcPts val="0"/>
                        </a:spcAft>
                      </a:pPr>
                      <a:r>
                        <a:rPr lang="zh-CN" altLang="en-US" sz="1200" kern="100" dirty="0">
                          <a:effectLst/>
                          <a:latin typeface="Huawei Sans" panose="020C0503030203020204" pitchFamily="34" charset="0"/>
                          <a:ea typeface="方正兰亭黑简体" panose="02000000000000000000" pitchFamily="2" charset="-122"/>
                          <a:sym typeface="Huawei Sans" panose="020C0503030203020204" pitchFamily="34" charset="0"/>
                        </a:rPr>
                        <a:t>接口号</a:t>
                      </a:r>
                      <a:endParaRPr lang="zh-CN" sz="1200" b="0" kern="100" dirty="0">
                        <a:effectLst/>
                        <a:latin typeface="Huawei Sans" panose="020C0503030203020204" pitchFamily="34" charset="0"/>
                        <a:ea typeface="方正兰亭黑简体" panose="02000000000000000000" pitchFamily="2" charset="-122"/>
                        <a:cs typeface="Times New Roman"/>
                        <a:sym typeface="Huawei Sans" panose="020C0503030203020204" pitchFamily="34" charset="0"/>
                      </a:endParaRPr>
                    </a:p>
                  </a:txBody>
                  <a:tcPr marL="43110" marR="43110" marT="0" marB="0"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solidFill>
                      <a:schemeClr val="bg1"/>
                    </a:solidFill>
                  </a:tcPr>
                </a:tc>
                <a:extLst>
                  <a:ext uri="{0D108BD9-81ED-4DB2-BD59-A6C34878D82A}">
                    <a16:rowId xmlns="" xmlns:a16="http://schemas.microsoft.com/office/drawing/2014/main" val="10004"/>
                  </a:ext>
                </a:extLst>
              </a:tr>
              <a:tr h="251902">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kern="100" dirty="0">
                          <a:effectLst/>
                          <a:latin typeface="Huawei Sans" panose="020C0503030203020204" pitchFamily="34" charset="0"/>
                          <a:ea typeface="方正兰亭黑简体" panose="02000000000000000000" pitchFamily="2" charset="-122"/>
                          <a:sym typeface="Huawei Sans" panose="020C0503030203020204" pitchFamily="34" charset="0"/>
                        </a:rPr>
                        <a:t>……</a:t>
                      </a:r>
                    </a:p>
                  </a:txBody>
                  <a:tcPr marL="43110" marR="43110" marT="0" marB="0"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solidFill>
                      <a:schemeClr val="bg1"/>
                    </a:solidFill>
                  </a:tcPr>
                </a:tc>
                <a:extLst>
                  <a:ext uri="{0D108BD9-81ED-4DB2-BD59-A6C34878D82A}">
                    <a16:rowId xmlns="" xmlns:a16="http://schemas.microsoft.com/office/drawing/2014/main" val="10005"/>
                  </a:ext>
                </a:extLst>
              </a:tr>
            </a:tbl>
          </a:graphicData>
        </a:graphic>
      </p:graphicFrame>
      <p:sp>
        <p:nvSpPr>
          <p:cNvPr id="46" name="圆角矩形 45"/>
          <p:cNvSpPr/>
          <p:nvPr/>
        </p:nvSpPr>
        <p:spPr>
          <a:xfrm>
            <a:off x="2629703" y="2943539"/>
            <a:ext cx="902509" cy="1580965"/>
          </a:xfrm>
          <a:prstGeom prst="roundRect">
            <a:avLst>
              <a:gd name="adj" fmla="val 7243"/>
            </a:avLst>
          </a:prstGeom>
          <a:solidFill>
            <a:srgbClr val="F4FBFE"/>
          </a:solidFill>
          <a:ln w="9525" cap="flat" cmpd="sng" algn="ctr">
            <a:solidFill>
              <a:srgbClr val="99DFF9"/>
            </a:solidFill>
            <a:prstDash val="solid"/>
          </a:ln>
          <a:effectLst/>
        </p:spPr>
        <p:txBody>
          <a:bodyPr rtlCol="0" anchor="ctr"/>
          <a:lstStyle/>
          <a:p>
            <a:pPr algn="ctr" defTabSz="914034" fontAlgn="t">
              <a:spcBef>
                <a:spcPct val="0"/>
              </a:spcBef>
              <a:spcAft>
                <a:spcPct val="0"/>
              </a:spcAft>
              <a:defRPr/>
            </a:pP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0" name="圆角矩形 49"/>
          <p:cNvSpPr/>
          <p:nvPr/>
        </p:nvSpPr>
        <p:spPr>
          <a:xfrm>
            <a:off x="8677640" y="2943539"/>
            <a:ext cx="902509" cy="1580965"/>
          </a:xfrm>
          <a:prstGeom prst="roundRect">
            <a:avLst>
              <a:gd name="adj" fmla="val 7243"/>
            </a:avLst>
          </a:prstGeom>
          <a:solidFill>
            <a:srgbClr val="F4FBFE"/>
          </a:solidFill>
          <a:ln w="9525" cap="flat" cmpd="sng" algn="ctr">
            <a:solidFill>
              <a:srgbClr val="99DFF9"/>
            </a:solidFill>
            <a:prstDash val="solid"/>
          </a:ln>
          <a:effectLst/>
        </p:spPr>
        <p:txBody>
          <a:bodyPr rtlCol="0" anchor="ctr"/>
          <a:lstStyle/>
          <a:p>
            <a:pPr algn="ctr" defTabSz="914034" fontAlgn="t">
              <a:spcBef>
                <a:spcPct val="0"/>
              </a:spcBef>
              <a:spcAft>
                <a:spcPct val="0"/>
              </a:spcAft>
              <a:defRPr/>
            </a:pP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1" name="矩形 50"/>
          <p:cNvSpPr/>
          <p:nvPr/>
        </p:nvSpPr>
        <p:spPr>
          <a:xfrm>
            <a:off x="2550915" y="2926768"/>
            <a:ext cx="663115" cy="307657"/>
          </a:xfrm>
          <a:prstGeom prst="rect">
            <a:avLst/>
          </a:prstGeom>
        </p:spPr>
        <p:txBody>
          <a:bodyPr wrap="square">
            <a:spAutoFit/>
          </a:bodyPr>
          <a:lstStyle/>
          <a:p>
            <a:pPr algn="ctr"/>
            <a:r>
              <a:rPr lang="en-US" altLang="zh-CN" sz="1399" b="1" dirty="0">
                <a:latin typeface="Huawei Sans" panose="020C0503030203020204" pitchFamily="34" charset="0"/>
                <a:ea typeface="方正兰亭黑简体" panose="02000000000000000000" pitchFamily="2" charset="-122"/>
                <a:sym typeface="Huawei Sans" panose="020C0503030203020204" pitchFamily="34" charset="0"/>
              </a:rPr>
              <a:t>SW1</a:t>
            </a:r>
            <a:endParaRPr lang="zh-CN" altLang="en-US" sz="1399"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2" name="矩形 51"/>
          <p:cNvSpPr/>
          <p:nvPr/>
        </p:nvSpPr>
        <p:spPr>
          <a:xfrm>
            <a:off x="8917034" y="2940985"/>
            <a:ext cx="663115" cy="307657"/>
          </a:xfrm>
          <a:prstGeom prst="rect">
            <a:avLst/>
          </a:prstGeom>
        </p:spPr>
        <p:txBody>
          <a:bodyPr wrap="square">
            <a:spAutoFit/>
          </a:bodyPr>
          <a:lstStyle/>
          <a:p>
            <a:pPr algn="ctr"/>
            <a:r>
              <a:rPr lang="en-US" altLang="zh-CN" sz="1399" b="1" dirty="0">
                <a:latin typeface="Huawei Sans" panose="020C0503030203020204" pitchFamily="34" charset="0"/>
                <a:ea typeface="方正兰亭黑简体" panose="02000000000000000000" pitchFamily="2" charset="-122"/>
                <a:sym typeface="Huawei Sans" panose="020C0503030203020204" pitchFamily="34" charset="0"/>
              </a:rPr>
              <a:t>SW2</a:t>
            </a:r>
            <a:endParaRPr lang="zh-CN" altLang="en-US" sz="1399"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3" name="圆角矩形 52"/>
          <p:cNvSpPr/>
          <p:nvPr/>
        </p:nvSpPr>
        <p:spPr bwMode="auto">
          <a:xfrm>
            <a:off x="3160160" y="3153372"/>
            <a:ext cx="359859" cy="1192428"/>
          </a:xfrm>
          <a:prstGeom prst="roundRect">
            <a:avLst>
              <a:gd name="adj" fmla="val 3521"/>
            </a:avLst>
          </a:prstGeom>
          <a:solidFill>
            <a:schemeClr val="bg1"/>
          </a:solidFill>
          <a:ln w="12700" cap="flat" cmpd="sng" algn="ctr">
            <a:solidFill>
              <a:schemeClr val="bg1">
                <a:lumMod val="50000"/>
              </a:schemeClr>
            </a:solidFill>
            <a:prstDash val="solid"/>
            <a:round/>
            <a:headEnd type="none" w="med" len="med"/>
            <a:tailEnd type="none" w="med" len="med"/>
          </a:ln>
          <a:effectLst/>
        </p:spPr>
        <p:txBody>
          <a:bodyPr vert="horz" wrap="square" lIns="91404" tIns="45702" rIns="91404" bIns="45702" numCol="1" rtlCol="0" anchor="t" anchorCtr="0" compatLnSpc="1">
            <a:prstTxWarp prst="textNoShape">
              <a:avLst/>
            </a:prstTxWarp>
          </a:bodyPr>
          <a:lstStyle/>
          <a:p>
            <a:pPr defTabSz="914034" fontAlgn="t">
              <a:spcBef>
                <a:spcPct val="0"/>
              </a:spcBef>
              <a:spcAft>
                <a:spcPct val="0"/>
              </a:spcAft>
            </a:pPr>
            <a:endParaRPr lang="zh-CN" altLang="en-US" sz="1000">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2" name="组合 1"/>
          <p:cNvGrpSpPr/>
          <p:nvPr/>
        </p:nvGrpSpPr>
        <p:grpSpPr>
          <a:xfrm>
            <a:off x="4915639" y="3248643"/>
            <a:ext cx="2500290" cy="1097157"/>
            <a:chOff x="4917558" y="3349938"/>
            <a:chExt cx="2501267" cy="827519"/>
          </a:xfrm>
          <a:solidFill>
            <a:srgbClr val="F4FBFE"/>
          </a:solidFill>
        </p:grpSpPr>
        <p:sp>
          <p:nvSpPr>
            <p:cNvPr id="55" name="任意多边形: 形状 67">
              <a:extLst>
                <a:ext uri="{FF2B5EF4-FFF2-40B4-BE49-F238E27FC236}">
                  <a16:creationId xmlns="" xmlns:a16="http://schemas.microsoft.com/office/drawing/2014/main" id="{DDE7F5E3-EC99-4B98-9942-9CF564C3EC09}"/>
                </a:ext>
              </a:extLst>
            </p:cNvPr>
            <p:cNvSpPr/>
            <p:nvPr/>
          </p:nvSpPr>
          <p:spPr>
            <a:xfrm flipH="1">
              <a:off x="4917558" y="3349938"/>
              <a:ext cx="2381437" cy="827519"/>
            </a:xfrm>
            <a:custGeom>
              <a:avLst/>
              <a:gdLst>
                <a:gd name="connsiteX0" fmla="*/ 0 w 1703698"/>
                <a:gd name="connsiteY0" fmla="*/ 0 h 627538"/>
                <a:gd name="connsiteX1" fmla="*/ 1572253 w 1703698"/>
                <a:gd name="connsiteY1" fmla="*/ 0 h 627538"/>
                <a:gd name="connsiteX2" fmla="*/ 1703698 w 1703698"/>
                <a:gd name="connsiteY2" fmla="*/ 313769 h 627538"/>
                <a:gd name="connsiteX3" fmla="*/ 1572253 w 1703698"/>
                <a:gd name="connsiteY3" fmla="*/ 627538 h 627538"/>
                <a:gd name="connsiteX4" fmla="*/ 1572249 w 1703698"/>
                <a:gd name="connsiteY4" fmla="*/ 627537 h 627538"/>
                <a:gd name="connsiteX5" fmla="*/ 0 w 1703698"/>
                <a:gd name="connsiteY5" fmla="*/ 627537 h 627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03698" h="627538">
                  <a:moveTo>
                    <a:pt x="0" y="0"/>
                  </a:moveTo>
                  <a:lnTo>
                    <a:pt x="1572253" y="0"/>
                  </a:lnTo>
                  <a:cubicBezTo>
                    <a:pt x="1644848" y="0"/>
                    <a:pt x="1703698" y="140479"/>
                    <a:pt x="1703698" y="313769"/>
                  </a:cubicBezTo>
                  <a:cubicBezTo>
                    <a:pt x="1703698" y="487059"/>
                    <a:pt x="1644848" y="627538"/>
                    <a:pt x="1572253" y="627538"/>
                  </a:cubicBezTo>
                  <a:lnTo>
                    <a:pt x="1572249" y="627537"/>
                  </a:lnTo>
                  <a:lnTo>
                    <a:pt x="0" y="627537"/>
                  </a:lnTo>
                  <a:close/>
                </a:path>
              </a:pathLst>
            </a:custGeom>
            <a:grpFill/>
            <a:ln w="12700">
              <a:solidFill>
                <a:srgbClr val="99DFF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6" name="椭圆 55">
              <a:extLst>
                <a:ext uri="{FF2B5EF4-FFF2-40B4-BE49-F238E27FC236}">
                  <a16:creationId xmlns="" xmlns:a16="http://schemas.microsoft.com/office/drawing/2014/main" id="{7EEDE773-BD04-46B5-ACD7-D793E0BC1578}"/>
                </a:ext>
              </a:extLst>
            </p:cNvPr>
            <p:cNvSpPr/>
            <p:nvPr/>
          </p:nvSpPr>
          <p:spPr>
            <a:xfrm>
              <a:off x="7179162" y="3349938"/>
              <a:ext cx="239663" cy="827519"/>
            </a:xfrm>
            <a:prstGeom prst="ellipse">
              <a:avLst/>
            </a:prstGeom>
            <a:grpFill/>
            <a:ln w="12700">
              <a:solidFill>
                <a:srgbClr val="99DFF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58" name="圆角矩形 57"/>
          <p:cNvSpPr/>
          <p:nvPr/>
        </p:nvSpPr>
        <p:spPr bwMode="auto">
          <a:xfrm>
            <a:off x="8692468" y="3153372"/>
            <a:ext cx="359859" cy="1192428"/>
          </a:xfrm>
          <a:prstGeom prst="roundRect">
            <a:avLst>
              <a:gd name="adj" fmla="val 3521"/>
            </a:avLst>
          </a:prstGeom>
          <a:solidFill>
            <a:schemeClr val="bg1"/>
          </a:solidFill>
          <a:ln w="12700" cap="flat" cmpd="sng" algn="ctr">
            <a:solidFill>
              <a:schemeClr val="bg1">
                <a:lumMod val="50000"/>
              </a:schemeClr>
            </a:solidFill>
            <a:prstDash val="solid"/>
            <a:round/>
            <a:headEnd type="none" w="med" len="med"/>
            <a:tailEnd type="none" w="med" len="med"/>
          </a:ln>
          <a:effectLst/>
        </p:spPr>
        <p:txBody>
          <a:bodyPr vert="horz" wrap="square" lIns="91404" tIns="45702" rIns="91404" bIns="45702" numCol="1" rtlCol="0" anchor="t" anchorCtr="0" compatLnSpc="1">
            <a:prstTxWarp prst="textNoShape">
              <a:avLst/>
            </a:prstTxWarp>
          </a:bodyPr>
          <a:lstStyle/>
          <a:p>
            <a:pPr defTabSz="914034" fontAlgn="t">
              <a:spcBef>
                <a:spcPct val="0"/>
              </a:spcBef>
              <a:spcAft>
                <a:spcPct val="0"/>
              </a:spcAft>
            </a:pPr>
            <a:endParaRPr lang="zh-CN" altLang="en-US" sz="1000">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59" name="组合 58"/>
          <p:cNvGrpSpPr/>
          <p:nvPr/>
        </p:nvGrpSpPr>
        <p:grpSpPr>
          <a:xfrm>
            <a:off x="3415791" y="3482322"/>
            <a:ext cx="5379753" cy="215916"/>
            <a:chOff x="3417125" y="3322323"/>
            <a:chExt cx="5381854" cy="216000"/>
          </a:xfrm>
        </p:grpSpPr>
        <p:sp>
          <p:nvSpPr>
            <p:cNvPr id="76" name="椭圆 75">
              <a:extLst>
                <a:ext uri="{FF2B5EF4-FFF2-40B4-BE49-F238E27FC236}">
                  <a16:creationId xmlns="" xmlns:a16="http://schemas.microsoft.com/office/drawing/2014/main" id="{7DBB15C3-7119-4BF5-AC36-6F6AFF9EB213}"/>
                </a:ext>
              </a:extLst>
            </p:cNvPr>
            <p:cNvSpPr/>
            <p:nvPr/>
          </p:nvSpPr>
          <p:spPr>
            <a:xfrm>
              <a:off x="3417125" y="3322323"/>
              <a:ext cx="216000" cy="216000"/>
            </a:xfrm>
            <a:prstGeom prst="ellipse">
              <a:avLst/>
            </a:prstGeom>
            <a:solidFill>
              <a:srgbClr val="8CCAA1"/>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100" b="1" dirty="0" smtClea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S</a:t>
              </a:r>
              <a:endParaRPr lang="zh-CN" altLang="en-US" sz="11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7" name="椭圆 76">
              <a:extLst>
                <a:ext uri="{FF2B5EF4-FFF2-40B4-BE49-F238E27FC236}">
                  <a16:creationId xmlns="" xmlns:a16="http://schemas.microsoft.com/office/drawing/2014/main" id="{7DBB15C3-7119-4BF5-AC36-6F6AFF9EB213}"/>
                </a:ext>
              </a:extLst>
            </p:cNvPr>
            <p:cNvSpPr/>
            <p:nvPr/>
          </p:nvSpPr>
          <p:spPr>
            <a:xfrm>
              <a:off x="8582979" y="3322323"/>
              <a:ext cx="216000" cy="216000"/>
            </a:xfrm>
            <a:prstGeom prst="ellipse">
              <a:avLst/>
            </a:prstGeom>
            <a:solidFill>
              <a:srgbClr val="8CCAA1"/>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100" b="1" dirty="0" smtClea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S</a:t>
              </a:r>
              <a:endParaRPr lang="zh-CN" altLang="en-US" sz="11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78" name="直接连接符 77"/>
            <p:cNvCxnSpPr>
              <a:stCxn id="77" idx="2"/>
              <a:endCxn id="76" idx="6"/>
            </p:cNvCxnSpPr>
            <p:nvPr/>
          </p:nvCxnSpPr>
          <p:spPr bwMode="auto">
            <a:xfrm flipH="1">
              <a:off x="3633125" y="3430323"/>
              <a:ext cx="4949854" cy="0"/>
            </a:xfrm>
            <a:prstGeom prst="line">
              <a:avLst/>
            </a:prstGeom>
            <a:solidFill>
              <a:schemeClr val="accent1"/>
            </a:solidFill>
            <a:ln w="19050" cap="flat" cmpd="sng" algn="ctr">
              <a:solidFill>
                <a:schemeClr val="tx1"/>
              </a:solidFill>
              <a:prstDash val="solid"/>
              <a:round/>
              <a:headEnd type="none" w="med" len="med"/>
              <a:tailEnd type="none" w="med" len="med"/>
            </a:ln>
            <a:effectLst/>
          </p:spPr>
        </p:cxnSp>
      </p:grpSp>
      <p:grpSp>
        <p:nvGrpSpPr>
          <p:cNvPr id="79" name="组合 78"/>
          <p:cNvGrpSpPr/>
          <p:nvPr/>
        </p:nvGrpSpPr>
        <p:grpSpPr>
          <a:xfrm>
            <a:off x="3415791" y="3778699"/>
            <a:ext cx="5379753" cy="215916"/>
            <a:chOff x="3417125" y="3618816"/>
            <a:chExt cx="5381854" cy="216000"/>
          </a:xfrm>
        </p:grpSpPr>
        <p:cxnSp>
          <p:nvCxnSpPr>
            <p:cNvPr id="80" name="直接连接符 79"/>
            <p:cNvCxnSpPr>
              <a:stCxn id="93" idx="2"/>
              <a:endCxn id="81" idx="6"/>
            </p:cNvCxnSpPr>
            <p:nvPr/>
          </p:nvCxnSpPr>
          <p:spPr bwMode="auto">
            <a:xfrm flipH="1">
              <a:off x="3633125" y="3726816"/>
              <a:ext cx="4949854" cy="0"/>
            </a:xfrm>
            <a:prstGeom prst="line">
              <a:avLst/>
            </a:prstGeom>
            <a:solidFill>
              <a:schemeClr val="accent1"/>
            </a:solidFill>
            <a:ln w="19050" cap="flat" cmpd="sng" algn="ctr">
              <a:solidFill>
                <a:schemeClr val="tx1"/>
              </a:solidFill>
              <a:prstDash val="solid"/>
              <a:round/>
              <a:headEnd type="none" w="med" len="med"/>
              <a:tailEnd type="none" w="med" len="med"/>
            </a:ln>
            <a:effectLst/>
          </p:spPr>
        </p:cxnSp>
        <p:sp>
          <p:nvSpPr>
            <p:cNvPr id="81" name="椭圆 80">
              <a:extLst>
                <a:ext uri="{FF2B5EF4-FFF2-40B4-BE49-F238E27FC236}">
                  <a16:creationId xmlns="" xmlns:a16="http://schemas.microsoft.com/office/drawing/2014/main" id="{7DBB15C3-7119-4BF5-AC36-6F6AFF9EB213}"/>
                </a:ext>
              </a:extLst>
            </p:cNvPr>
            <p:cNvSpPr/>
            <p:nvPr/>
          </p:nvSpPr>
          <p:spPr>
            <a:xfrm>
              <a:off x="3417125" y="3618816"/>
              <a:ext cx="216000" cy="216000"/>
            </a:xfrm>
            <a:prstGeom prst="ellipse">
              <a:avLst/>
            </a:prstGeom>
            <a:solidFill>
              <a:srgbClr val="8CCAA1"/>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100" b="1" dirty="0" smtClea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S</a:t>
              </a:r>
              <a:endParaRPr lang="zh-CN" altLang="en-US" sz="11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3" name="椭圆 92">
              <a:extLst>
                <a:ext uri="{FF2B5EF4-FFF2-40B4-BE49-F238E27FC236}">
                  <a16:creationId xmlns="" xmlns:a16="http://schemas.microsoft.com/office/drawing/2014/main" id="{7DBB15C3-7119-4BF5-AC36-6F6AFF9EB213}"/>
                </a:ext>
              </a:extLst>
            </p:cNvPr>
            <p:cNvSpPr/>
            <p:nvPr/>
          </p:nvSpPr>
          <p:spPr>
            <a:xfrm>
              <a:off x="8582979" y="3618816"/>
              <a:ext cx="216000" cy="216000"/>
            </a:xfrm>
            <a:prstGeom prst="ellipse">
              <a:avLst/>
            </a:prstGeom>
            <a:solidFill>
              <a:srgbClr val="8CCAA1"/>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100" b="1" dirty="0" smtClea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S</a:t>
              </a:r>
              <a:endParaRPr lang="zh-CN" altLang="en-US" sz="11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nvGrpSpPr>
          <p:cNvPr id="95" name="组合 94"/>
          <p:cNvGrpSpPr/>
          <p:nvPr/>
        </p:nvGrpSpPr>
        <p:grpSpPr>
          <a:xfrm>
            <a:off x="3415791" y="4121206"/>
            <a:ext cx="5379753" cy="215916"/>
            <a:chOff x="3417125" y="3961457"/>
            <a:chExt cx="5381854" cy="216000"/>
          </a:xfrm>
        </p:grpSpPr>
        <p:cxnSp>
          <p:nvCxnSpPr>
            <p:cNvPr id="96" name="直接连接符 95"/>
            <p:cNvCxnSpPr>
              <a:stCxn id="102" idx="2"/>
              <a:endCxn id="101" idx="6"/>
            </p:cNvCxnSpPr>
            <p:nvPr/>
          </p:nvCxnSpPr>
          <p:spPr bwMode="auto">
            <a:xfrm flipH="1">
              <a:off x="3633125" y="4069457"/>
              <a:ext cx="4949854" cy="0"/>
            </a:xfrm>
            <a:prstGeom prst="line">
              <a:avLst/>
            </a:prstGeom>
            <a:solidFill>
              <a:schemeClr val="accent1"/>
            </a:solidFill>
            <a:ln w="19050" cap="flat" cmpd="sng" algn="ctr">
              <a:solidFill>
                <a:schemeClr val="tx1"/>
              </a:solidFill>
              <a:prstDash val="solid"/>
              <a:round/>
              <a:headEnd type="none" w="med" len="med"/>
              <a:tailEnd type="none" w="med" len="med"/>
            </a:ln>
            <a:effectLst/>
          </p:spPr>
        </p:cxnSp>
        <p:sp>
          <p:nvSpPr>
            <p:cNvPr id="101" name="椭圆 100">
              <a:extLst>
                <a:ext uri="{FF2B5EF4-FFF2-40B4-BE49-F238E27FC236}">
                  <a16:creationId xmlns="" xmlns:a16="http://schemas.microsoft.com/office/drawing/2014/main" id="{7DBB15C3-7119-4BF5-AC36-6F6AFF9EB213}"/>
                </a:ext>
              </a:extLst>
            </p:cNvPr>
            <p:cNvSpPr/>
            <p:nvPr/>
          </p:nvSpPr>
          <p:spPr>
            <a:xfrm>
              <a:off x="3417125" y="3961457"/>
              <a:ext cx="216000" cy="216000"/>
            </a:xfrm>
            <a:prstGeom prst="ellipse">
              <a:avLst/>
            </a:prstGeom>
            <a:solidFill>
              <a:srgbClr val="8CCAA1"/>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100" b="1" dirty="0" smtClea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S</a:t>
              </a:r>
              <a:endParaRPr lang="zh-CN" altLang="en-US" sz="11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2" name="椭圆 101">
              <a:extLst>
                <a:ext uri="{FF2B5EF4-FFF2-40B4-BE49-F238E27FC236}">
                  <a16:creationId xmlns="" xmlns:a16="http://schemas.microsoft.com/office/drawing/2014/main" id="{7DBB15C3-7119-4BF5-AC36-6F6AFF9EB213}"/>
                </a:ext>
              </a:extLst>
            </p:cNvPr>
            <p:cNvSpPr/>
            <p:nvPr/>
          </p:nvSpPr>
          <p:spPr>
            <a:xfrm>
              <a:off x="8582979" y="3961457"/>
              <a:ext cx="216000" cy="216000"/>
            </a:xfrm>
            <a:prstGeom prst="ellipse">
              <a:avLst/>
            </a:prstGeom>
            <a:solidFill>
              <a:srgbClr val="8CCAA1"/>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100" b="1" dirty="0" smtClea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S</a:t>
              </a:r>
              <a:endParaRPr lang="zh-CN" altLang="en-US" sz="11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104" name="TextBox 77"/>
          <p:cNvSpPr txBox="1"/>
          <p:nvPr/>
        </p:nvSpPr>
        <p:spPr bwMode="auto">
          <a:xfrm>
            <a:off x="3154461" y="3137328"/>
            <a:ext cx="262697" cy="1208472"/>
          </a:xfrm>
          <a:prstGeom prst="rect">
            <a:avLst/>
          </a:prstGeom>
          <a:noFill/>
          <a:ln w="9525">
            <a:noFill/>
            <a:miter lim="800000"/>
            <a:headEnd/>
            <a:tailEnd/>
          </a:ln>
        </p:spPr>
        <p:txBody>
          <a:bodyPr wrap="square" lIns="99941" tIns="49966" rIns="99941" bIns="49966" rtlCol="0">
            <a:spAutoFit/>
          </a:bodyPr>
          <a:lstStyle/>
          <a:p>
            <a:pPr algn="ctr" defTabSz="1001248" eaLnBrk="0" hangingPunct="0"/>
            <a:r>
              <a:rPr lang="zh-CN" altLang="en-US" sz="1200" dirty="0">
                <a:solidFill>
                  <a:srgbClr val="000000"/>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链路聚合接口</a:t>
            </a:r>
            <a:endParaRPr lang="en-US" altLang="zh-CN" sz="1200" dirty="0">
              <a:solidFill>
                <a:srgbClr val="000000"/>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sp>
        <p:nvSpPr>
          <p:cNvPr id="105" name="TextBox 77"/>
          <p:cNvSpPr txBox="1"/>
          <p:nvPr/>
        </p:nvSpPr>
        <p:spPr bwMode="auto">
          <a:xfrm>
            <a:off x="8799301" y="3146987"/>
            <a:ext cx="262697" cy="1208472"/>
          </a:xfrm>
          <a:prstGeom prst="rect">
            <a:avLst/>
          </a:prstGeom>
          <a:noFill/>
          <a:ln w="9525">
            <a:noFill/>
            <a:miter lim="800000"/>
            <a:headEnd/>
            <a:tailEnd/>
          </a:ln>
        </p:spPr>
        <p:txBody>
          <a:bodyPr wrap="square" lIns="99941" tIns="49966" rIns="99941" bIns="49966" rtlCol="0">
            <a:spAutoFit/>
          </a:bodyPr>
          <a:lstStyle/>
          <a:p>
            <a:pPr algn="ctr" defTabSz="1001248" eaLnBrk="0" hangingPunct="0"/>
            <a:r>
              <a:rPr lang="zh-CN" altLang="en-US" sz="1200" smtClean="0">
                <a:solidFill>
                  <a:srgbClr val="000000"/>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链路聚合</a:t>
            </a:r>
            <a:r>
              <a:rPr lang="zh-CN" altLang="en-US" sz="1200" dirty="0">
                <a:solidFill>
                  <a:srgbClr val="000000"/>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接口</a:t>
            </a:r>
            <a:endParaRPr lang="en-US" altLang="zh-CN" sz="1200" dirty="0">
              <a:solidFill>
                <a:srgbClr val="000000"/>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cxnSp>
        <p:nvCxnSpPr>
          <p:cNvPr id="106" name="直接箭头连接符 105">
            <a:extLst>
              <a:ext uri="{FF2B5EF4-FFF2-40B4-BE49-F238E27FC236}">
                <a16:creationId xmlns="" xmlns:a16="http://schemas.microsoft.com/office/drawing/2014/main" id="{AA906D00-6A37-4E3C-844F-9AFBEFB9CD58}"/>
              </a:ext>
            </a:extLst>
          </p:cNvPr>
          <p:cNvCxnSpPr>
            <a:cxnSpLocks/>
          </p:cNvCxnSpPr>
          <p:nvPr/>
        </p:nvCxnSpPr>
        <p:spPr>
          <a:xfrm>
            <a:off x="3827174" y="3681310"/>
            <a:ext cx="523427" cy="0"/>
          </a:xfrm>
          <a:prstGeom prst="straightConnector1">
            <a:avLst/>
          </a:prstGeom>
          <a:noFill/>
          <a:ln w="25400" cap="flat" cmpd="sng" algn="ctr">
            <a:solidFill>
              <a:srgbClr val="00B0F0"/>
            </a:solidFill>
            <a:prstDash val="solid"/>
            <a:headEnd type="none" w="med" len="med"/>
            <a:tailEnd type="triangle" w="med" len="med"/>
          </a:ln>
          <a:effectLst>
            <a:outerShdw blurRad="152400" dist="38100" dir="5400000" algn="t" rotWithShape="0">
              <a:prstClr val="black">
                <a:alpha val="12000"/>
              </a:prstClr>
            </a:outerShdw>
          </a:effectLst>
        </p:spPr>
      </p:cxnSp>
      <p:cxnSp>
        <p:nvCxnSpPr>
          <p:cNvPr id="107" name="直接箭头连接符 106">
            <a:extLst>
              <a:ext uri="{FF2B5EF4-FFF2-40B4-BE49-F238E27FC236}">
                <a16:creationId xmlns="" xmlns:a16="http://schemas.microsoft.com/office/drawing/2014/main" id="{AA906D00-6A37-4E3C-844F-9AFBEFB9CD58}"/>
              </a:ext>
            </a:extLst>
          </p:cNvPr>
          <p:cNvCxnSpPr>
            <a:cxnSpLocks/>
          </p:cNvCxnSpPr>
          <p:nvPr/>
        </p:nvCxnSpPr>
        <p:spPr>
          <a:xfrm>
            <a:off x="3827174" y="3950082"/>
            <a:ext cx="523427" cy="0"/>
          </a:xfrm>
          <a:prstGeom prst="straightConnector1">
            <a:avLst/>
          </a:prstGeom>
          <a:noFill/>
          <a:ln w="25400" cap="flat" cmpd="sng" algn="ctr">
            <a:solidFill>
              <a:srgbClr val="00B0F0"/>
            </a:solidFill>
            <a:prstDash val="solid"/>
            <a:headEnd type="none" w="med" len="med"/>
            <a:tailEnd type="triangle" w="med" len="med"/>
          </a:ln>
          <a:effectLst>
            <a:outerShdw blurRad="152400" dist="38100" dir="5400000" algn="t" rotWithShape="0">
              <a:prstClr val="black">
                <a:alpha val="12000"/>
              </a:prstClr>
            </a:outerShdw>
          </a:effectLst>
        </p:spPr>
      </p:cxnSp>
      <p:cxnSp>
        <p:nvCxnSpPr>
          <p:cNvPr id="108" name="直接箭头连接符 107">
            <a:extLst>
              <a:ext uri="{FF2B5EF4-FFF2-40B4-BE49-F238E27FC236}">
                <a16:creationId xmlns="" xmlns:a16="http://schemas.microsoft.com/office/drawing/2014/main" id="{AA906D00-6A37-4E3C-844F-9AFBEFB9CD58}"/>
              </a:ext>
            </a:extLst>
          </p:cNvPr>
          <p:cNvCxnSpPr>
            <a:cxnSpLocks/>
          </p:cNvCxnSpPr>
          <p:nvPr/>
        </p:nvCxnSpPr>
        <p:spPr>
          <a:xfrm>
            <a:off x="3827174" y="4311261"/>
            <a:ext cx="523427" cy="0"/>
          </a:xfrm>
          <a:prstGeom prst="straightConnector1">
            <a:avLst/>
          </a:prstGeom>
          <a:noFill/>
          <a:ln w="25400" cap="flat" cmpd="sng" algn="ctr">
            <a:solidFill>
              <a:srgbClr val="00B0F0"/>
            </a:solidFill>
            <a:prstDash val="solid"/>
            <a:headEnd type="none" w="med" len="med"/>
            <a:tailEnd type="triangle" w="med" len="med"/>
          </a:ln>
          <a:effectLst>
            <a:outerShdw blurRad="152400" dist="38100" dir="5400000" algn="t" rotWithShape="0">
              <a:prstClr val="black">
                <a:alpha val="12000"/>
              </a:prstClr>
            </a:outerShdw>
          </a:effectLst>
        </p:spPr>
      </p:cxnSp>
      <p:cxnSp>
        <p:nvCxnSpPr>
          <p:cNvPr id="109" name="直接箭头连接符 108">
            <a:extLst>
              <a:ext uri="{FF2B5EF4-FFF2-40B4-BE49-F238E27FC236}">
                <a16:creationId xmlns="" xmlns:a16="http://schemas.microsoft.com/office/drawing/2014/main" id="{AA906D00-6A37-4E3C-844F-9AFBEFB9CD58}"/>
              </a:ext>
            </a:extLst>
          </p:cNvPr>
          <p:cNvCxnSpPr>
            <a:cxnSpLocks/>
          </p:cNvCxnSpPr>
          <p:nvPr/>
        </p:nvCxnSpPr>
        <p:spPr>
          <a:xfrm>
            <a:off x="7940367" y="3704162"/>
            <a:ext cx="523427" cy="0"/>
          </a:xfrm>
          <a:prstGeom prst="straightConnector1">
            <a:avLst/>
          </a:prstGeom>
          <a:noFill/>
          <a:ln w="25400" cap="flat" cmpd="sng" algn="ctr">
            <a:solidFill>
              <a:srgbClr val="00B0F0"/>
            </a:solidFill>
            <a:prstDash val="solid"/>
            <a:headEnd type="triangle" w="med" len="med"/>
            <a:tailEnd type="none" w="med" len="med"/>
          </a:ln>
          <a:effectLst>
            <a:outerShdw blurRad="152400" dist="38100" dir="5400000" algn="t" rotWithShape="0">
              <a:prstClr val="black">
                <a:alpha val="12000"/>
              </a:prstClr>
            </a:outerShdw>
          </a:effectLst>
        </p:spPr>
      </p:cxnSp>
      <p:cxnSp>
        <p:nvCxnSpPr>
          <p:cNvPr id="110" name="直接箭头连接符 109">
            <a:extLst>
              <a:ext uri="{FF2B5EF4-FFF2-40B4-BE49-F238E27FC236}">
                <a16:creationId xmlns="" xmlns:a16="http://schemas.microsoft.com/office/drawing/2014/main" id="{AA906D00-6A37-4E3C-844F-9AFBEFB9CD58}"/>
              </a:ext>
            </a:extLst>
          </p:cNvPr>
          <p:cNvCxnSpPr>
            <a:cxnSpLocks/>
          </p:cNvCxnSpPr>
          <p:nvPr/>
        </p:nvCxnSpPr>
        <p:spPr>
          <a:xfrm>
            <a:off x="7940367" y="3972934"/>
            <a:ext cx="523427" cy="0"/>
          </a:xfrm>
          <a:prstGeom prst="straightConnector1">
            <a:avLst/>
          </a:prstGeom>
          <a:noFill/>
          <a:ln w="25400" cap="flat" cmpd="sng" algn="ctr">
            <a:solidFill>
              <a:srgbClr val="00B0F0"/>
            </a:solidFill>
            <a:prstDash val="solid"/>
            <a:headEnd type="triangle" w="med" len="med"/>
            <a:tailEnd type="none" w="med" len="med"/>
          </a:ln>
          <a:effectLst>
            <a:outerShdw blurRad="152400" dist="38100" dir="5400000" algn="t" rotWithShape="0">
              <a:prstClr val="black">
                <a:alpha val="12000"/>
              </a:prstClr>
            </a:outerShdw>
          </a:effectLst>
        </p:spPr>
      </p:cxnSp>
      <p:cxnSp>
        <p:nvCxnSpPr>
          <p:cNvPr id="111" name="直接箭头连接符 110">
            <a:extLst>
              <a:ext uri="{FF2B5EF4-FFF2-40B4-BE49-F238E27FC236}">
                <a16:creationId xmlns="" xmlns:a16="http://schemas.microsoft.com/office/drawing/2014/main" id="{AA906D00-6A37-4E3C-844F-9AFBEFB9CD58}"/>
              </a:ext>
            </a:extLst>
          </p:cNvPr>
          <p:cNvCxnSpPr>
            <a:cxnSpLocks/>
          </p:cNvCxnSpPr>
          <p:nvPr/>
        </p:nvCxnSpPr>
        <p:spPr>
          <a:xfrm>
            <a:off x="7940367" y="4334112"/>
            <a:ext cx="523427" cy="0"/>
          </a:xfrm>
          <a:prstGeom prst="straightConnector1">
            <a:avLst/>
          </a:prstGeom>
          <a:noFill/>
          <a:ln w="25400" cap="flat" cmpd="sng" algn="ctr">
            <a:solidFill>
              <a:srgbClr val="00B0F0"/>
            </a:solidFill>
            <a:prstDash val="solid"/>
            <a:headEnd type="triangle" w="med" len="med"/>
            <a:tailEnd type="none" w="med" len="med"/>
          </a:ln>
          <a:effectLst>
            <a:outerShdw blurRad="152400" dist="38100" dir="5400000" algn="t" rotWithShape="0">
              <a:prstClr val="black">
                <a:alpha val="12000"/>
              </a:prstClr>
            </a:outerShdw>
          </a:effectLst>
        </p:spPr>
      </p:cxnSp>
      <p:grpSp>
        <p:nvGrpSpPr>
          <p:cNvPr id="112" name="组合 111"/>
          <p:cNvGrpSpPr/>
          <p:nvPr/>
        </p:nvGrpSpPr>
        <p:grpSpPr>
          <a:xfrm>
            <a:off x="3415791" y="3205371"/>
            <a:ext cx="5379753" cy="215916"/>
            <a:chOff x="3417125" y="3322323"/>
            <a:chExt cx="5381854" cy="216000"/>
          </a:xfrm>
        </p:grpSpPr>
        <p:sp>
          <p:nvSpPr>
            <p:cNvPr id="113" name="椭圆 112">
              <a:extLst>
                <a:ext uri="{FF2B5EF4-FFF2-40B4-BE49-F238E27FC236}">
                  <a16:creationId xmlns="" xmlns:a16="http://schemas.microsoft.com/office/drawing/2014/main" id="{7DBB15C3-7119-4BF5-AC36-6F6AFF9EB213}"/>
                </a:ext>
              </a:extLst>
            </p:cNvPr>
            <p:cNvSpPr/>
            <p:nvPr/>
          </p:nvSpPr>
          <p:spPr>
            <a:xfrm>
              <a:off x="3417125" y="3322323"/>
              <a:ext cx="216000" cy="216000"/>
            </a:xfrm>
            <a:prstGeom prst="ellipse">
              <a:avLst/>
            </a:prstGeom>
            <a:solidFill>
              <a:srgbClr val="8CCAA1"/>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100" b="1" dirty="0" smtClea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S</a:t>
              </a:r>
              <a:endParaRPr lang="zh-CN" altLang="en-US" sz="11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4" name="椭圆 113">
              <a:extLst>
                <a:ext uri="{FF2B5EF4-FFF2-40B4-BE49-F238E27FC236}">
                  <a16:creationId xmlns="" xmlns:a16="http://schemas.microsoft.com/office/drawing/2014/main" id="{7DBB15C3-7119-4BF5-AC36-6F6AFF9EB213}"/>
                </a:ext>
              </a:extLst>
            </p:cNvPr>
            <p:cNvSpPr/>
            <p:nvPr/>
          </p:nvSpPr>
          <p:spPr>
            <a:xfrm>
              <a:off x="8582979" y="3322323"/>
              <a:ext cx="216000" cy="216000"/>
            </a:xfrm>
            <a:prstGeom prst="ellipse">
              <a:avLst/>
            </a:prstGeom>
            <a:solidFill>
              <a:srgbClr val="8CCAA1"/>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100" b="1" dirty="0" smtClea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S</a:t>
              </a:r>
              <a:endParaRPr lang="zh-CN" altLang="en-US" sz="11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115" name="直接连接符 114"/>
            <p:cNvCxnSpPr>
              <a:stCxn id="114" idx="2"/>
              <a:endCxn id="113" idx="6"/>
            </p:cNvCxnSpPr>
            <p:nvPr/>
          </p:nvCxnSpPr>
          <p:spPr bwMode="auto">
            <a:xfrm flipH="1">
              <a:off x="3633125" y="3430323"/>
              <a:ext cx="4949854" cy="0"/>
            </a:xfrm>
            <a:prstGeom prst="line">
              <a:avLst/>
            </a:prstGeom>
            <a:solidFill>
              <a:schemeClr val="accent1"/>
            </a:solidFill>
            <a:ln w="19050" cap="flat" cmpd="sng" algn="ctr">
              <a:solidFill>
                <a:schemeClr val="tx1"/>
              </a:solidFill>
              <a:prstDash val="solid"/>
              <a:round/>
              <a:headEnd type="none" w="med" len="med"/>
              <a:tailEnd type="none" w="med" len="med"/>
            </a:ln>
            <a:effectLst/>
          </p:spPr>
        </p:cxnSp>
      </p:grpSp>
      <p:cxnSp>
        <p:nvCxnSpPr>
          <p:cNvPr id="116" name="直接箭头连接符 115">
            <a:extLst>
              <a:ext uri="{FF2B5EF4-FFF2-40B4-BE49-F238E27FC236}">
                <a16:creationId xmlns="" xmlns:a16="http://schemas.microsoft.com/office/drawing/2014/main" id="{AA906D00-6A37-4E3C-844F-9AFBEFB9CD58}"/>
              </a:ext>
            </a:extLst>
          </p:cNvPr>
          <p:cNvCxnSpPr>
            <a:cxnSpLocks/>
          </p:cNvCxnSpPr>
          <p:nvPr/>
        </p:nvCxnSpPr>
        <p:spPr>
          <a:xfrm>
            <a:off x="3827174" y="3396307"/>
            <a:ext cx="523427" cy="0"/>
          </a:xfrm>
          <a:prstGeom prst="straightConnector1">
            <a:avLst/>
          </a:prstGeom>
          <a:noFill/>
          <a:ln w="25400" cap="flat" cmpd="sng" algn="ctr">
            <a:solidFill>
              <a:srgbClr val="00B0F0"/>
            </a:solidFill>
            <a:prstDash val="solid"/>
            <a:headEnd type="none" w="med" len="med"/>
            <a:tailEnd type="triangle" w="med" len="med"/>
          </a:ln>
          <a:effectLst>
            <a:outerShdw blurRad="152400" dist="38100" dir="5400000" algn="t" rotWithShape="0">
              <a:prstClr val="black">
                <a:alpha val="12000"/>
              </a:prstClr>
            </a:outerShdw>
          </a:effectLst>
        </p:spPr>
      </p:cxnSp>
      <p:cxnSp>
        <p:nvCxnSpPr>
          <p:cNvPr id="117" name="直接箭头连接符 116">
            <a:extLst>
              <a:ext uri="{FF2B5EF4-FFF2-40B4-BE49-F238E27FC236}">
                <a16:creationId xmlns="" xmlns:a16="http://schemas.microsoft.com/office/drawing/2014/main" id="{AA906D00-6A37-4E3C-844F-9AFBEFB9CD58}"/>
              </a:ext>
            </a:extLst>
          </p:cNvPr>
          <p:cNvCxnSpPr>
            <a:cxnSpLocks/>
          </p:cNvCxnSpPr>
          <p:nvPr/>
        </p:nvCxnSpPr>
        <p:spPr>
          <a:xfrm>
            <a:off x="7940367" y="3388180"/>
            <a:ext cx="523427" cy="0"/>
          </a:xfrm>
          <a:prstGeom prst="straightConnector1">
            <a:avLst/>
          </a:prstGeom>
          <a:noFill/>
          <a:ln w="25400" cap="flat" cmpd="sng" algn="ctr">
            <a:solidFill>
              <a:srgbClr val="00B0F0"/>
            </a:solidFill>
            <a:prstDash val="solid"/>
            <a:headEnd type="triangle" w="med" len="med"/>
            <a:tailEnd type="none" w="med" len="med"/>
          </a:ln>
          <a:effectLst>
            <a:outerShdw blurRad="152400" dist="38100" dir="5400000" algn="t" rotWithShape="0">
              <a:prstClr val="black">
                <a:alpha val="12000"/>
              </a:prstClr>
            </a:outerShdw>
          </a:effectLst>
        </p:spPr>
      </p:cxnSp>
      <p:sp>
        <p:nvSpPr>
          <p:cNvPr id="54" name="TextBox 120">
            <a:extLst>
              <a:ext uri="{FF2B5EF4-FFF2-40B4-BE49-F238E27FC236}">
                <a16:creationId xmlns="" xmlns:a16="http://schemas.microsoft.com/office/drawing/2014/main" id="{890033A1-CB2B-46C1-843C-A395BBB7F123}"/>
              </a:ext>
            </a:extLst>
          </p:cNvPr>
          <p:cNvSpPr txBox="1"/>
          <p:nvPr/>
        </p:nvSpPr>
        <p:spPr>
          <a:xfrm>
            <a:off x="4885513" y="2948369"/>
            <a:ext cx="2438828" cy="307657"/>
          </a:xfrm>
          <a:prstGeom prst="rect">
            <a:avLst/>
          </a:prstGeom>
          <a:noFill/>
        </p:spPr>
        <p:txBody>
          <a:bodyPr wrap="square" rtlCol="0" anchor="ctr">
            <a:spAutoFit/>
          </a:bodyPr>
          <a:lstStyle/>
          <a:p>
            <a:pPr algn="ctr"/>
            <a:r>
              <a:rPr lang="en-US" altLang="zh-CN" sz="1399" b="1" dirty="0">
                <a:latin typeface="Huawei Sans" panose="020C0503030203020204" pitchFamily="34" charset="0"/>
                <a:ea typeface="方正兰亭黑简体" panose="02000000000000000000" pitchFamily="2" charset="-122"/>
                <a:sym typeface="Huawei Sans" panose="020C0503030203020204" pitchFamily="34" charset="0"/>
              </a:rPr>
              <a:t>LACP</a:t>
            </a:r>
            <a:r>
              <a:rPr lang="zh-CN" altLang="en-US" sz="1399" b="1" dirty="0">
                <a:latin typeface="Huawei Sans" panose="020C0503030203020204" pitchFamily="34" charset="0"/>
                <a:ea typeface="方正兰亭黑简体" panose="02000000000000000000" pitchFamily="2" charset="-122"/>
                <a:sym typeface="Huawei Sans" panose="020C0503030203020204" pitchFamily="34" charset="0"/>
              </a:rPr>
              <a:t>模式</a:t>
            </a:r>
            <a:r>
              <a:rPr lang="en-US" altLang="zh-CN" sz="1399" b="1" dirty="0">
                <a:latin typeface="Huawei Sans" panose="020C0503030203020204" pitchFamily="34" charset="0"/>
                <a:ea typeface="方正兰亭黑简体" panose="02000000000000000000" pitchFamily="2" charset="-122"/>
                <a:sym typeface="Huawei Sans" panose="020C0503030203020204" pitchFamily="34" charset="0"/>
              </a:rPr>
              <a:t>Eth-Trunk</a:t>
            </a:r>
            <a:endParaRPr lang="zh-CN" altLang="en-US" sz="1399"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1" name="圆角矩形 60"/>
          <p:cNvSpPr/>
          <p:nvPr/>
        </p:nvSpPr>
        <p:spPr>
          <a:xfrm>
            <a:off x="7520642" y="5116797"/>
            <a:ext cx="3216503" cy="1214446"/>
          </a:xfrm>
          <a:prstGeom prst="roundRect">
            <a:avLst>
              <a:gd name="adj" fmla="val 7486"/>
            </a:avLst>
          </a:prstGeom>
          <a:solidFill>
            <a:srgbClr val="FFFFCC"/>
          </a:solidFill>
          <a:ln w="9525">
            <a:solidFill>
              <a:srgbClr val="FFD17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ts val="2199"/>
              </a:lnSpc>
            </a:pPr>
            <a:r>
              <a:rPr lang="zh-CN" altLang="en-US" sz="1399"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接口</a:t>
            </a:r>
            <a:r>
              <a:rPr lang="en-US" altLang="zh-CN" sz="1399"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LACP</a:t>
            </a:r>
            <a:r>
              <a:rPr lang="zh-CN" altLang="en-US" sz="1399"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优先级默认为</a:t>
            </a:r>
            <a:r>
              <a:rPr lang="en-US" altLang="zh-CN" sz="1399"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32768</a:t>
            </a:r>
            <a:r>
              <a:rPr lang="zh-CN" altLang="en-US" sz="1399"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，越</a:t>
            </a:r>
            <a:r>
              <a:rPr lang="zh-CN" altLang="en-US" sz="1399" dirty="0" smtClean="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小越优，</a:t>
            </a:r>
            <a:r>
              <a:rPr lang="zh-CN" altLang="en-US" sz="1399"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通常保持默认，当优先级一致时</a:t>
            </a:r>
            <a:r>
              <a:rPr lang="en-US" altLang="zh-CN" sz="1399"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LACP</a:t>
            </a:r>
            <a:r>
              <a:rPr lang="zh-CN" altLang="en-US" sz="1399"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会通过接口编号选择活动接口，越小越优。</a:t>
            </a:r>
            <a:endParaRPr lang="en-US" altLang="zh-CN" sz="1399"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7" name="TextBox 77"/>
          <p:cNvSpPr txBox="1"/>
          <p:nvPr/>
        </p:nvSpPr>
        <p:spPr bwMode="auto">
          <a:xfrm>
            <a:off x="2179918" y="5328152"/>
            <a:ext cx="1390745" cy="285502"/>
          </a:xfrm>
          <a:prstGeom prst="rect">
            <a:avLst/>
          </a:prstGeom>
          <a:noFill/>
          <a:ln w="9525">
            <a:noFill/>
            <a:miter lim="800000"/>
            <a:headEnd/>
            <a:tailEnd/>
          </a:ln>
        </p:spPr>
        <p:txBody>
          <a:bodyPr wrap="square" lIns="99941" tIns="49966" rIns="99941" bIns="49966" rtlCol="0">
            <a:spAutoFit/>
          </a:bodyPr>
          <a:lstStyle/>
          <a:p>
            <a:pPr algn="ctr" defTabSz="1001248" eaLnBrk="0" hangingPunct="0"/>
            <a:r>
              <a:rPr lang="en-US" altLang="zh-CN" sz="1200" dirty="0">
                <a:solidFill>
                  <a:srgbClr val="000000"/>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LACPDU</a:t>
            </a:r>
          </a:p>
        </p:txBody>
      </p:sp>
      <p:cxnSp>
        <p:nvCxnSpPr>
          <p:cNvPr id="60" name="直接箭头连接符 59">
            <a:extLst>
              <a:ext uri="{FF2B5EF4-FFF2-40B4-BE49-F238E27FC236}">
                <a16:creationId xmlns="" xmlns:a16="http://schemas.microsoft.com/office/drawing/2014/main" id="{AA906D00-6A37-4E3C-844F-9AFBEFB9CD58}"/>
              </a:ext>
            </a:extLst>
          </p:cNvPr>
          <p:cNvCxnSpPr>
            <a:cxnSpLocks/>
          </p:cNvCxnSpPr>
          <p:nvPr/>
        </p:nvCxnSpPr>
        <p:spPr>
          <a:xfrm>
            <a:off x="1918204" y="5460224"/>
            <a:ext cx="523427" cy="0"/>
          </a:xfrm>
          <a:prstGeom prst="straightConnector1">
            <a:avLst/>
          </a:prstGeom>
          <a:noFill/>
          <a:ln w="25400" cap="flat" cmpd="sng" algn="ctr">
            <a:solidFill>
              <a:srgbClr val="00B0F0"/>
            </a:solidFill>
            <a:prstDash val="solid"/>
            <a:headEnd type="none" w="med" len="med"/>
            <a:tailEnd type="triangle" w="med" len="med"/>
          </a:ln>
          <a:effectLst>
            <a:outerShdw blurRad="152400" dist="38100" dir="5400000" algn="t" rotWithShape="0">
              <a:prstClr val="black">
                <a:alpha val="12000"/>
              </a:prstClr>
            </a:outerShdw>
          </a:effectLst>
        </p:spPr>
      </p:cxnSp>
      <p:sp>
        <p:nvSpPr>
          <p:cNvPr id="62" name="矩形 61"/>
          <p:cNvSpPr/>
          <p:nvPr/>
        </p:nvSpPr>
        <p:spPr bwMode="auto">
          <a:xfrm>
            <a:off x="2441630" y="4955458"/>
            <a:ext cx="934685" cy="248147"/>
          </a:xfrm>
          <a:prstGeom prst="rect">
            <a:avLst/>
          </a:prstGeom>
          <a:noFill/>
          <a:ln w="9525" cap="flat" cmpd="sng" algn="ctr">
            <a:noFill/>
            <a:prstDash val="dash"/>
            <a:round/>
            <a:headEnd type="none" w="med" len="med"/>
            <a:tailEnd type="none" w="med" len="med"/>
          </a:ln>
          <a:effectLst/>
        </p:spPr>
        <p:txBody>
          <a:bodyPr vert="horz" wrap="square" lIns="91404" tIns="45702" rIns="91404" bIns="45702" numCol="1" rtlCol="0" anchor="t" anchorCtr="0" compatLnSpc="1">
            <a:prstTxWarp prst="textNoShape">
              <a:avLst/>
            </a:prstTxWarp>
          </a:bodyPr>
          <a:lstStyle/>
          <a:p>
            <a:pPr defTabSz="1001248" eaLnBrk="0" hangingPunct="0"/>
            <a:r>
              <a:rPr lang="zh-CN" altLang="en-US" sz="1200" dirty="0">
                <a:solidFill>
                  <a:srgbClr val="000000"/>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活动接口</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3" name="椭圆 62">
            <a:extLst>
              <a:ext uri="{FF2B5EF4-FFF2-40B4-BE49-F238E27FC236}">
                <a16:creationId xmlns="" xmlns:a16="http://schemas.microsoft.com/office/drawing/2014/main" id="{7DBB15C3-7119-4BF5-AC36-6F6AFF9EB213}"/>
              </a:ext>
            </a:extLst>
          </p:cNvPr>
          <p:cNvSpPr/>
          <p:nvPr/>
        </p:nvSpPr>
        <p:spPr>
          <a:xfrm>
            <a:off x="2083597" y="4987689"/>
            <a:ext cx="215916" cy="215916"/>
          </a:xfrm>
          <a:prstGeom prst="ellipse">
            <a:avLst/>
          </a:prstGeom>
          <a:solidFill>
            <a:srgbClr val="8CCAA1"/>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100" b="1" dirty="0" smtClea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S</a:t>
            </a:r>
            <a:endParaRPr lang="zh-CN" altLang="en-US" sz="11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4" name="Right Arrow 157"/>
          <p:cNvSpPr/>
          <p:nvPr/>
        </p:nvSpPr>
        <p:spPr>
          <a:xfrm>
            <a:off x="6551390" y="5564603"/>
            <a:ext cx="772951" cy="425366"/>
          </a:xfrm>
          <a:prstGeom prst="rightArrow">
            <a:avLst>
              <a:gd name="adj1" fmla="val 40000"/>
              <a:gd name="adj2" fmla="val 50000"/>
            </a:avLst>
          </a:prstGeom>
          <a:gradFill flip="none" rotWithShape="1">
            <a:gsLst>
              <a:gs pos="15000">
                <a:schemeClr val="accent1">
                  <a:lumMod val="5000"/>
                  <a:lumOff val="95000"/>
                  <a:alpha val="0"/>
                </a:schemeClr>
              </a:gs>
              <a:gs pos="81000">
                <a:srgbClr val="FFF2CC"/>
              </a:gs>
            </a:gsLst>
            <a:lin ang="0" scaled="1"/>
            <a:tileRect/>
          </a:gradFill>
          <a:ln w="15875">
            <a:gradFill flip="none" rotWithShape="1">
              <a:gsLst>
                <a:gs pos="11000">
                  <a:schemeClr val="accent1">
                    <a:lumMod val="0"/>
                    <a:lumOff val="100000"/>
                    <a:alpha val="0"/>
                  </a:schemeClr>
                </a:gs>
                <a:gs pos="67000">
                  <a:srgbClr val="FFD17D"/>
                </a:gs>
              </a:gsLst>
              <a:lin ang="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5" name="梯形 2"/>
          <p:cNvSpPr/>
          <p:nvPr/>
        </p:nvSpPr>
        <p:spPr>
          <a:xfrm>
            <a:off x="3884495" y="4365104"/>
            <a:ext cx="2814018" cy="397340"/>
          </a:xfrm>
          <a:custGeom>
            <a:avLst/>
            <a:gdLst>
              <a:gd name="connsiteX0" fmla="*/ 0 w 6840000"/>
              <a:gd name="connsiteY0" fmla="*/ 726886 h 726886"/>
              <a:gd name="connsiteX1" fmla="*/ 1804458 w 6840000"/>
              <a:gd name="connsiteY1" fmla="*/ 0 h 726886"/>
              <a:gd name="connsiteX2" fmla="*/ 5035542 w 6840000"/>
              <a:gd name="connsiteY2" fmla="*/ 0 h 726886"/>
              <a:gd name="connsiteX3" fmla="*/ 6840000 w 6840000"/>
              <a:gd name="connsiteY3" fmla="*/ 726886 h 726886"/>
              <a:gd name="connsiteX4" fmla="*/ 0 w 6840000"/>
              <a:gd name="connsiteY4" fmla="*/ 726886 h 726886"/>
              <a:gd name="connsiteX0" fmla="*/ 0 w 6840000"/>
              <a:gd name="connsiteY0" fmla="*/ 734506 h 734506"/>
              <a:gd name="connsiteX1" fmla="*/ 1804458 w 6840000"/>
              <a:gd name="connsiteY1" fmla="*/ 7620 h 734506"/>
              <a:gd name="connsiteX2" fmla="*/ 2901942 w 6840000"/>
              <a:gd name="connsiteY2" fmla="*/ 0 h 734506"/>
              <a:gd name="connsiteX3" fmla="*/ 6840000 w 6840000"/>
              <a:gd name="connsiteY3" fmla="*/ 734506 h 734506"/>
              <a:gd name="connsiteX4" fmla="*/ 0 w 6840000"/>
              <a:gd name="connsiteY4" fmla="*/ 734506 h 734506"/>
              <a:gd name="connsiteX0" fmla="*/ 75808 w 5035541"/>
              <a:gd name="connsiteY0" fmla="*/ 728528 h 734506"/>
              <a:gd name="connsiteX1" fmla="*/ -1 w 5035541"/>
              <a:gd name="connsiteY1" fmla="*/ 7620 h 734506"/>
              <a:gd name="connsiteX2" fmla="*/ 1097483 w 5035541"/>
              <a:gd name="connsiteY2" fmla="*/ 0 h 734506"/>
              <a:gd name="connsiteX3" fmla="*/ 5035541 w 5035541"/>
              <a:gd name="connsiteY3" fmla="*/ 734506 h 734506"/>
              <a:gd name="connsiteX4" fmla="*/ 75808 w 5035541"/>
              <a:gd name="connsiteY4" fmla="*/ 728528 h 734506"/>
              <a:gd name="connsiteX0" fmla="*/ 1 w 4959734"/>
              <a:gd name="connsiteY0" fmla="*/ 728528 h 734506"/>
              <a:gd name="connsiteX1" fmla="*/ 9542 w 4959734"/>
              <a:gd name="connsiteY1" fmla="*/ 1430 h 734506"/>
              <a:gd name="connsiteX2" fmla="*/ 1021676 w 4959734"/>
              <a:gd name="connsiteY2" fmla="*/ 0 h 734506"/>
              <a:gd name="connsiteX3" fmla="*/ 4959734 w 4959734"/>
              <a:gd name="connsiteY3" fmla="*/ 734506 h 734506"/>
              <a:gd name="connsiteX4" fmla="*/ 1 w 4959734"/>
              <a:gd name="connsiteY4" fmla="*/ 728528 h 734506"/>
              <a:gd name="connsiteX0" fmla="*/ 1 w 6247746"/>
              <a:gd name="connsiteY0" fmla="*/ 728528 h 746889"/>
              <a:gd name="connsiteX1" fmla="*/ 9542 w 6247746"/>
              <a:gd name="connsiteY1" fmla="*/ 1430 h 746889"/>
              <a:gd name="connsiteX2" fmla="*/ 1021676 w 6247746"/>
              <a:gd name="connsiteY2" fmla="*/ 0 h 746889"/>
              <a:gd name="connsiteX3" fmla="*/ 6247746 w 6247746"/>
              <a:gd name="connsiteY3" fmla="*/ 746889 h 746889"/>
              <a:gd name="connsiteX4" fmla="*/ 1 w 6247746"/>
              <a:gd name="connsiteY4" fmla="*/ 728528 h 746889"/>
              <a:gd name="connsiteX0" fmla="*/ 1 w 6399372"/>
              <a:gd name="connsiteY0" fmla="*/ 728528 h 784501"/>
              <a:gd name="connsiteX1" fmla="*/ 9542 w 6399372"/>
              <a:gd name="connsiteY1" fmla="*/ 1430 h 784501"/>
              <a:gd name="connsiteX2" fmla="*/ 1021676 w 6399372"/>
              <a:gd name="connsiteY2" fmla="*/ 0 h 784501"/>
              <a:gd name="connsiteX3" fmla="*/ 6399372 w 6399372"/>
              <a:gd name="connsiteY3" fmla="*/ 784501 h 784501"/>
              <a:gd name="connsiteX4" fmla="*/ 1 w 6399372"/>
              <a:gd name="connsiteY4" fmla="*/ 728528 h 7845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399372" h="784501">
                <a:moveTo>
                  <a:pt x="1" y="728528"/>
                </a:moveTo>
                <a:lnTo>
                  <a:pt x="9542" y="1430"/>
                </a:lnTo>
                <a:lnTo>
                  <a:pt x="1021676" y="0"/>
                </a:lnTo>
                <a:lnTo>
                  <a:pt x="6399372" y="784501"/>
                </a:lnTo>
                <a:lnTo>
                  <a:pt x="1" y="728528"/>
                </a:lnTo>
                <a:close/>
              </a:path>
            </a:pathLst>
          </a:custGeom>
          <a:gradFill>
            <a:gsLst>
              <a:gs pos="100000">
                <a:srgbClr val="F4FBFE"/>
              </a:gs>
              <a:gs pos="0">
                <a:srgbClr val="99DFF9"/>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6" name="五边形 65"/>
          <p:cNvSpPr/>
          <p:nvPr/>
        </p:nvSpPr>
        <p:spPr bwMode="auto">
          <a:xfrm>
            <a:off x="7562321" y="126000"/>
            <a:ext cx="899749" cy="213037"/>
          </a:xfrm>
          <a:prstGeom prst="homePlate">
            <a:avLst/>
          </a:prstGeom>
          <a:solidFill>
            <a:srgbClr val="00B0F0"/>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报文介绍</a:t>
            </a:r>
          </a:p>
        </p:txBody>
      </p:sp>
      <p:sp>
        <p:nvSpPr>
          <p:cNvPr id="67" name="燕尾形 66"/>
          <p:cNvSpPr/>
          <p:nvPr/>
        </p:nvSpPr>
        <p:spPr bwMode="auto">
          <a:xfrm>
            <a:off x="8383481" y="126000"/>
            <a:ext cx="1367951" cy="213037"/>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最大活动接口数</a:t>
            </a:r>
          </a:p>
        </p:txBody>
      </p:sp>
      <p:sp>
        <p:nvSpPr>
          <p:cNvPr id="68" name="燕尾形 67"/>
          <p:cNvSpPr/>
          <p:nvPr/>
        </p:nvSpPr>
        <p:spPr bwMode="auto">
          <a:xfrm>
            <a:off x="9667454" y="126000"/>
            <a:ext cx="1223658" cy="213037"/>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活动链路选举</a:t>
            </a:r>
          </a:p>
        </p:txBody>
      </p:sp>
      <p:sp>
        <p:nvSpPr>
          <p:cNvPr id="69" name="燕尾形 68"/>
          <p:cNvSpPr/>
          <p:nvPr/>
        </p:nvSpPr>
        <p:spPr bwMode="auto">
          <a:xfrm>
            <a:off x="10812767" y="126000"/>
            <a:ext cx="1223658" cy="213037"/>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负载分担</a:t>
            </a:r>
          </a:p>
        </p:txBody>
      </p:sp>
    </p:spTree>
    <p:extLst>
      <p:ext uri="{BB962C8B-B14F-4D97-AF65-F5344CB8AC3E}">
        <p14:creationId xmlns:p14="http://schemas.microsoft.com/office/powerpoint/2010/main" val="1330595182"/>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pPr fontAlgn="auto"/>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最大活动接口数 </a:t>
            </a:r>
            <a:r>
              <a:rPr lang="en-US" altLang="zh-CN" dirty="0" smtClean="0">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1)</a:t>
            </a:r>
            <a:endParaRPr lang="zh-CN" altLang="en-US"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 name="文本占位符 1"/>
          <p:cNvSpPr>
            <a:spLocks noGrp="1"/>
          </p:cNvSpPr>
          <p:nvPr>
            <p:ph type="body" sz="quarter" idx="10"/>
          </p:nvPr>
        </p:nvSpPr>
        <p:spPr/>
        <p:txBody>
          <a:bodyPr/>
          <a:lstStyle/>
          <a:p>
            <a:r>
              <a:rPr lang="en-US" altLang="zh-CN" sz="1800"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LACP</a:t>
            </a:r>
            <a:r>
              <a:rPr lang="zh-CN" altLang="en-US" sz="1800"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模式支持配置最大活动接口数目，当成员接口数目超过最大活动接口数目时会通过比较接口优先级、接口号选举出较优的接口成为活动接口，其余的则成为备份端口（非活动接口），同时对应的链路分别成为活动链路、非活动链路。交换机只会从活动接口中发送、接收报文。</a:t>
            </a:r>
            <a:endParaRPr lang="en-US" altLang="zh-CN" sz="1800"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endParaRPr lang="zh-CN" altLang="en-US" sz="1800" dirty="0"/>
          </a:p>
        </p:txBody>
      </p:sp>
      <p:sp>
        <p:nvSpPr>
          <p:cNvPr id="35" name="TextBox 77"/>
          <p:cNvSpPr txBox="1"/>
          <p:nvPr/>
        </p:nvSpPr>
        <p:spPr bwMode="auto">
          <a:xfrm>
            <a:off x="2334239" y="5512434"/>
            <a:ext cx="1390745" cy="285502"/>
          </a:xfrm>
          <a:prstGeom prst="rect">
            <a:avLst/>
          </a:prstGeom>
          <a:noFill/>
          <a:ln w="9525">
            <a:noFill/>
            <a:miter lim="800000"/>
            <a:headEnd/>
            <a:tailEnd/>
          </a:ln>
        </p:spPr>
        <p:txBody>
          <a:bodyPr wrap="square" lIns="99941" tIns="49966" rIns="99941" bIns="49966" rtlCol="0">
            <a:spAutoFit/>
          </a:bodyPr>
          <a:lstStyle/>
          <a:p>
            <a:pPr defTabSz="1001248" eaLnBrk="0" hangingPunct="0"/>
            <a:r>
              <a:rPr lang="zh-CN" altLang="en-US" sz="1200" dirty="0">
                <a:solidFill>
                  <a:srgbClr val="000000"/>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活动链路</a:t>
            </a:r>
            <a:endParaRPr lang="en-US" altLang="zh-CN" sz="1200" dirty="0">
              <a:solidFill>
                <a:srgbClr val="000000"/>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cxnSp>
        <p:nvCxnSpPr>
          <p:cNvPr id="36" name="直接箭头连接符 35">
            <a:extLst>
              <a:ext uri="{FF2B5EF4-FFF2-40B4-BE49-F238E27FC236}">
                <a16:creationId xmlns="" xmlns:a16="http://schemas.microsoft.com/office/drawing/2014/main" id="{AA906D00-6A37-4E3C-844F-9AFBEFB9CD58}"/>
              </a:ext>
            </a:extLst>
          </p:cNvPr>
          <p:cNvCxnSpPr>
            <a:cxnSpLocks/>
          </p:cNvCxnSpPr>
          <p:nvPr/>
        </p:nvCxnSpPr>
        <p:spPr>
          <a:xfrm>
            <a:off x="1810813" y="5644505"/>
            <a:ext cx="523427" cy="0"/>
          </a:xfrm>
          <a:prstGeom prst="straightConnector1">
            <a:avLst/>
          </a:prstGeom>
          <a:ln w="28575">
            <a:solidFill>
              <a:srgbClr val="8CCAA1"/>
            </a:solidFill>
          </a:ln>
        </p:spPr>
        <p:style>
          <a:lnRef idx="1">
            <a:schemeClr val="accent1"/>
          </a:lnRef>
          <a:fillRef idx="0">
            <a:schemeClr val="accent1"/>
          </a:fillRef>
          <a:effectRef idx="0">
            <a:schemeClr val="accent1"/>
          </a:effectRef>
          <a:fontRef idx="minor">
            <a:schemeClr val="tx1"/>
          </a:fontRef>
        </p:style>
      </p:cxnSp>
      <p:sp>
        <p:nvSpPr>
          <p:cNvPr id="38" name="圆角矩形 37"/>
          <p:cNvSpPr/>
          <p:nvPr/>
        </p:nvSpPr>
        <p:spPr>
          <a:xfrm>
            <a:off x="3063169" y="2863246"/>
            <a:ext cx="902509" cy="1580965"/>
          </a:xfrm>
          <a:prstGeom prst="roundRect">
            <a:avLst>
              <a:gd name="adj" fmla="val 7243"/>
            </a:avLst>
          </a:prstGeom>
          <a:solidFill>
            <a:srgbClr val="F4FBFE"/>
          </a:solidFill>
          <a:ln w="9525" cap="flat" cmpd="sng" algn="ctr">
            <a:solidFill>
              <a:srgbClr val="99DFF9"/>
            </a:solidFill>
            <a:prstDash val="solid"/>
          </a:ln>
          <a:effectLst/>
        </p:spPr>
        <p:txBody>
          <a:bodyPr rtlCol="0" anchor="ctr"/>
          <a:lstStyle/>
          <a:p>
            <a:pPr algn="ctr" defTabSz="914034" fontAlgn="t">
              <a:spcBef>
                <a:spcPct val="0"/>
              </a:spcBef>
              <a:spcAft>
                <a:spcPct val="0"/>
              </a:spcAft>
              <a:defRPr/>
            </a:pP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9" name="圆角矩形 38"/>
          <p:cNvSpPr/>
          <p:nvPr/>
        </p:nvSpPr>
        <p:spPr>
          <a:xfrm>
            <a:off x="8555139" y="2863246"/>
            <a:ext cx="902509" cy="1580965"/>
          </a:xfrm>
          <a:prstGeom prst="roundRect">
            <a:avLst>
              <a:gd name="adj" fmla="val 7243"/>
            </a:avLst>
          </a:prstGeom>
          <a:solidFill>
            <a:srgbClr val="F4FBFE"/>
          </a:solidFill>
          <a:ln w="9525" cap="flat" cmpd="sng" algn="ctr">
            <a:solidFill>
              <a:srgbClr val="99DFF9"/>
            </a:solidFill>
            <a:prstDash val="solid"/>
          </a:ln>
          <a:effectLst/>
        </p:spPr>
        <p:txBody>
          <a:bodyPr rtlCol="0" anchor="ctr"/>
          <a:lstStyle/>
          <a:p>
            <a:pPr algn="ctr" defTabSz="914034" fontAlgn="t">
              <a:spcBef>
                <a:spcPct val="0"/>
              </a:spcBef>
              <a:spcAft>
                <a:spcPct val="0"/>
              </a:spcAft>
              <a:defRPr/>
            </a:pP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0" name="矩形 39"/>
          <p:cNvSpPr/>
          <p:nvPr/>
        </p:nvSpPr>
        <p:spPr>
          <a:xfrm>
            <a:off x="3045317" y="2861458"/>
            <a:ext cx="663115" cy="307657"/>
          </a:xfrm>
          <a:prstGeom prst="rect">
            <a:avLst/>
          </a:prstGeom>
        </p:spPr>
        <p:txBody>
          <a:bodyPr wrap="square">
            <a:spAutoFit/>
          </a:bodyPr>
          <a:lstStyle/>
          <a:p>
            <a:pPr algn="ctr"/>
            <a:r>
              <a:rPr lang="en-US" altLang="zh-CN" sz="1399" b="1" dirty="0">
                <a:latin typeface="Huawei Sans" panose="020C0503030203020204" pitchFamily="34" charset="0"/>
                <a:ea typeface="方正兰亭黑简体" panose="02000000000000000000" pitchFamily="2" charset="-122"/>
                <a:sym typeface="Huawei Sans" panose="020C0503030203020204" pitchFamily="34" charset="0"/>
              </a:rPr>
              <a:t>SW1</a:t>
            </a:r>
            <a:endParaRPr lang="zh-CN" altLang="en-US" sz="1399"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1" name="矩形 40"/>
          <p:cNvSpPr/>
          <p:nvPr/>
        </p:nvSpPr>
        <p:spPr>
          <a:xfrm>
            <a:off x="8794533" y="2860692"/>
            <a:ext cx="663115" cy="307657"/>
          </a:xfrm>
          <a:prstGeom prst="rect">
            <a:avLst/>
          </a:prstGeom>
        </p:spPr>
        <p:txBody>
          <a:bodyPr wrap="square">
            <a:spAutoFit/>
          </a:bodyPr>
          <a:lstStyle/>
          <a:p>
            <a:pPr algn="ctr"/>
            <a:r>
              <a:rPr lang="en-US" altLang="zh-CN" sz="1399" b="1" dirty="0">
                <a:latin typeface="Huawei Sans" panose="020C0503030203020204" pitchFamily="34" charset="0"/>
                <a:ea typeface="方正兰亭黑简体" panose="02000000000000000000" pitchFamily="2" charset="-122"/>
                <a:sym typeface="Huawei Sans" panose="020C0503030203020204" pitchFamily="34" charset="0"/>
              </a:rPr>
              <a:t>SW2</a:t>
            </a:r>
            <a:endParaRPr lang="zh-CN" altLang="en-US" sz="1399"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2" name="圆角矩形 41"/>
          <p:cNvSpPr/>
          <p:nvPr/>
        </p:nvSpPr>
        <p:spPr bwMode="auto">
          <a:xfrm>
            <a:off x="3593626" y="3073078"/>
            <a:ext cx="359859" cy="1192428"/>
          </a:xfrm>
          <a:prstGeom prst="roundRect">
            <a:avLst>
              <a:gd name="adj" fmla="val 3521"/>
            </a:avLst>
          </a:prstGeom>
          <a:solidFill>
            <a:schemeClr val="bg1"/>
          </a:solidFill>
          <a:ln w="12700" cap="flat" cmpd="sng" algn="ctr">
            <a:solidFill>
              <a:schemeClr val="bg1">
                <a:lumMod val="50000"/>
              </a:schemeClr>
            </a:solidFill>
            <a:prstDash val="solid"/>
            <a:round/>
            <a:headEnd type="none" w="med" len="med"/>
            <a:tailEnd type="none" w="med" len="med"/>
          </a:ln>
          <a:effectLst/>
        </p:spPr>
        <p:txBody>
          <a:bodyPr vert="horz" wrap="square" lIns="91404" tIns="45702" rIns="91404" bIns="45702" numCol="1" rtlCol="0" anchor="t" anchorCtr="0" compatLnSpc="1">
            <a:prstTxWarp prst="textNoShape">
              <a:avLst/>
            </a:prstTxWarp>
          </a:bodyPr>
          <a:lstStyle/>
          <a:p>
            <a:pPr defTabSz="914034" fontAlgn="t">
              <a:spcBef>
                <a:spcPct val="0"/>
              </a:spcBef>
              <a:spcAft>
                <a:spcPct val="0"/>
              </a:spcAft>
            </a:pPr>
            <a:endParaRPr lang="zh-CN" altLang="en-US" sz="1000">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6" name="组合 5"/>
          <p:cNvGrpSpPr/>
          <p:nvPr/>
        </p:nvGrpSpPr>
        <p:grpSpPr>
          <a:xfrm>
            <a:off x="4972178" y="3155420"/>
            <a:ext cx="2500290" cy="1119746"/>
            <a:chOff x="4974119" y="3039357"/>
            <a:chExt cx="2501267" cy="827519"/>
          </a:xfrm>
          <a:solidFill>
            <a:srgbClr val="F4FBFE"/>
          </a:solidFill>
        </p:grpSpPr>
        <p:sp>
          <p:nvSpPr>
            <p:cNvPr id="43" name="任意多边形: 形状 67">
              <a:extLst>
                <a:ext uri="{FF2B5EF4-FFF2-40B4-BE49-F238E27FC236}">
                  <a16:creationId xmlns="" xmlns:a16="http://schemas.microsoft.com/office/drawing/2014/main" id="{DDE7F5E3-EC99-4B98-9942-9CF564C3EC09}"/>
                </a:ext>
              </a:extLst>
            </p:cNvPr>
            <p:cNvSpPr/>
            <p:nvPr/>
          </p:nvSpPr>
          <p:spPr>
            <a:xfrm flipH="1">
              <a:off x="4974119" y="3039357"/>
              <a:ext cx="2381437" cy="827519"/>
            </a:xfrm>
            <a:custGeom>
              <a:avLst/>
              <a:gdLst>
                <a:gd name="connsiteX0" fmla="*/ 0 w 1703698"/>
                <a:gd name="connsiteY0" fmla="*/ 0 h 627538"/>
                <a:gd name="connsiteX1" fmla="*/ 1572253 w 1703698"/>
                <a:gd name="connsiteY1" fmla="*/ 0 h 627538"/>
                <a:gd name="connsiteX2" fmla="*/ 1703698 w 1703698"/>
                <a:gd name="connsiteY2" fmla="*/ 313769 h 627538"/>
                <a:gd name="connsiteX3" fmla="*/ 1572253 w 1703698"/>
                <a:gd name="connsiteY3" fmla="*/ 627538 h 627538"/>
                <a:gd name="connsiteX4" fmla="*/ 1572249 w 1703698"/>
                <a:gd name="connsiteY4" fmla="*/ 627537 h 627538"/>
                <a:gd name="connsiteX5" fmla="*/ 0 w 1703698"/>
                <a:gd name="connsiteY5" fmla="*/ 627537 h 627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03698" h="627538">
                  <a:moveTo>
                    <a:pt x="0" y="0"/>
                  </a:moveTo>
                  <a:lnTo>
                    <a:pt x="1572253" y="0"/>
                  </a:lnTo>
                  <a:cubicBezTo>
                    <a:pt x="1644848" y="0"/>
                    <a:pt x="1703698" y="140479"/>
                    <a:pt x="1703698" y="313769"/>
                  </a:cubicBezTo>
                  <a:cubicBezTo>
                    <a:pt x="1703698" y="487059"/>
                    <a:pt x="1644848" y="627538"/>
                    <a:pt x="1572253" y="627538"/>
                  </a:cubicBezTo>
                  <a:lnTo>
                    <a:pt x="1572249" y="627537"/>
                  </a:lnTo>
                  <a:lnTo>
                    <a:pt x="0" y="627537"/>
                  </a:lnTo>
                  <a:close/>
                </a:path>
              </a:pathLst>
            </a:custGeom>
            <a:grpFill/>
            <a:ln w="12700">
              <a:solidFill>
                <a:srgbClr val="99DFF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4" name="椭圆 43">
              <a:extLst>
                <a:ext uri="{FF2B5EF4-FFF2-40B4-BE49-F238E27FC236}">
                  <a16:creationId xmlns="" xmlns:a16="http://schemas.microsoft.com/office/drawing/2014/main" id="{7EEDE773-BD04-46B5-ACD7-D793E0BC1578}"/>
                </a:ext>
              </a:extLst>
            </p:cNvPr>
            <p:cNvSpPr/>
            <p:nvPr/>
          </p:nvSpPr>
          <p:spPr>
            <a:xfrm>
              <a:off x="7235723" y="3039357"/>
              <a:ext cx="239663" cy="827519"/>
            </a:xfrm>
            <a:prstGeom prst="ellipse">
              <a:avLst/>
            </a:prstGeom>
            <a:grpFill/>
            <a:ln w="12700">
              <a:solidFill>
                <a:srgbClr val="99DFF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45" name="椭圆 44">
            <a:extLst>
              <a:ext uri="{FF2B5EF4-FFF2-40B4-BE49-F238E27FC236}">
                <a16:creationId xmlns="" xmlns:a16="http://schemas.microsoft.com/office/drawing/2014/main" id="{7DBB15C3-7119-4BF5-AC36-6F6AFF9EB213}"/>
              </a:ext>
            </a:extLst>
          </p:cNvPr>
          <p:cNvSpPr/>
          <p:nvPr/>
        </p:nvSpPr>
        <p:spPr>
          <a:xfrm>
            <a:off x="3849256" y="3127816"/>
            <a:ext cx="215916" cy="215916"/>
          </a:xfrm>
          <a:prstGeom prst="ellipse">
            <a:avLst/>
          </a:prstGeom>
          <a:solidFill>
            <a:srgbClr val="8CCAA1"/>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1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1</a:t>
            </a:r>
            <a:endParaRPr lang="zh-CN" altLang="en-US" sz="11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6" name="圆角矩形 45"/>
          <p:cNvSpPr/>
          <p:nvPr/>
        </p:nvSpPr>
        <p:spPr bwMode="auto">
          <a:xfrm>
            <a:off x="8569967" y="3073078"/>
            <a:ext cx="359859" cy="1192428"/>
          </a:xfrm>
          <a:prstGeom prst="roundRect">
            <a:avLst>
              <a:gd name="adj" fmla="val 3521"/>
            </a:avLst>
          </a:prstGeom>
          <a:solidFill>
            <a:schemeClr val="bg1"/>
          </a:solidFill>
          <a:ln w="12700" cap="flat" cmpd="sng" algn="ctr">
            <a:solidFill>
              <a:schemeClr val="bg1">
                <a:lumMod val="50000"/>
              </a:schemeClr>
            </a:solidFill>
            <a:prstDash val="solid"/>
            <a:round/>
            <a:headEnd type="none" w="med" len="med"/>
            <a:tailEnd type="none" w="med" len="med"/>
          </a:ln>
          <a:effectLst/>
        </p:spPr>
        <p:txBody>
          <a:bodyPr vert="horz" wrap="square" lIns="91404" tIns="45702" rIns="91404" bIns="45702" numCol="1" rtlCol="0" anchor="t" anchorCtr="0" compatLnSpc="1">
            <a:prstTxWarp prst="textNoShape">
              <a:avLst/>
            </a:prstTxWarp>
          </a:bodyPr>
          <a:lstStyle/>
          <a:p>
            <a:pPr defTabSz="914034" fontAlgn="t">
              <a:spcBef>
                <a:spcPct val="0"/>
              </a:spcBef>
              <a:spcAft>
                <a:spcPct val="0"/>
              </a:spcAft>
            </a:pPr>
            <a:endParaRPr lang="zh-CN" altLang="en-US" sz="10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7" name="椭圆 46">
            <a:extLst>
              <a:ext uri="{FF2B5EF4-FFF2-40B4-BE49-F238E27FC236}">
                <a16:creationId xmlns="" xmlns:a16="http://schemas.microsoft.com/office/drawing/2014/main" id="{7DBB15C3-7119-4BF5-AC36-6F6AFF9EB213}"/>
              </a:ext>
            </a:extLst>
          </p:cNvPr>
          <p:cNvSpPr/>
          <p:nvPr/>
        </p:nvSpPr>
        <p:spPr>
          <a:xfrm>
            <a:off x="8457127" y="3127816"/>
            <a:ext cx="215916" cy="215916"/>
          </a:xfrm>
          <a:prstGeom prst="ellipse">
            <a:avLst/>
          </a:prstGeom>
          <a:solidFill>
            <a:srgbClr val="8CCAA1"/>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1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1</a:t>
            </a:r>
            <a:endParaRPr lang="zh-CN" altLang="en-US" sz="11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48" name="直接连接符 47"/>
          <p:cNvCxnSpPr>
            <a:stCxn id="52" idx="2"/>
            <a:endCxn id="51" idx="6"/>
          </p:cNvCxnSpPr>
          <p:nvPr/>
        </p:nvCxnSpPr>
        <p:spPr bwMode="auto">
          <a:xfrm flipH="1">
            <a:off x="4065172" y="3532151"/>
            <a:ext cx="4391954" cy="0"/>
          </a:xfrm>
          <a:prstGeom prst="line">
            <a:avLst/>
          </a:prstGeom>
          <a:ln w="25400">
            <a:solidFill>
              <a:srgbClr val="8CCAA1"/>
            </a:solidFill>
          </a:ln>
        </p:spPr>
        <p:style>
          <a:lnRef idx="1">
            <a:schemeClr val="accent1"/>
          </a:lnRef>
          <a:fillRef idx="0">
            <a:schemeClr val="accent1"/>
          </a:fillRef>
          <a:effectRef idx="0">
            <a:schemeClr val="accent1"/>
          </a:effectRef>
          <a:fontRef idx="minor">
            <a:schemeClr val="tx1"/>
          </a:fontRef>
        </p:style>
      </p:cxnSp>
      <p:cxnSp>
        <p:nvCxnSpPr>
          <p:cNvPr id="49" name="直接连接符 48"/>
          <p:cNvCxnSpPr>
            <a:stCxn id="47" idx="2"/>
            <a:endCxn id="45" idx="6"/>
          </p:cNvCxnSpPr>
          <p:nvPr/>
        </p:nvCxnSpPr>
        <p:spPr bwMode="auto">
          <a:xfrm flipH="1">
            <a:off x="4065172" y="3235774"/>
            <a:ext cx="4391954" cy="0"/>
          </a:xfrm>
          <a:prstGeom prst="line">
            <a:avLst/>
          </a:prstGeom>
          <a:ln w="25400">
            <a:solidFill>
              <a:srgbClr val="8CCAA1"/>
            </a:solidFill>
          </a:ln>
        </p:spPr>
        <p:style>
          <a:lnRef idx="1">
            <a:schemeClr val="accent1"/>
          </a:lnRef>
          <a:fillRef idx="0">
            <a:schemeClr val="accent1"/>
          </a:fillRef>
          <a:effectRef idx="0">
            <a:schemeClr val="accent1"/>
          </a:effectRef>
          <a:fontRef idx="minor">
            <a:schemeClr val="tx1"/>
          </a:fontRef>
        </p:style>
      </p:cxnSp>
      <p:sp>
        <p:nvSpPr>
          <p:cNvPr id="51" name="椭圆 50">
            <a:extLst>
              <a:ext uri="{FF2B5EF4-FFF2-40B4-BE49-F238E27FC236}">
                <a16:creationId xmlns="" xmlns:a16="http://schemas.microsoft.com/office/drawing/2014/main" id="{7DBB15C3-7119-4BF5-AC36-6F6AFF9EB213}"/>
              </a:ext>
            </a:extLst>
          </p:cNvPr>
          <p:cNvSpPr/>
          <p:nvPr/>
        </p:nvSpPr>
        <p:spPr>
          <a:xfrm>
            <a:off x="3849256" y="3424193"/>
            <a:ext cx="215916" cy="215916"/>
          </a:xfrm>
          <a:prstGeom prst="ellipse">
            <a:avLst/>
          </a:prstGeom>
          <a:solidFill>
            <a:srgbClr val="8CCAA1"/>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1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2</a:t>
            </a:r>
            <a:endParaRPr lang="zh-CN" altLang="en-US" sz="11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2" name="椭圆 51">
            <a:extLst>
              <a:ext uri="{FF2B5EF4-FFF2-40B4-BE49-F238E27FC236}">
                <a16:creationId xmlns="" xmlns:a16="http://schemas.microsoft.com/office/drawing/2014/main" id="{7DBB15C3-7119-4BF5-AC36-6F6AFF9EB213}"/>
              </a:ext>
            </a:extLst>
          </p:cNvPr>
          <p:cNvSpPr/>
          <p:nvPr/>
        </p:nvSpPr>
        <p:spPr>
          <a:xfrm>
            <a:off x="8457127" y="3424193"/>
            <a:ext cx="215916" cy="215916"/>
          </a:xfrm>
          <a:prstGeom prst="ellipse">
            <a:avLst/>
          </a:prstGeom>
          <a:solidFill>
            <a:srgbClr val="8CCAA1"/>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1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2</a:t>
            </a:r>
            <a:endParaRPr lang="zh-CN" altLang="en-US" sz="11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5" name="组合 4"/>
          <p:cNvGrpSpPr/>
          <p:nvPr/>
        </p:nvGrpSpPr>
        <p:grpSpPr>
          <a:xfrm>
            <a:off x="3849256" y="3734963"/>
            <a:ext cx="4823786" cy="215916"/>
            <a:chOff x="3850760" y="3765176"/>
            <a:chExt cx="4825670" cy="216000"/>
          </a:xfrm>
        </p:grpSpPr>
        <p:cxnSp>
          <p:nvCxnSpPr>
            <p:cNvPr id="50" name="直接连接符 49"/>
            <p:cNvCxnSpPr>
              <a:stCxn id="54" idx="2"/>
              <a:endCxn id="53" idx="6"/>
            </p:cNvCxnSpPr>
            <p:nvPr/>
          </p:nvCxnSpPr>
          <p:spPr bwMode="auto">
            <a:xfrm flipH="1">
              <a:off x="4066760" y="3873176"/>
              <a:ext cx="4393670" cy="0"/>
            </a:xfrm>
            <a:prstGeom prst="line">
              <a:avLst/>
            </a:prstGeom>
            <a:ln w="25400">
              <a:solidFill>
                <a:srgbClr val="EC7061"/>
              </a:solidFill>
            </a:ln>
          </p:spPr>
          <p:style>
            <a:lnRef idx="1">
              <a:schemeClr val="accent1"/>
            </a:lnRef>
            <a:fillRef idx="0">
              <a:schemeClr val="accent1"/>
            </a:fillRef>
            <a:effectRef idx="0">
              <a:schemeClr val="accent1"/>
            </a:effectRef>
            <a:fontRef idx="minor">
              <a:schemeClr val="tx1"/>
            </a:fontRef>
          </p:style>
        </p:cxnSp>
        <p:sp>
          <p:nvSpPr>
            <p:cNvPr id="53" name="椭圆 52">
              <a:extLst>
                <a:ext uri="{FF2B5EF4-FFF2-40B4-BE49-F238E27FC236}">
                  <a16:creationId xmlns="" xmlns:a16="http://schemas.microsoft.com/office/drawing/2014/main" id="{7DBB15C3-7119-4BF5-AC36-6F6AFF9EB213}"/>
                </a:ext>
              </a:extLst>
            </p:cNvPr>
            <p:cNvSpPr/>
            <p:nvPr/>
          </p:nvSpPr>
          <p:spPr>
            <a:xfrm>
              <a:off x="3850760" y="3765176"/>
              <a:ext cx="216000" cy="216000"/>
            </a:xfrm>
            <a:prstGeom prst="ellipse">
              <a:avLst/>
            </a:prstGeom>
            <a:solidFill>
              <a:srgbClr val="EC706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1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3</a:t>
              </a:r>
              <a:endParaRPr lang="zh-CN" altLang="en-US" sz="11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4" name="椭圆 53">
              <a:extLst>
                <a:ext uri="{FF2B5EF4-FFF2-40B4-BE49-F238E27FC236}">
                  <a16:creationId xmlns="" xmlns:a16="http://schemas.microsoft.com/office/drawing/2014/main" id="{7DBB15C3-7119-4BF5-AC36-6F6AFF9EB213}"/>
                </a:ext>
              </a:extLst>
            </p:cNvPr>
            <p:cNvSpPr/>
            <p:nvPr/>
          </p:nvSpPr>
          <p:spPr>
            <a:xfrm>
              <a:off x="8460430" y="3765176"/>
              <a:ext cx="216000" cy="216000"/>
            </a:xfrm>
            <a:prstGeom prst="ellipse">
              <a:avLst/>
            </a:prstGeom>
            <a:solidFill>
              <a:srgbClr val="EC706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1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3</a:t>
              </a:r>
              <a:endParaRPr lang="zh-CN" altLang="en-US" sz="11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56" name="TextBox 77"/>
          <p:cNvSpPr txBox="1"/>
          <p:nvPr/>
        </p:nvSpPr>
        <p:spPr bwMode="auto">
          <a:xfrm>
            <a:off x="3587927" y="3057035"/>
            <a:ext cx="262697" cy="1208472"/>
          </a:xfrm>
          <a:prstGeom prst="rect">
            <a:avLst/>
          </a:prstGeom>
          <a:noFill/>
          <a:ln w="9525">
            <a:noFill/>
            <a:miter lim="800000"/>
            <a:headEnd/>
            <a:tailEnd/>
          </a:ln>
        </p:spPr>
        <p:txBody>
          <a:bodyPr wrap="square" lIns="99941" tIns="49966" rIns="99941" bIns="49966" rtlCol="0">
            <a:spAutoFit/>
          </a:bodyPr>
          <a:lstStyle/>
          <a:p>
            <a:pPr algn="ctr" defTabSz="1001248" eaLnBrk="0" hangingPunct="0"/>
            <a:r>
              <a:rPr lang="zh-CN" altLang="en-US" sz="1200" dirty="0">
                <a:solidFill>
                  <a:srgbClr val="000000"/>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链路聚合接口</a:t>
            </a:r>
            <a:endParaRPr lang="en-US" altLang="zh-CN" sz="1200" dirty="0">
              <a:solidFill>
                <a:srgbClr val="000000"/>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sp>
        <p:nvSpPr>
          <p:cNvPr id="57" name="TextBox 77"/>
          <p:cNvSpPr txBox="1"/>
          <p:nvPr/>
        </p:nvSpPr>
        <p:spPr bwMode="auto">
          <a:xfrm>
            <a:off x="8676800" y="3066694"/>
            <a:ext cx="262697" cy="1208472"/>
          </a:xfrm>
          <a:prstGeom prst="rect">
            <a:avLst/>
          </a:prstGeom>
          <a:noFill/>
          <a:ln w="9525">
            <a:noFill/>
            <a:miter lim="800000"/>
            <a:headEnd/>
            <a:tailEnd/>
          </a:ln>
        </p:spPr>
        <p:txBody>
          <a:bodyPr wrap="square" lIns="99941" tIns="49966" rIns="99941" bIns="49966" rtlCol="0">
            <a:spAutoFit/>
          </a:bodyPr>
          <a:lstStyle/>
          <a:p>
            <a:pPr algn="ctr" defTabSz="1001248" eaLnBrk="0" hangingPunct="0"/>
            <a:r>
              <a:rPr lang="zh-CN" altLang="en-US" sz="1200" dirty="0">
                <a:solidFill>
                  <a:srgbClr val="000000"/>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链路聚合接口</a:t>
            </a:r>
            <a:endParaRPr lang="en-US" altLang="zh-CN" sz="1200" dirty="0">
              <a:solidFill>
                <a:srgbClr val="000000"/>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sp>
        <p:nvSpPr>
          <p:cNvPr id="76" name="矩形 75"/>
          <p:cNvSpPr/>
          <p:nvPr/>
        </p:nvSpPr>
        <p:spPr bwMode="auto">
          <a:xfrm>
            <a:off x="2063646" y="4829106"/>
            <a:ext cx="934685" cy="248147"/>
          </a:xfrm>
          <a:prstGeom prst="rect">
            <a:avLst/>
          </a:prstGeom>
          <a:noFill/>
          <a:ln w="9525" cap="flat" cmpd="sng" algn="ctr">
            <a:noFill/>
            <a:prstDash val="dash"/>
            <a:round/>
            <a:headEnd type="none" w="med" len="med"/>
            <a:tailEnd type="none" w="med" len="med"/>
          </a:ln>
          <a:effectLst/>
        </p:spPr>
        <p:txBody>
          <a:bodyPr vert="horz" wrap="square" lIns="91404" tIns="45702" rIns="91404" bIns="45702" numCol="1" rtlCol="0" anchor="t" anchorCtr="0" compatLnSpc="1">
            <a:prstTxWarp prst="textNoShape">
              <a:avLst/>
            </a:prstTxWarp>
          </a:bodyPr>
          <a:lstStyle/>
          <a:p>
            <a:pPr defTabSz="1001248" eaLnBrk="0" hangingPunct="0"/>
            <a:r>
              <a:rPr lang="zh-CN" altLang="en-US" sz="1200" dirty="0">
                <a:solidFill>
                  <a:srgbClr val="000000"/>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活动接口</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7" name="椭圆 76">
            <a:extLst>
              <a:ext uri="{FF2B5EF4-FFF2-40B4-BE49-F238E27FC236}">
                <a16:creationId xmlns="" xmlns:a16="http://schemas.microsoft.com/office/drawing/2014/main" id="{7DBB15C3-7119-4BF5-AC36-6F6AFF9EB213}"/>
              </a:ext>
            </a:extLst>
          </p:cNvPr>
          <p:cNvSpPr/>
          <p:nvPr/>
        </p:nvSpPr>
        <p:spPr>
          <a:xfrm>
            <a:off x="1810813" y="4872262"/>
            <a:ext cx="215916" cy="215916"/>
          </a:xfrm>
          <a:prstGeom prst="ellipse">
            <a:avLst/>
          </a:prstGeom>
          <a:solidFill>
            <a:srgbClr val="8CCAA1"/>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1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8" name="矩形 77"/>
          <p:cNvSpPr/>
          <p:nvPr/>
        </p:nvSpPr>
        <p:spPr bwMode="auto">
          <a:xfrm>
            <a:off x="2063646" y="5117277"/>
            <a:ext cx="1068364" cy="248147"/>
          </a:xfrm>
          <a:prstGeom prst="rect">
            <a:avLst/>
          </a:prstGeom>
          <a:noFill/>
          <a:ln w="9525" cap="flat" cmpd="sng" algn="ctr">
            <a:noFill/>
            <a:prstDash val="dash"/>
            <a:round/>
            <a:headEnd type="none" w="med" len="med"/>
            <a:tailEnd type="none" w="med" len="med"/>
          </a:ln>
          <a:effectLst/>
        </p:spPr>
        <p:txBody>
          <a:bodyPr vert="horz" wrap="square" lIns="91404" tIns="45702" rIns="91404" bIns="45702" numCol="1" rtlCol="0" anchor="t" anchorCtr="0" compatLnSpc="1">
            <a:prstTxWarp prst="textNoShape">
              <a:avLst/>
            </a:prstTxWarp>
          </a:bodyPr>
          <a:lstStyle/>
          <a:p>
            <a:pPr defTabSz="1001248" eaLnBrk="0" hangingPunct="0"/>
            <a:r>
              <a:rPr lang="zh-CN" altLang="en-US" sz="1200" dirty="0">
                <a:solidFill>
                  <a:srgbClr val="000000"/>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非活动接口</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9" name="椭圆 78">
            <a:extLst>
              <a:ext uri="{FF2B5EF4-FFF2-40B4-BE49-F238E27FC236}">
                <a16:creationId xmlns="" xmlns:a16="http://schemas.microsoft.com/office/drawing/2014/main" id="{E3AA826D-E4AC-459E-9C44-0CE0D8799DF1}"/>
              </a:ext>
            </a:extLst>
          </p:cNvPr>
          <p:cNvSpPr/>
          <p:nvPr/>
        </p:nvSpPr>
        <p:spPr>
          <a:xfrm>
            <a:off x="1810813" y="5147513"/>
            <a:ext cx="215916" cy="215916"/>
          </a:xfrm>
          <a:prstGeom prst="ellipse">
            <a:avLst/>
          </a:prstGeom>
          <a:solidFill>
            <a:srgbClr val="EC706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1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101" name="直接箭头连接符 100">
            <a:extLst>
              <a:ext uri="{FF2B5EF4-FFF2-40B4-BE49-F238E27FC236}">
                <a16:creationId xmlns="" xmlns:a16="http://schemas.microsoft.com/office/drawing/2014/main" id="{AA906D00-6A37-4E3C-844F-9AFBEFB9CD58}"/>
              </a:ext>
            </a:extLst>
          </p:cNvPr>
          <p:cNvCxnSpPr>
            <a:cxnSpLocks/>
          </p:cNvCxnSpPr>
          <p:nvPr/>
        </p:nvCxnSpPr>
        <p:spPr>
          <a:xfrm>
            <a:off x="1810813" y="5939665"/>
            <a:ext cx="523427" cy="0"/>
          </a:xfrm>
          <a:prstGeom prst="straightConnector1">
            <a:avLst/>
          </a:prstGeom>
          <a:ln w="28575">
            <a:solidFill>
              <a:srgbClr val="EC7061"/>
            </a:solidFill>
          </a:ln>
        </p:spPr>
        <p:style>
          <a:lnRef idx="1">
            <a:schemeClr val="accent1"/>
          </a:lnRef>
          <a:fillRef idx="0">
            <a:schemeClr val="accent1"/>
          </a:fillRef>
          <a:effectRef idx="0">
            <a:schemeClr val="accent1"/>
          </a:effectRef>
          <a:fontRef idx="minor">
            <a:schemeClr val="tx1"/>
          </a:fontRef>
        </p:style>
      </p:cxnSp>
      <p:sp>
        <p:nvSpPr>
          <p:cNvPr id="102" name="TextBox 77"/>
          <p:cNvSpPr txBox="1"/>
          <p:nvPr/>
        </p:nvSpPr>
        <p:spPr bwMode="auto">
          <a:xfrm>
            <a:off x="2334239" y="5749394"/>
            <a:ext cx="1390745" cy="285502"/>
          </a:xfrm>
          <a:prstGeom prst="rect">
            <a:avLst/>
          </a:prstGeom>
          <a:noFill/>
          <a:ln w="9525">
            <a:noFill/>
            <a:miter lim="800000"/>
            <a:headEnd/>
            <a:tailEnd/>
          </a:ln>
        </p:spPr>
        <p:txBody>
          <a:bodyPr wrap="square" lIns="99941" tIns="49966" rIns="99941" bIns="49966" rtlCol="0">
            <a:spAutoFit/>
          </a:bodyPr>
          <a:lstStyle/>
          <a:p>
            <a:pPr defTabSz="1001248" eaLnBrk="0" hangingPunct="0"/>
            <a:r>
              <a:rPr lang="zh-CN" altLang="en-US" sz="1200" dirty="0">
                <a:solidFill>
                  <a:srgbClr val="000000"/>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非活动链路</a:t>
            </a:r>
            <a:endParaRPr lang="en-US" altLang="zh-CN" sz="1200" dirty="0">
              <a:solidFill>
                <a:srgbClr val="000000"/>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cxnSp>
        <p:nvCxnSpPr>
          <p:cNvPr id="110" name="直接箭头连接符 109"/>
          <p:cNvCxnSpPr/>
          <p:nvPr/>
        </p:nvCxnSpPr>
        <p:spPr>
          <a:xfrm>
            <a:off x="4229924" y="3057035"/>
            <a:ext cx="681267" cy="0"/>
          </a:xfrm>
          <a:prstGeom prst="straightConnector1">
            <a:avLst/>
          </a:prstGeom>
          <a:noFill/>
          <a:ln w="25400" cap="flat" cmpd="sng" algn="ctr">
            <a:solidFill>
              <a:srgbClr val="00B0F0"/>
            </a:solidFill>
            <a:prstDash val="solid"/>
            <a:headEnd type="none" w="med" len="med"/>
            <a:tailEnd type="triangle" w="med" len="med"/>
          </a:ln>
          <a:effectLst>
            <a:outerShdw blurRad="152400" dist="38100" dir="5400000" algn="t" rotWithShape="0">
              <a:prstClr val="black">
                <a:alpha val="12000"/>
              </a:prstClr>
            </a:outerShdw>
          </a:effectLst>
        </p:spPr>
      </p:cxnSp>
      <p:cxnSp>
        <p:nvCxnSpPr>
          <p:cNvPr id="111" name="直接箭头连接符 110"/>
          <p:cNvCxnSpPr/>
          <p:nvPr/>
        </p:nvCxnSpPr>
        <p:spPr>
          <a:xfrm>
            <a:off x="4229924" y="3465717"/>
            <a:ext cx="681267" cy="0"/>
          </a:xfrm>
          <a:prstGeom prst="straightConnector1">
            <a:avLst/>
          </a:prstGeom>
          <a:noFill/>
          <a:ln w="25400" cap="flat" cmpd="sng" algn="ctr">
            <a:solidFill>
              <a:srgbClr val="00B0F0"/>
            </a:solidFill>
            <a:prstDash val="solid"/>
            <a:headEnd type="none" w="med" len="med"/>
            <a:tailEnd type="triangle" w="med" len="med"/>
          </a:ln>
          <a:effectLst>
            <a:outerShdw blurRad="152400" dist="38100" dir="5400000" algn="t" rotWithShape="0">
              <a:prstClr val="black">
                <a:alpha val="12000"/>
              </a:prstClr>
            </a:outerShdw>
          </a:effectLst>
        </p:spPr>
      </p:cxnSp>
      <p:cxnSp>
        <p:nvCxnSpPr>
          <p:cNvPr id="113" name="直接箭头连接符 112"/>
          <p:cNvCxnSpPr/>
          <p:nvPr/>
        </p:nvCxnSpPr>
        <p:spPr>
          <a:xfrm>
            <a:off x="4229924" y="3169238"/>
            <a:ext cx="681267" cy="0"/>
          </a:xfrm>
          <a:prstGeom prst="straightConnector1">
            <a:avLst/>
          </a:prstGeom>
          <a:noFill/>
          <a:ln w="25400" cap="flat" cmpd="sng" algn="ctr">
            <a:solidFill>
              <a:srgbClr val="00B0F0"/>
            </a:solidFill>
            <a:prstDash val="solid"/>
            <a:headEnd type="none" w="med" len="med"/>
            <a:tailEnd type="triangle" w="med" len="med"/>
          </a:ln>
          <a:effectLst>
            <a:outerShdw blurRad="152400" dist="38100" dir="5400000" algn="t" rotWithShape="0">
              <a:prstClr val="black">
                <a:alpha val="12000"/>
              </a:prstClr>
            </a:outerShdw>
          </a:effectLst>
        </p:spPr>
      </p:cxnSp>
      <p:grpSp>
        <p:nvGrpSpPr>
          <p:cNvPr id="58" name="组合 57"/>
          <p:cNvGrpSpPr/>
          <p:nvPr/>
        </p:nvGrpSpPr>
        <p:grpSpPr>
          <a:xfrm>
            <a:off x="3849256" y="4033910"/>
            <a:ext cx="4823786" cy="215916"/>
            <a:chOff x="3850760" y="3765176"/>
            <a:chExt cx="4825670" cy="216000"/>
          </a:xfrm>
        </p:grpSpPr>
        <p:cxnSp>
          <p:nvCxnSpPr>
            <p:cNvPr id="59" name="直接连接符 58"/>
            <p:cNvCxnSpPr>
              <a:stCxn id="61" idx="2"/>
              <a:endCxn id="60" idx="6"/>
            </p:cNvCxnSpPr>
            <p:nvPr/>
          </p:nvCxnSpPr>
          <p:spPr bwMode="auto">
            <a:xfrm flipH="1">
              <a:off x="4066760" y="3873176"/>
              <a:ext cx="4393670" cy="0"/>
            </a:xfrm>
            <a:prstGeom prst="line">
              <a:avLst/>
            </a:prstGeom>
            <a:ln w="25400">
              <a:solidFill>
                <a:srgbClr val="EC7061"/>
              </a:solidFill>
            </a:ln>
          </p:spPr>
          <p:style>
            <a:lnRef idx="1">
              <a:schemeClr val="accent1"/>
            </a:lnRef>
            <a:fillRef idx="0">
              <a:schemeClr val="accent1"/>
            </a:fillRef>
            <a:effectRef idx="0">
              <a:schemeClr val="accent1"/>
            </a:effectRef>
            <a:fontRef idx="minor">
              <a:schemeClr val="tx1"/>
            </a:fontRef>
          </p:style>
        </p:cxnSp>
        <p:sp>
          <p:nvSpPr>
            <p:cNvPr id="60" name="椭圆 59">
              <a:extLst>
                <a:ext uri="{FF2B5EF4-FFF2-40B4-BE49-F238E27FC236}">
                  <a16:creationId xmlns="" xmlns:a16="http://schemas.microsoft.com/office/drawing/2014/main" id="{7DBB15C3-7119-4BF5-AC36-6F6AFF9EB213}"/>
                </a:ext>
              </a:extLst>
            </p:cNvPr>
            <p:cNvSpPr/>
            <p:nvPr/>
          </p:nvSpPr>
          <p:spPr>
            <a:xfrm>
              <a:off x="3850760" y="3765176"/>
              <a:ext cx="216000" cy="216000"/>
            </a:xfrm>
            <a:prstGeom prst="ellipse">
              <a:avLst/>
            </a:prstGeom>
            <a:solidFill>
              <a:srgbClr val="EC706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1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4</a:t>
              </a:r>
              <a:endParaRPr lang="zh-CN" altLang="en-US" sz="11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1" name="椭圆 60">
              <a:extLst>
                <a:ext uri="{FF2B5EF4-FFF2-40B4-BE49-F238E27FC236}">
                  <a16:creationId xmlns="" xmlns:a16="http://schemas.microsoft.com/office/drawing/2014/main" id="{7DBB15C3-7119-4BF5-AC36-6F6AFF9EB213}"/>
                </a:ext>
              </a:extLst>
            </p:cNvPr>
            <p:cNvSpPr/>
            <p:nvPr/>
          </p:nvSpPr>
          <p:spPr>
            <a:xfrm>
              <a:off x="8460430" y="3765176"/>
              <a:ext cx="216000" cy="216000"/>
            </a:xfrm>
            <a:prstGeom prst="ellipse">
              <a:avLst/>
            </a:prstGeom>
            <a:solidFill>
              <a:srgbClr val="EC706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1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4</a:t>
              </a:r>
              <a:endParaRPr lang="zh-CN" altLang="en-US" sz="11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nvGrpSpPr>
          <p:cNvPr id="62" name="组合 61"/>
          <p:cNvGrpSpPr/>
          <p:nvPr/>
        </p:nvGrpSpPr>
        <p:grpSpPr>
          <a:xfrm>
            <a:off x="2239701" y="2810368"/>
            <a:ext cx="714096" cy="1684902"/>
            <a:chOff x="3457608" y="2904334"/>
            <a:chExt cx="714375" cy="1685560"/>
          </a:xfrm>
        </p:grpSpPr>
        <p:sp>
          <p:nvSpPr>
            <p:cNvPr id="67" name="任意多边形 66"/>
            <p:cNvSpPr/>
            <p:nvPr/>
          </p:nvSpPr>
          <p:spPr>
            <a:xfrm>
              <a:off x="3457608" y="2904334"/>
              <a:ext cx="714375" cy="396000"/>
            </a:xfrm>
            <a:custGeom>
              <a:avLst/>
              <a:gdLst>
                <a:gd name="connsiteX0" fmla="*/ 0 w 714375"/>
                <a:gd name="connsiteY0" fmla="*/ 0 h 628650"/>
                <a:gd name="connsiteX1" fmla="*/ 200025 w 714375"/>
                <a:gd name="connsiteY1" fmla="*/ 504825 h 628650"/>
                <a:gd name="connsiteX2" fmla="*/ 714375 w 714375"/>
                <a:gd name="connsiteY2" fmla="*/ 628650 h 628650"/>
              </a:gdLst>
              <a:ahLst/>
              <a:cxnLst>
                <a:cxn ang="0">
                  <a:pos x="connsiteX0" y="connsiteY0"/>
                </a:cxn>
                <a:cxn ang="0">
                  <a:pos x="connsiteX1" y="connsiteY1"/>
                </a:cxn>
                <a:cxn ang="0">
                  <a:pos x="connsiteX2" y="connsiteY2"/>
                </a:cxn>
              </a:cxnLst>
              <a:rect l="l" t="t" r="r" b="b"/>
              <a:pathLst>
                <a:path w="714375" h="628650">
                  <a:moveTo>
                    <a:pt x="0" y="0"/>
                  </a:moveTo>
                  <a:cubicBezTo>
                    <a:pt x="40481" y="200025"/>
                    <a:pt x="80963" y="400050"/>
                    <a:pt x="200025" y="504825"/>
                  </a:cubicBezTo>
                  <a:cubicBezTo>
                    <a:pt x="319088" y="609600"/>
                    <a:pt x="625475" y="614362"/>
                    <a:pt x="714375" y="628650"/>
                  </a:cubicBezTo>
                </a:path>
              </a:pathLst>
            </a:custGeom>
            <a:noFill/>
            <a:ln w="25400" cap="flat" cmpd="sng" algn="ctr">
              <a:solidFill>
                <a:srgbClr val="00B0F0"/>
              </a:solidFill>
              <a:prstDash val="solid"/>
              <a:headEnd type="none" w="med" len="med"/>
              <a:tailEnd type="triangle" w="med" len="med"/>
            </a:ln>
            <a:effectLst>
              <a:outerShdw blurRad="152400" dist="38100" dir="5400000" algn="t" rotWithShape="0">
                <a:prstClr val="black">
                  <a:alpha val="12000"/>
                </a:prstClr>
              </a:outerShdw>
            </a:effectLst>
          </p:spPr>
          <p:txBody>
            <a:bodyPr rtlCol="0" anchor="ctr"/>
            <a:lstStyle/>
            <a:p>
              <a:pPr algn="ctr"/>
              <a:endParaRPr lang="zh-CN" altLang="en-US"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8" name="任意多边形 67"/>
            <p:cNvSpPr/>
            <p:nvPr/>
          </p:nvSpPr>
          <p:spPr>
            <a:xfrm flipV="1">
              <a:off x="3457608" y="4193894"/>
              <a:ext cx="714375" cy="396000"/>
            </a:xfrm>
            <a:custGeom>
              <a:avLst/>
              <a:gdLst>
                <a:gd name="connsiteX0" fmla="*/ 0 w 714375"/>
                <a:gd name="connsiteY0" fmla="*/ 0 h 628650"/>
                <a:gd name="connsiteX1" fmla="*/ 200025 w 714375"/>
                <a:gd name="connsiteY1" fmla="*/ 504825 h 628650"/>
                <a:gd name="connsiteX2" fmla="*/ 714375 w 714375"/>
                <a:gd name="connsiteY2" fmla="*/ 628650 h 628650"/>
              </a:gdLst>
              <a:ahLst/>
              <a:cxnLst>
                <a:cxn ang="0">
                  <a:pos x="connsiteX0" y="connsiteY0"/>
                </a:cxn>
                <a:cxn ang="0">
                  <a:pos x="connsiteX1" y="connsiteY1"/>
                </a:cxn>
                <a:cxn ang="0">
                  <a:pos x="connsiteX2" y="connsiteY2"/>
                </a:cxn>
              </a:cxnLst>
              <a:rect l="l" t="t" r="r" b="b"/>
              <a:pathLst>
                <a:path w="714375" h="628650">
                  <a:moveTo>
                    <a:pt x="0" y="0"/>
                  </a:moveTo>
                  <a:cubicBezTo>
                    <a:pt x="40481" y="200025"/>
                    <a:pt x="80963" y="400050"/>
                    <a:pt x="200025" y="504825"/>
                  </a:cubicBezTo>
                  <a:cubicBezTo>
                    <a:pt x="319088" y="609600"/>
                    <a:pt x="625475" y="614362"/>
                    <a:pt x="714375" y="628650"/>
                  </a:cubicBezTo>
                </a:path>
              </a:pathLst>
            </a:custGeom>
            <a:noFill/>
            <a:ln w="25400" cap="flat" cmpd="sng" algn="ctr">
              <a:solidFill>
                <a:srgbClr val="00B0F0"/>
              </a:solidFill>
              <a:prstDash val="solid"/>
              <a:headEnd type="none" w="med" len="med"/>
              <a:tailEnd type="triangle" w="med" len="med"/>
            </a:ln>
            <a:effectLst>
              <a:outerShdw blurRad="152400" dist="38100" dir="5400000" algn="t" rotWithShape="0">
                <a:prstClr val="black">
                  <a:alpha val="12000"/>
                </a:prstClr>
              </a:outerShdw>
            </a:effectLst>
          </p:spPr>
          <p:txBody>
            <a:bodyPr rtlCol="0" anchor="ctr"/>
            <a:lstStyle/>
            <a:p>
              <a:pPr algn="ctr"/>
              <a:endParaRPr lang="zh-CN" altLang="en-US" sz="1799">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69" name="直接箭头连接符 68"/>
            <p:cNvCxnSpPr/>
            <p:nvPr/>
          </p:nvCxnSpPr>
          <p:spPr>
            <a:xfrm>
              <a:off x="3490450" y="3896040"/>
              <a:ext cx="681533" cy="0"/>
            </a:xfrm>
            <a:prstGeom prst="straightConnector1">
              <a:avLst/>
            </a:prstGeom>
            <a:noFill/>
            <a:ln w="25400" cap="flat" cmpd="sng" algn="ctr">
              <a:solidFill>
                <a:srgbClr val="00B0F0"/>
              </a:solidFill>
              <a:prstDash val="solid"/>
              <a:headEnd type="none" w="med" len="med"/>
              <a:tailEnd type="triangle" w="med" len="med"/>
            </a:ln>
            <a:effectLst>
              <a:outerShdw blurRad="152400" dist="38100" dir="5400000" algn="t" rotWithShape="0">
                <a:prstClr val="black">
                  <a:alpha val="12000"/>
                </a:prstClr>
              </a:outerShdw>
            </a:effectLst>
          </p:spPr>
        </p:cxnSp>
        <p:cxnSp>
          <p:nvCxnSpPr>
            <p:cNvPr id="70" name="直接箭头连接符 69"/>
            <p:cNvCxnSpPr/>
            <p:nvPr/>
          </p:nvCxnSpPr>
          <p:spPr>
            <a:xfrm>
              <a:off x="3490450" y="3598187"/>
              <a:ext cx="681533" cy="0"/>
            </a:xfrm>
            <a:prstGeom prst="straightConnector1">
              <a:avLst/>
            </a:prstGeom>
            <a:noFill/>
            <a:ln w="25400" cap="flat" cmpd="sng" algn="ctr">
              <a:solidFill>
                <a:srgbClr val="00B0F0"/>
              </a:solidFill>
              <a:prstDash val="solid"/>
              <a:headEnd type="none" w="med" len="med"/>
              <a:tailEnd type="triangle" w="med" len="med"/>
            </a:ln>
            <a:effectLst>
              <a:outerShdw blurRad="152400" dist="38100" dir="5400000" algn="t" rotWithShape="0">
                <a:prstClr val="black">
                  <a:alpha val="12000"/>
                </a:prstClr>
              </a:outerShdw>
            </a:effectLst>
          </p:spPr>
        </p:cxnSp>
      </p:grpSp>
      <p:grpSp>
        <p:nvGrpSpPr>
          <p:cNvPr id="71" name="组合 70"/>
          <p:cNvGrpSpPr/>
          <p:nvPr/>
        </p:nvGrpSpPr>
        <p:grpSpPr>
          <a:xfrm>
            <a:off x="9612198" y="2886476"/>
            <a:ext cx="686199" cy="1532688"/>
            <a:chOff x="7751008" y="2848950"/>
            <a:chExt cx="686467" cy="1533287"/>
          </a:xfrm>
        </p:grpSpPr>
        <p:sp>
          <p:nvSpPr>
            <p:cNvPr id="72" name="任意多边形 71"/>
            <p:cNvSpPr/>
            <p:nvPr/>
          </p:nvSpPr>
          <p:spPr>
            <a:xfrm flipH="1">
              <a:off x="7753475" y="2848950"/>
              <a:ext cx="684000" cy="396000"/>
            </a:xfrm>
            <a:custGeom>
              <a:avLst/>
              <a:gdLst>
                <a:gd name="connsiteX0" fmla="*/ 0 w 714375"/>
                <a:gd name="connsiteY0" fmla="*/ 0 h 628650"/>
                <a:gd name="connsiteX1" fmla="*/ 200025 w 714375"/>
                <a:gd name="connsiteY1" fmla="*/ 504825 h 628650"/>
                <a:gd name="connsiteX2" fmla="*/ 714375 w 714375"/>
                <a:gd name="connsiteY2" fmla="*/ 628650 h 628650"/>
              </a:gdLst>
              <a:ahLst/>
              <a:cxnLst>
                <a:cxn ang="0">
                  <a:pos x="connsiteX0" y="connsiteY0"/>
                </a:cxn>
                <a:cxn ang="0">
                  <a:pos x="connsiteX1" y="connsiteY1"/>
                </a:cxn>
                <a:cxn ang="0">
                  <a:pos x="connsiteX2" y="connsiteY2"/>
                </a:cxn>
              </a:cxnLst>
              <a:rect l="l" t="t" r="r" b="b"/>
              <a:pathLst>
                <a:path w="714375" h="628650">
                  <a:moveTo>
                    <a:pt x="0" y="0"/>
                  </a:moveTo>
                  <a:cubicBezTo>
                    <a:pt x="40481" y="200025"/>
                    <a:pt x="80963" y="400050"/>
                    <a:pt x="200025" y="504825"/>
                  </a:cubicBezTo>
                  <a:cubicBezTo>
                    <a:pt x="319088" y="609600"/>
                    <a:pt x="625475" y="614362"/>
                    <a:pt x="714375" y="628650"/>
                  </a:cubicBezTo>
                </a:path>
              </a:pathLst>
            </a:custGeom>
            <a:noFill/>
            <a:ln w="25400" cap="flat" cmpd="sng" algn="ctr">
              <a:solidFill>
                <a:srgbClr val="00B0F0"/>
              </a:solidFill>
              <a:prstDash val="solid"/>
              <a:headEnd type="arrow" w="med" len="med"/>
              <a:tailEnd type="none" w="med" len="med"/>
            </a:ln>
            <a:effectLst>
              <a:outerShdw blurRad="152400" dist="38100" dir="5400000" algn="t" rotWithShape="0">
                <a:prstClr val="black">
                  <a:alpha val="12000"/>
                </a:prstClr>
              </a:outerShdw>
            </a:effectLst>
          </p:spPr>
          <p:txBody>
            <a:bodyPr rtlCol="0" anchor="ctr"/>
            <a:lstStyle/>
            <a:p>
              <a:pPr algn="ctr"/>
              <a:endParaRPr lang="zh-CN" altLang="en-US"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3" name="任意多边形 72"/>
            <p:cNvSpPr/>
            <p:nvPr/>
          </p:nvSpPr>
          <p:spPr>
            <a:xfrm flipH="1" flipV="1">
              <a:off x="7751008" y="3986237"/>
              <a:ext cx="684000" cy="396000"/>
            </a:xfrm>
            <a:custGeom>
              <a:avLst/>
              <a:gdLst>
                <a:gd name="connsiteX0" fmla="*/ 0 w 714375"/>
                <a:gd name="connsiteY0" fmla="*/ 0 h 628650"/>
                <a:gd name="connsiteX1" fmla="*/ 200025 w 714375"/>
                <a:gd name="connsiteY1" fmla="*/ 504825 h 628650"/>
                <a:gd name="connsiteX2" fmla="*/ 714375 w 714375"/>
                <a:gd name="connsiteY2" fmla="*/ 628650 h 628650"/>
              </a:gdLst>
              <a:ahLst/>
              <a:cxnLst>
                <a:cxn ang="0">
                  <a:pos x="connsiteX0" y="connsiteY0"/>
                </a:cxn>
                <a:cxn ang="0">
                  <a:pos x="connsiteX1" y="connsiteY1"/>
                </a:cxn>
                <a:cxn ang="0">
                  <a:pos x="connsiteX2" y="connsiteY2"/>
                </a:cxn>
              </a:cxnLst>
              <a:rect l="l" t="t" r="r" b="b"/>
              <a:pathLst>
                <a:path w="714375" h="628650">
                  <a:moveTo>
                    <a:pt x="0" y="0"/>
                  </a:moveTo>
                  <a:cubicBezTo>
                    <a:pt x="40481" y="200025"/>
                    <a:pt x="80963" y="400050"/>
                    <a:pt x="200025" y="504825"/>
                  </a:cubicBezTo>
                  <a:cubicBezTo>
                    <a:pt x="319088" y="609600"/>
                    <a:pt x="625475" y="614362"/>
                    <a:pt x="714375" y="628650"/>
                  </a:cubicBezTo>
                </a:path>
              </a:pathLst>
            </a:custGeom>
            <a:noFill/>
            <a:ln w="25400" cap="flat" cmpd="sng" algn="ctr">
              <a:solidFill>
                <a:srgbClr val="00B0F0"/>
              </a:solidFill>
              <a:prstDash val="solid"/>
              <a:headEnd type="arrow" w="med" len="med"/>
              <a:tailEnd type="none" w="med" len="med"/>
            </a:ln>
            <a:effectLst>
              <a:outerShdw blurRad="152400" dist="38100" dir="5400000" algn="t" rotWithShape="0">
                <a:prstClr val="black">
                  <a:alpha val="12000"/>
                </a:prstClr>
              </a:outerShdw>
            </a:effectLst>
          </p:spPr>
          <p:txBody>
            <a:bodyPr rtlCol="0" anchor="ctr"/>
            <a:lstStyle/>
            <a:p>
              <a:pPr algn="ctr"/>
              <a:endParaRPr lang="zh-CN" altLang="en-US" sz="1799">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74" name="直接箭头连接符 73"/>
            <p:cNvCxnSpPr/>
            <p:nvPr/>
          </p:nvCxnSpPr>
          <p:spPr>
            <a:xfrm>
              <a:off x="7753475" y="3685583"/>
              <a:ext cx="681533" cy="0"/>
            </a:xfrm>
            <a:prstGeom prst="straightConnector1">
              <a:avLst/>
            </a:prstGeom>
            <a:noFill/>
            <a:ln w="25400" cap="flat" cmpd="sng" algn="ctr">
              <a:solidFill>
                <a:srgbClr val="00B0F0"/>
              </a:solidFill>
              <a:prstDash val="solid"/>
              <a:headEnd type="none" w="med" len="med"/>
              <a:tailEnd type="triangle" w="med" len="med"/>
            </a:ln>
            <a:effectLst>
              <a:outerShdw blurRad="152400" dist="38100" dir="5400000" algn="t" rotWithShape="0">
                <a:prstClr val="black">
                  <a:alpha val="12000"/>
                </a:prstClr>
              </a:outerShdw>
            </a:effectLst>
          </p:spPr>
        </p:cxnSp>
        <p:cxnSp>
          <p:nvCxnSpPr>
            <p:cNvPr id="75" name="直接箭头连接符 74"/>
            <p:cNvCxnSpPr/>
            <p:nvPr/>
          </p:nvCxnSpPr>
          <p:spPr>
            <a:xfrm>
              <a:off x="7753475" y="3465266"/>
              <a:ext cx="681533" cy="0"/>
            </a:xfrm>
            <a:prstGeom prst="straightConnector1">
              <a:avLst/>
            </a:prstGeom>
            <a:noFill/>
            <a:ln w="25400" cap="flat" cmpd="sng" algn="ctr">
              <a:solidFill>
                <a:srgbClr val="00B0F0"/>
              </a:solidFill>
              <a:prstDash val="solid"/>
              <a:headEnd type="none" w="med" len="med"/>
              <a:tailEnd type="triangle" w="med" len="med"/>
            </a:ln>
            <a:effectLst>
              <a:outerShdw blurRad="152400" dist="38100" dir="5400000" algn="t" rotWithShape="0">
                <a:prstClr val="black">
                  <a:alpha val="12000"/>
                </a:prstClr>
              </a:outerShdw>
            </a:effectLst>
          </p:spPr>
        </p:cxnSp>
      </p:grpSp>
      <p:cxnSp>
        <p:nvCxnSpPr>
          <p:cNvPr id="80" name="直接箭头连接符 79"/>
          <p:cNvCxnSpPr/>
          <p:nvPr/>
        </p:nvCxnSpPr>
        <p:spPr>
          <a:xfrm>
            <a:off x="4229924" y="3343732"/>
            <a:ext cx="681267" cy="0"/>
          </a:xfrm>
          <a:prstGeom prst="straightConnector1">
            <a:avLst/>
          </a:prstGeom>
          <a:noFill/>
          <a:ln w="25400" cap="flat" cmpd="sng" algn="ctr">
            <a:solidFill>
              <a:srgbClr val="00B0F0"/>
            </a:solidFill>
            <a:prstDash val="solid"/>
            <a:headEnd type="none" w="med" len="med"/>
            <a:tailEnd type="triangle" w="med" len="med"/>
          </a:ln>
          <a:effectLst>
            <a:outerShdw blurRad="152400" dist="38100" dir="5400000" algn="t" rotWithShape="0">
              <a:prstClr val="black">
                <a:alpha val="12000"/>
              </a:prstClr>
            </a:outerShdw>
          </a:effectLst>
        </p:spPr>
      </p:cxnSp>
      <p:sp>
        <p:nvSpPr>
          <p:cNvPr id="81" name="TextBox 120">
            <a:extLst>
              <a:ext uri="{FF2B5EF4-FFF2-40B4-BE49-F238E27FC236}">
                <a16:creationId xmlns="" xmlns:a16="http://schemas.microsoft.com/office/drawing/2014/main" id="{890033A1-CB2B-46C1-843C-A395BBB7F123}"/>
              </a:ext>
            </a:extLst>
          </p:cNvPr>
          <p:cNvSpPr txBox="1"/>
          <p:nvPr/>
        </p:nvSpPr>
        <p:spPr>
          <a:xfrm>
            <a:off x="4943016" y="2867187"/>
            <a:ext cx="2438828" cy="307657"/>
          </a:xfrm>
          <a:prstGeom prst="rect">
            <a:avLst/>
          </a:prstGeom>
          <a:noFill/>
        </p:spPr>
        <p:txBody>
          <a:bodyPr wrap="square" rtlCol="0" anchor="ctr">
            <a:spAutoFit/>
          </a:bodyPr>
          <a:lstStyle/>
          <a:p>
            <a:pPr algn="ctr"/>
            <a:r>
              <a:rPr lang="en-US" altLang="zh-CN" sz="1399" b="1" dirty="0">
                <a:latin typeface="Huawei Sans" panose="020C0503030203020204" pitchFamily="34" charset="0"/>
                <a:ea typeface="方正兰亭黑简体" panose="02000000000000000000" pitchFamily="2" charset="-122"/>
                <a:sym typeface="Huawei Sans" panose="020C0503030203020204" pitchFamily="34" charset="0"/>
              </a:rPr>
              <a:t>LACP</a:t>
            </a:r>
            <a:r>
              <a:rPr lang="zh-CN" altLang="en-US" sz="1399" b="1" dirty="0">
                <a:latin typeface="Huawei Sans" panose="020C0503030203020204" pitchFamily="34" charset="0"/>
                <a:ea typeface="方正兰亭黑简体" panose="02000000000000000000" pitchFamily="2" charset="-122"/>
                <a:sym typeface="Huawei Sans" panose="020C0503030203020204" pitchFamily="34" charset="0"/>
              </a:rPr>
              <a:t>模式</a:t>
            </a:r>
            <a:r>
              <a:rPr lang="en-US" altLang="zh-CN" sz="1399" b="1" dirty="0">
                <a:latin typeface="Huawei Sans" panose="020C0503030203020204" pitchFamily="34" charset="0"/>
                <a:ea typeface="方正兰亭黑简体" panose="02000000000000000000" pitchFamily="2" charset="-122"/>
                <a:sym typeface="Huawei Sans" panose="020C0503030203020204" pitchFamily="34" charset="0"/>
              </a:rPr>
              <a:t>Eth-Trunk</a:t>
            </a:r>
            <a:endParaRPr lang="zh-CN" altLang="en-US" sz="1399"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7" name="五边形 86"/>
          <p:cNvSpPr/>
          <p:nvPr/>
        </p:nvSpPr>
        <p:spPr bwMode="auto">
          <a:xfrm>
            <a:off x="7562321" y="126000"/>
            <a:ext cx="899749" cy="213037"/>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报文介绍</a:t>
            </a:r>
          </a:p>
        </p:txBody>
      </p:sp>
      <p:sp>
        <p:nvSpPr>
          <p:cNvPr id="88" name="燕尾形 87"/>
          <p:cNvSpPr/>
          <p:nvPr/>
        </p:nvSpPr>
        <p:spPr bwMode="auto">
          <a:xfrm>
            <a:off x="8383481" y="126000"/>
            <a:ext cx="1367951" cy="213037"/>
          </a:xfrm>
          <a:prstGeom prst="chevron">
            <a:avLst/>
          </a:prstGeom>
          <a:solidFill>
            <a:srgbClr val="00B0F0"/>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最大活动接口数</a:t>
            </a:r>
          </a:p>
        </p:txBody>
      </p:sp>
      <p:sp>
        <p:nvSpPr>
          <p:cNvPr id="89" name="燕尾形 88"/>
          <p:cNvSpPr/>
          <p:nvPr/>
        </p:nvSpPr>
        <p:spPr bwMode="auto">
          <a:xfrm>
            <a:off x="9667454" y="126000"/>
            <a:ext cx="1223658" cy="213037"/>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活动链路选举</a:t>
            </a:r>
          </a:p>
        </p:txBody>
      </p:sp>
      <p:sp>
        <p:nvSpPr>
          <p:cNvPr id="90" name="燕尾形 89"/>
          <p:cNvSpPr/>
          <p:nvPr/>
        </p:nvSpPr>
        <p:spPr bwMode="auto">
          <a:xfrm>
            <a:off x="10812767" y="126000"/>
            <a:ext cx="1223658" cy="213037"/>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负载分担</a:t>
            </a:r>
          </a:p>
        </p:txBody>
      </p:sp>
    </p:spTree>
    <p:extLst>
      <p:ext uri="{BB962C8B-B14F-4D97-AF65-F5344CB8AC3E}">
        <p14:creationId xmlns:p14="http://schemas.microsoft.com/office/powerpoint/2010/main" val="3513126854"/>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pPr fontAlgn="auto"/>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最大活动接口数 </a:t>
            </a:r>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(2)</a:t>
            </a:r>
            <a:endParaRPr lang="zh-CN" altLang="en-US"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 name="文本占位符 1"/>
          <p:cNvSpPr>
            <a:spLocks noGrp="1"/>
          </p:cNvSpPr>
          <p:nvPr>
            <p:ph type="body" sz="quarter" idx="10"/>
          </p:nvPr>
        </p:nvSpPr>
        <p:spPr/>
        <p:txBody>
          <a:bodyPr/>
          <a:lstStyle/>
          <a:p>
            <a:r>
              <a:rPr lang="zh-CN" altLang="en-US" sz="2000"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当</a:t>
            </a:r>
            <a:r>
              <a:rPr lang="zh-CN" altLang="en-US" sz="20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活动链路</a:t>
            </a:r>
            <a:r>
              <a:rPr lang="zh-CN" altLang="en-US" sz="2000"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中出现链路故障时，可以从非</a:t>
            </a:r>
            <a:r>
              <a:rPr lang="zh-CN" altLang="en-US" sz="20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活动链路</a:t>
            </a:r>
            <a:r>
              <a:rPr lang="zh-CN" altLang="en-US" sz="2000"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中找出一条优先级最高（接口优先级、接口编号比较）的链路替换故障链路，实现总体带宽不发生变化、业务的不间断转发。</a:t>
            </a:r>
          </a:p>
          <a:p>
            <a:endParaRPr lang="zh-CN" altLang="en-US" sz="2000" dirty="0"/>
          </a:p>
        </p:txBody>
      </p:sp>
      <p:sp>
        <p:nvSpPr>
          <p:cNvPr id="35" name="TextBox 77"/>
          <p:cNvSpPr txBox="1"/>
          <p:nvPr/>
        </p:nvSpPr>
        <p:spPr bwMode="auto">
          <a:xfrm>
            <a:off x="2334240" y="5387854"/>
            <a:ext cx="1390745" cy="285502"/>
          </a:xfrm>
          <a:prstGeom prst="rect">
            <a:avLst/>
          </a:prstGeom>
          <a:noFill/>
          <a:ln w="9525">
            <a:noFill/>
            <a:miter lim="800000"/>
            <a:headEnd/>
            <a:tailEnd/>
          </a:ln>
        </p:spPr>
        <p:txBody>
          <a:bodyPr wrap="square" lIns="99941" tIns="49966" rIns="99941" bIns="49966" rtlCol="0">
            <a:spAutoFit/>
          </a:bodyPr>
          <a:lstStyle/>
          <a:p>
            <a:pPr defTabSz="1001248" eaLnBrk="0" hangingPunct="0"/>
            <a:r>
              <a:rPr lang="zh-CN" altLang="en-US" sz="1200" dirty="0">
                <a:solidFill>
                  <a:srgbClr val="000000"/>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活动链路</a:t>
            </a:r>
            <a:endParaRPr lang="en-US" altLang="zh-CN" sz="1200" dirty="0">
              <a:solidFill>
                <a:srgbClr val="000000"/>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cxnSp>
        <p:nvCxnSpPr>
          <p:cNvPr id="36" name="直接箭头连接符 35">
            <a:extLst>
              <a:ext uri="{FF2B5EF4-FFF2-40B4-BE49-F238E27FC236}">
                <a16:creationId xmlns="" xmlns:a16="http://schemas.microsoft.com/office/drawing/2014/main" id="{AA906D00-6A37-4E3C-844F-9AFBEFB9CD58}"/>
              </a:ext>
            </a:extLst>
          </p:cNvPr>
          <p:cNvCxnSpPr>
            <a:cxnSpLocks/>
          </p:cNvCxnSpPr>
          <p:nvPr/>
        </p:nvCxnSpPr>
        <p:spPr>
          <a:xfrm>
            <a:off x="1810814" y="5528594"/>
            <a:ext cx="523427" cy="0"/>
          </a:xfrm>
          <a:prstGeom prst="straightConnector1">
            <a:avLst/>
          </a:prstGeom>
          <a:ln w="28575">
            <a:solidFill>
              <a:srgbClr val="8CCAA1"/>
            </a:solidFill>
          </a:ln>
        </p:spPr>
        <p:style>
          <a:lnRef idx="1">
            <a:schemeClr val="accent1"/>
          </a:lnRef>
          <a:fillRef idx="0">
            <a:schemeClr val="accent1"/>
          </a:fillRef>
          <a:effectRef idx="0">
            <a:schemeClr val="accent1"/>
          </a:effectRef>
          <a:fontRef idx="minor">
            <a:schemeClr val="tx1"/>
          </a:fontRef>
        </p:style>
      </p:cxnSp>
      <p:sp>
        <p:nvSpPr>
          <p:cNvPr id="57" name="矩形 56"/>
          <p:cNvSpPr/>
          <p:nvPr/>
        </p:nvSpPr>
        <p:spPr bwMode="auto">
          <a:xfrm>
            <a:off x="2063647" y="4713195"/>
            <a:ext cx="934685" cy="248147"/>
          </a:xfrm>
          <a:prstGeom prst="rect">
            <a:avLst/>
          </a:prstGeom>
          <a:noFill/>
          <a:ln w="9525" cap="flat" cmpd="sng" algn="ctr">
            <a:noFill/>
            <a:prstDash val="dash"/>
            <a:round/>
            <a:headEnd type="none" w="med" len="med"/>
            <a:tailEnd type="none" w="med" len="med"/>
          </a:ln>
          <a:effectLst/>
        </p:spPr>
        <p:txBody>
          <a:bodyPr vert="horz" wrap="square" lIns="91404" tIns="45702" rIns="91404" bIns="45702" numCol="1" rtlCol="0" anchor="t" anchorCtr="0" compatLnSpc="1">
            <a:prstTxWarp prst="textNoShape">
              <a:avLst/>
            </a:prstTxWarp>
          </a:bodyPr>
          <a:lstStyle/>
          <a:p>
            <a:pPr defTabSz="1001248" eaLnBrk="0" hangingPunct="0"/>
            <a:r>
              <a:rPr lang="zh-CN" altLang="en-US" sz="1200" dirty="0">
                <a:solidFill>
                  <a:srgbClr val="000000"/>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活动接口</a:t>
            </a:r>
            <a:endParaRPr lang="zh-CN" altLang="en-US"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8" name="椭圆 57">
            <a:extLst>
              <a:ext uri="{FF2B5EF4-FFF2-40B4-BE49-F238E27FC236}">
                <a16:creationId xmlns="" xmlns:a16="http://schemas.microsoft.com/office/drawing/2014/main" id="{7DBB15C3-7119-4BF5-AC36-6F6AFF9EB213}"/>
              </a:ext>
            </a:extLst>
          </p:cNvPr>
          <p:cNvSpPr/>
          <p:nvPr/>
        </p:nvSpPr>
        <p:spPr>
          <a:xfrm>
            <a:off x="1810814" y="4756351"/>
            <a:ext cx="215916" cy="215916"/>
          </a:xfrm>
          <a:prstGeom prst="ellipse">
            <a:avLst/>
          </a:prstGeom>
          <a:solidFill>
            <a:srgbClr val="8CCAA1"/>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1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9" name="矩形 58"/>
          <p:cNvSpPr/>
          <p:nvPr/>
        </p:nvSpPr>
        <p:spPr bwMode="auto">
          <a:xfrm>
            <a:off x="2063647" y="5001366"/>
            <a:ext cx="1068364" cy="248147"/>
          </a:xfrm>
          <a:prstGeom prst="rect">
            <a:avLst/>
          </a:prstGeom>
          <a:noFill/>
          <a:ln w="9525" cap="flat" cmpd="sng" algn="ctr">
            <a:noFill/>
            <a:prstDash val="dash"/>
            <a:round/>
            <a:headEnd type="none" w="med" len="med"/>
            <a:tailEnd type="none" w="med" len="med"/>
          </a:ln>
          <a:effectLst/>
        </p:spPr>
        <p:txBody>
          <a:bodyPr vert="horz" wrap="square" lIns="91404" tIns="45702" rIns="91404" bIns="45702" numCol="1" rtlCol="0" anchor="t" anchorCtr="0" compatLnSpc="1">
            <a:prstTxWarp prst="textNoShape">
              <a:avLst/>
            </a:prstTxWarp>
          </a:bodyPr>
          <a:lstStyle/>
          <a:p>
            <a:pPr defTabSz="1001248" eaLnBrk="0" hangingPunct="0"/>
            <a:r>
              <a:rPr lang="zh-CN" altLang="en-US" sz="1200" dirty="0">
                <a:solidFill>
                  <a:srgbClr val="000000"/>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非活动接口</a:t>
            </a:r>
            <a:endParaRPr lang="zh-CN" altLang="en-US"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0" name="椭圆 59">
            <a:extLst>
              <a:ext uri="{FF2B5EF4-FFF2-40B4-BE49-F238E27FC236}">
                <a16:creationId xmlns="" xmlns:a16="http://schemas.microsoft.com/office/drawing/2014/main" id="{E3AA826D-E4AC-459E-9C44-0CE0D8799DF1}"/>
              </a:ext>
            </a:extLst>
          </p:cNvPr>
          <p:cNvSpPr/>
          <p:nvPr/>
        </p:nvSpPr>
        <p:spPr>
          <a:xfrm>
            <a:off x="1810814" y="5031602"/>
            <a:ext cx="215916" cy="215916"/>
          </a:xfrm>
          <a:prstGeom prst="ellipse">
            <a:avLst/>
          </a:prstGeom>
          <a:solidFill>
            <a:srgbClr val="EC706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1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61" name="直接箭头连接符 60">
            <a:extLst>
              <a:ext uri="{FF2B5EF4-FFF2-40B4-BE49-F238E27FC236}">
                <a16:creationId xmlns="" xmlns:a16="http://schemas.microsoft.com/office/drawing/2014/main" id="{AA906D00-6A37-4E3C-844F-9AFBEFB9CD58}"/>
              </a:ext>
            </a:extLst>
          </p:cNvPr>
          <p:cNvCxnSpPr>
            <a:cxnSpLocks/>
          </p:cNvCxnSpPr>
          <p:nvPr/>
        </p:nvCxnSpPr>
        <p:spPr>
          <a:xfrm>
            <a:off x="1810814" y="5834859"/>
            <a:ext cx="523427" cy="0"/>
          </a:xfrm>
          <a:prstGeom prst="straightConnector1">
            <a:avLst/>
          </a:prstGeom>
          <a:ln w="25400">
            <a:solidFill>
              <a:srgbClr val="EC7061"/>
            </a:solidFill>
          </a:ln>
        </p:spPr>
        <p:style>
          <a:lnRef idx="1">
            <a:schemeClr val="accent1"/>
          </a:lnRef>
          <a:fillRef idx="0">
            <a:schemeClr val="accent1"/>
          </a:fillRef>
          <a:effectRef idx="0">
            <a:schemeClr val="accent1"/>
          </a:effectRef>
          <a:fontRef idx="minor">
            <a:schemeClr val="tx1"/>
          </a:fontRef>
        </p:style>
      </p:cxnSp>
      <p:sp>
        <p:nvSpPr>
          <p:cNvPr id="94" name="TextBox 77"/>
          <p:cNvSpPr txBox="1"/>
          <p:nvPr/>
        </p:nvSpPr>
        <p:spPr bwMode="auto">
          <a:xfrm>
            <a:off x="2334240" y="5696518"/>
            <a:ext cx="1390745" cy="285502"/>
          </a:xfrm>
          <a:prstGeom prst="rect">
            <a:avLst/>
          </a:prstGeom>
          <a:noFill/>
          <a:ln w="9525">
            <a:noFill/>
            <a:miter lim="800000"/>
            <a:headEnd/>
            <a:tailEnd/>
          </a:ln>
        </p:spPr>
        <p:txBody>
          <a:bodyPr wrap="square" lIns="99941" tIns="49966" rIns="99941" bIns="49966" rtlCol="0">
            <a:spAutoFit/>
          </a:bodyPr>
          <a:lstStyle/>
          <a:p>
            <a:pPr defTabSz="1001248" eaLnBrk="0" hangingPunct="0"/>
            <a:r>
              <a:rPr lang="zh-CN" altLang="en-US" sz="1200" dirty="0">
                <a:solidFill>
                  <a:srgbClr val="000000"/>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非活动链路</a:t>
            </a:r>
            <a:endParaRPr lang="en-US" altLang="zh-CN" sz="1200" dirty="0">
              <a:solidFill>
                <a:srgbClr val="000000"/>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cxnSp>
        <p:nvCxnSpPr>
          <p:cNvPr id="105" name="直接箭头连接符 104">
            <a:extLst>
              <a:ext uri="{FF2B5EF4-FFF2-40B4-BE49-F238E27FC236}">
                <a16:creationId xmlns="" xmlns:a16="http://schemas.microsoft.com/office/drawing/2014/main" id="{AA906D00-6A37-4E3C-844F-9AFBEFB9CD58}"/>
              </a:ext>
            </a:extLst>
          </p:cNvPr>
          <p:cNvCxnSpPr>
            <a:cxnSpLocks/>
          </p:cNvCxnSpPr>
          <p:nvPr/>
        </p:nvCxnSpPr>
        <p:spPr>
          <a:xfrm>
            <a:off x="1810814" y="6141124"/>
            <a:ext cx="523427" cy="0"/>
          </a:xfrm>
          <a:prstGeom prst="straightConnector1">
            <a:avLst/>
          </a:prstGeom>
          <a:ln w="25400">
            <a:solidFill>
              <a:srgbClr val="FFD17D"/>
            </a:solidFill>
          </a:ln>
        </p:spPr>
        <p:style>
          <a:lnRef idx="1">
            <a:schemeClr val="accent1"/>
          </a:lnRef>
          <a:fillRef idx="0">
            <a:schemeClr val="accent1"/>
          </a:fillRef>
          <a:effectRef idx="0">
            <a:schemeClr val="accent1"/>
          </a:effectRef>
          <a:fontRef idx="minor">
            <a:schemeClr val="tx1"/>
          </a:fontRef>
        </p:style>
      </p:cxnSp>
      <p:sp>
        <p:nvSpPr>
          <p:cNvPr id="106" name="TextBox 77"/>
          <p:cNvSpPr txBox="1"/>
          <p:nvPr/>
        </p:nvSpPr>
        <p:spPr bwMode="auto">
          <a:xfrm>
            <a:off x="2334240" y="5998373"/>
            <a:ext cx="1390745" cy="285502"/>
          </a:xfrm>
          <a:prstGeom prst="rect">
            <a:avLst/>
          </a:prstGeom>
          <a:noFill/>
          <a:ln w="9525">
            <a:noFill/>
            <a:miter lim="800000"/>
            <a:headEnd/>
            <a:tailEnd/>
          </a:ln>
        </p:spPr>
        <p:txBody>
          <a:bodyPr wrap="square" lIns="99941" tIns="49966" rIns="99941" bIns="49966" rtlCol="0">
            <a:spAutoFit/>
          </a:bodyPr>
          <a:lstStyle/>
          <a:p>
            <a:pPr defTabSz="1001248" eaLnBrk="0" hangingPunct="0"/>
            <a:r>
              <a:rPr lang="zh-CN" altLang="en-US" sz="1200" dirty="0">
                <a:solidFill>
                  <a:srgbClr val="000000"/>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故障链路</a:t>
            </a:r>
            <a:endParaRPr lang="en-US" altLang="zh-CN" sz="1200" dirty="0">
              <a:solidFill>
                <a:srgbClr val="000000"/>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sp>
        <p:nvSpPr>
          <p:cNvPr id="62" name="圆角矩形 61"/>
          <p:cNvSpPr/>
          <p:nvPr/>
        </p:nvSpPr>
        <p:spPr>
          <a:xfrm>
            <a:off x="3063169" y="2747335"/>
            <a:ext cx="902509" cy="1580965"/>
          </a:xfrm>
          <a:prstGeom prst="roundRect">
            <a:avLst>
              <a:gd name="adj" fmla="val 7243"/>
            </a:avLst>
          </a:prstGeom>
          <a:solidFill>
            <a:srgbClr val="F4FBFE"/>
          </a:solidFill>
          <a:ln w="9525" cap="flat" cmpd="sng" algn="ctr">
            <a:solidFill>
              <a:srgbClr val="99DFF9"/>
            </a:solidFill>
            <a:prstDash val="solid"/>
          </a:ln>
          <a:effectLst/>
        </p:spPr>
        <p:txBody>
          <a:bodyPr rtlCol="0" anchor="ctr"/>
          <a:lstStyle/>
          <a:p>
            <a:pPr algn="ctr" defTabSz="914034" fontAlgn="t">
              <a:spcBef>
                <a:spcPct val="0"/>
              </a:spcBef>
              <a:spcAft>
                <a:spcPct val="0"/>
              </a:spcAft>
              <a:defRPr/>
            </a:pP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3" name="圆角矩形 62"/>
          <p:cNvSpPr/>
          <p:nvPr/>
        </p:nvSpPr>
        <p:spPr>
          <a:xfrm>
            <a:off x="8555139" y="2747335"/>
            <a:ext cx="902509" cy="1580965"/>
          </a:xfrm>
          <a:prstGeom prst="roundRect">
            <a:avLst>
              <a:gd name="adj" fmla="val 7243"/>
            </a:avLst>
          </a:prstGeom>
          <a:solidFill>
            <a:srgbClr val="F4FBFE"/>
          </a:solidFill>
          <a:ln w="9525" cap="flat" cmpd="sng" algn="ctr">
            <a:solidFill>
              <a:srgbClr val="99DFF9"/>
            </a:solidFill>
            <a:prstDash val="solid"/>
          </a:ln>
          <a:effectLst/>
        </p:spPr>
        <p:txBody>
          <a:bodyPr rtlCol="0" anchor="ctr"/>
          <a:lstStyle/>
          <a:p>
            <a:pPr algn="ctr" defTabSz="914034" fontAlgn="t">
              <a:spcBef>
                <a:spcPct val="0"/>
              </a:spcBef>
              <a:spcAft>
                <a:spcPct val="0"/>
              </a:spcAft>
              <a:defRPr/>
            </a:pP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4" name="矩形 63"/>
          <p:cNvSpPr/>
          <p:nvPr/>
        </p:nvSpPr>
        <p:spPr>
          <a:xfrm>
            <a:off x="3045317" y="2745547"/>
            <a:ext cx="663115" cy="307657"/>
          </a:xfrm>
          <a:prstGeom prst="rect">
            <a:avLst/>
          </a:prstGeom>
        </p:spPr>
        <p:txBody>
          <a:bodyPr wrap="square">
            <a:spAutoFit/>
          </a:bodyPr>
          <a:lstStyle/>
          <a:p>
            <a:pPr algn="ctr"/>
            <a:r>
              <a:rPr lang="en-US" altLang="zh-CN" sz="1399" b="1" dirty="0">
                <a:latin typeface="Huawei Sans" panose="020C0503030203020204" pitchFamily="34" charset="0"/>
                <a:ea typeface="方正兰亭黑简体" panose="02000000000000000000" pitchFamily="2" charset="-122"/>
                <a:sym typeface="Huawei Sans" panose="020C0503030203020204" pitchFamily="34" charset="0"/>
              </a:rPr>
              <a:t>SW1</a:t>
            </a:r>
            <a:endParaRPr lang="zh-CN" altLang="en-US" sz="1399"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5" name="矩形 64"/>
          <p:cNvSpPr/>
          <p:nvPr/>
        </p:nvSpPr>
        <p:spPr>
          <a:xfrm>
            <a:off x="8794533" y="2744781"/>
            <a:ext cx="663115" cy="307657"/>
          </a:xfrm>
          <a:prstGeom prst="rect">
            <a:avLst/>
          </a:prstGeom>
        </p:spPr>
        <p:txBody>
          <a:bodyPr wrap="square">
            <a:spAutoFit/>
          </a:bodyPr>
          <a:lstStyle/>
          <a:p>
            <a:pPr algn="ctr"/>
            <a:r>
              <a:rPr lang="en-US" altLang="zh-CN" sz="1399" b="1" dirty="0">
                <a:latin typeface="Huawei Sans" panose="020C0503030203020204" pitchFamily="34" charset="0"/>
                <a:ea typeface="方正兰亭黑简体" panose="02000000000000000000" pitchFamily="2" charset="-122"/>
                <a:sym typeface="Huawei Sans" panose="020C0503030203020204" pitchFamily="34" charset="0"/>
              </a:rPr>
              <a:t>SW2</a:t>
            </a:r>
            <a:endParaRPr lang="zh-CN" altLang="en-US" sz="1399"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6" name="圆角矩形 65"/>
          <p:cNvSpPr/>
          <p:nvPr/>
        </p:nvSpPr>
        <p:spPr bwMode="auto">
          <a:xfrm>
            <a:off x="3593626" y="2957167"/>
            <a:ext cx="359859" cy="1192428"/>
          </a:xfrm>
          <a:prstGeom prst="roundRect">
            <a:avLst>
              <a:gd name="adj" fmla="val 3521"/>
            </a:avLst>
          </a:prstGeom>
          <a:solidFill>
            <a:schemeClr val="bg1"/>
          </a:solidFill>
          <a:ln w="12700" cap="flat" cmpd="sng" algn="ctr">
            <a:solidFill>
              <a:schemeClr val="bg1">
                <a:lumMod val="50000"/>
              </a:schemeClr>
            </a:solidFill>
            <a:prstDash val="solid"/>
            <a:round/>
            <a:headEnd type="none" w="med" len="med"/>
            <a:tailEnd type="none" w="med" len="med"/>
          </a:ln>
          <a:effectLst/>
        </p:spPr>
        <p:txBody>
          <a:bodyPr vert="horz" wrap="square" lIns="91404" tIns="45702" rIns="91404" bIns="45702" numCol="1" rtlCol="0" anchor="t" anchorCtr="0" compatLnSpc="1">
            <a:prstTxWarp prst="textNoShape">
              <a:avLst/>
            </a:prstTxWarp>
          </a:bodyPr>
          <a:lstStyle/>
          <a:p>
            <a:pPr defTabSz="914034" fontAlgn="t">
              <a:spcBef>
                <a:spcPct val="0"/>
              </a:spcBef>
              <a:spcAft>
                <a:spcPct val="0"/>
              </a:spcAft>
            </a:pPr>
            <a:endParaRPr lang="zh-CN" altLang="en-US" sz="1000">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67" name="组合 66"/>
          <p:cNvGrpSpPr/>
          <p:nvPr/>
        </p:nvGrpSpPr>
        <p:grpSpPr>
          <a:xfrm>
            <a:off x="4972178" y="3039509"/>
            <a:ext cx="2500290" cy="1119746"/>
            <a:chOff x="4974119" y="3039357"/>
            <a:chExt cx="2501267" cy="827519"/>
          </a:xfrm>
          <a:solidFill>
            <a:srgbClr val="F4FBFE"/>
          </a:solidFill>
        </p:grpSpPr>
        <p:sp>
          <p:nvSpPr>
            <p:cNvPr id="68" name="任意多边形: 形状 67">
              <a:extLst>
                <a:ext uri="{FF2B5EF4-FFF2-40B4-BE49-F238E27FC236}">
                  <a16:creationId xmlns="" xmlns:a16="http://schemas.microsoft.com/office/drawing/2014/main" id="{DDE7F5E3-EC99-4B98-9942-9CF564C3EC09}"/>
                </a:ext>
              </a:extLst>
            </p:cNvPr>
            <p:cNvSpPr/>
            <p:nvPr/>
          </p:nvSpPr>
          <p:spPr>
            <a:xfrm flipH="1">
              <a:off x="4974119" y="3039357"/>
              <a:ext cx="2381437" cy="827519"/>
            </a:xfrm>
            <a:custGeom>
              <a:avLst/>
              <a:gdLst>
                <a:gd name="connsiteX0" fmla="*/ 0 w 1703698"/>
                <a:gd name="connsiteY0" fmla="*/ 0 h 627538"/>
                <a:gd name="connsiteX1" fmla="*/ 1572253 w 1703698"/>
                <a:gd name="connsiteY1" fmla="*/ 0 h 627538"/>
                <a:gd name="connsiteX2" fmla="*/ 1703698 w 1703698"/>
                <a:gd name="connsiteY2" fmla="*/ 313769 h 627538"/>
                <a:gd name="connsiteX3" fmla="*/ 1572253 w 1703698"/>
                <a:gd name="connsiteY3" fmla="*/ 627538 h 627538"/>
                <a:gd name="connsiteX4" fmla="*/ 1572249 w 1703698"/>
                <a:gd name="connsiteY4" fmla="*/ 627537 h 627538"/>
                <a:gd name="connsiteX5" fmla="*/ 0 w 1703698"/>
                <a:gd name="connsiteY5" fmla="*/ 627537 h 627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03698" h="627538">
                  <a:moveTo>
                    <a:pt x="0" y="0"/>
                  </a:moveTo>
                  <a:lnTo>
                    <a:pt x="1572253" y="0"/>
                  </a:lnTo>
                  <a:cubicBezTo>
                    <a:pt x="1644848" y="0"/>
                    <a:pt x="1703698" y="140479"/>
                    <a:pt x="1703698" y="313769"/>
                  </a:cubicBezTo>
                  <a:cubicBezTo>
                    <a:pt x="1703698" y="487059"/>
                    <a:pt x="1644848" y="627538"/>
                    <a:pt x="1572253" y="627538"/>
                  </a:cubicBezTo>
                  <a:lnTo>
                    <a:pt x="1572249" y="627537"/>
                  </a:lnTo>
                  <a:lnTo>
                    <a:pt x="0" y="627537"/>
                  </a:lnTo>
                  <a:close/>
                </a:path>
              </a:pathLst>
            </a:custGeom>
            <a:grpFill/>
            <a:ln w="12700">
              <a:solidFill>
                <a:srgbClr val="99DFF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9" name="椭圆 68">
              <a:extLst>
                <a:ext uri="{FF2B5EF4-FFF2-40B4-BE49-F238E27FC236}">
                  <a16:creationId xmlns="" xmlns:a16="http://schemas.microsoft.com/office/drawing/2014/main" id="{7EEDE773-BD04-46B5-ACD7-D793E0BC1578}"/>
                </a:ext>
              </a:extLst>
            </p:cNvPr>
            <p:cNvSpPr/>
            <p:nvPr/>
          </p:nvSpPr>
          <p:spPr>
            <a:xfrm>
              <a:off x="7235723" y="3039357"/>
              <a:ext cx="239663" cy="827519"/>
            </a:xfrm>
            <a:prstGeom prst="ellipse">
              <a:avLst/>
            </a:prstGeom>
            <a:grpFill/>
            <a:ln w="12700">
              <a:solidFill>
                <a:srgbClr val="99DFF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70" name="椭圆 69">
            <a:extLst>
              <a:ext uri="{FF2B5EF4-FFF2-40B4-BE49-F238E27FC236}">
                <a16:creationId xmlns="" xmlns:a16="http://schemas.microsoft.com/office/drawing/2014/main" id="{7DBB15C3-7119-4BF5-AC36-6F6AFF9EB213}"/>
              </a:ext>
            </a:extLst>
          </p:cNvPr>
          <p:cNvSpPr/>
          <p:nvPr/>
        </p:nvSpPr>
        <p:spPr>
          <a:xfrm>
            <a:off x="3849256" y="3011905"/>
            <a:ext cx="215916" cy="215916"/>
          </a:xfrm>
          <a:prstGeom prst="ellipse">
            <a:avLst/>
          </a:prstGeom>
          <a:solidFill>
            <a:srgbClr val="8CCAA1"/>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1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1</a:t>
            </a:r>
            <a:endParaRPr lang="zh-CN" altLang="en-US" sz="11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1" name="圆角矩形 70"/>
          <p:cNvSpPr/>
          <p:nvPr/>
        </p:nvSpPr>
        <p:spPr bwMode="auto">
          <a:xfrm>
            <a:off x="8569967" y="2957167"/>
            <a:ext cx="359859" cy="1192428"/>
          </a:xfrm>
          <a:prstGeom prst="roundRect">
            <a:avLst>
              <a:gd name="adj" fmla="val 3521"/>
            </a:avLst>
          </a:prstGeom>
          <a:solidFill>
            <a:schemeClr val="bg1"/>
          </a:solidFill>
          <a:ln w="12700" cap="flat" cmpd="sng" algn="ctr">
            <a:solidFill>
              <a:schemeClr val="bg1">
                <a:lumMod val="50000"/>
              </a:schemeClr>
            </a:solidFill>
            <a:prstDash val="solid"/>
            <a:round/>
            <a:headEnd type="none" w="med" len="med"/>
            <a:tailEnd type="none" w="med" len="med"/>
          </a:ln>
          <a:effectLst/>
        </p:spPr>
        <p:txBody>
          <a:bodyPr vert="horz" wrap="square" lIns="91404" tIns="45702" rIns="91404" bIns="45702" numCol="1" rtlCol="0" anchor="t" anchorCtr="0" compatLnSpc="1">
            <a:prstTxWarp prst="textNoShape">
              <a:avLst/>
            </a:prstTxWarp>
          </a:bodyPr>
          <a:lstStyle/>
          <a:p>
            <a:pPr defTabSz="914034" fontAlgn="t">
              <a:spcBef>
                <a:spcPct val="0"/>
              </a:spcBef>
              <a:spcAft>
                <a:spcPct val="0"/>
              </a:spcAft>
            </a:pPr>
            <a:endParaRPr lang="zh-CN" altLang="en-US" sz="10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2" name="椭圆 71">
            <a:extLst>
              <a:ext uri="{FF2B5EF4-FFF2-40B4-BE49-F238E27FC236}">
                <a16:creationId xmlns="" xmlns:a16="http://schemas.microsoft.com/office/drawing/2014/main" id="{7DBB15C3-7119-4BF5-AC36-6F6AFF9EB213}"/>
              </a:ext>
            </a:extLst>
          </p:cNvPr>
          <p:cNvSpPr/>
          <p:nvPr/>
        </p:nvSpPr>
        <p:spPr>
          <a:xfrm>
            <a:off x="8457127" y="3011905"/>
            <a:ext cx="215916" cy="215916"/>
          </a:xfrm>
          <a:prstGeom prst="ellipse">
            <a:avLst/>
          </a:prstGeom>
          <a:solidFill>
            <a:srgbClr val="8CCAA1"/>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1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1</a:t>
            </a:r>
            <a:endParaRPr lang="zh-CN" altLang="en-US" sz="11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73" name="直接连接符 72"/>
          <p:cNvCxnSpPr>
            <a:stCxn id="76" idx="2"/>
            <a:endCxn id="75" idx="6"/>
          </p:cNvCxnSpPr>
          <p:nvPr/>
        </p:nvCxnSpPr>
        <p:spPr bwMode="auto">
          <a:xfrm flipH="1">
            <a:off x="4065172" y="3416240"/>
            <a:ext cx="4391954" cy="0"/>
          </a:xfrm>
          <a:prstGeom prst="line">
            <a:avLst/>
          </a:prstGeom>
          <a:ln w="25400">
            <a:solidFill>
              <a:srgbClr val="FFD17D"/>
            </a:solidFill>
          </a:ln>
        </p:spPr>
        <p:style>
          <a:lnRef idx="1">
            <a:schemeClr val="accent1"/>
          </a:lnRef>
          <a:fillRef idx="0">
            <a:schemeClr val="accent1"/>
          </a:fillRef>
          <a:effectRef idx="0">
            <a:schemeClr val="accent1"/>
          </a:effectRef>
          <a:fontRef idx="minor">
            <a:schemeClr val="tx1"/>
          </a:fontRef>
        </p:style>
      </p:cxnSp>
      <p:cxnSp>
        <p:nvCxnSpPr>
          <p:cNvPr id="74" name="直接连接符 73"/>
          <p:cNvCxnSpPr>
            <a:stCxn id="72" idx="2"/>
            <a:endCxn id="70" idx="6"/>
          </p:cNvCxnSpPr>
          <p:nvPr/>
        </p:nvCxnSpPr>
        <p:spPr bwMode="auto">
          <a:xfrm flipH="1">
            <a:off x="4065172" y="3119863"/>
            <a:ext cx="4391954" cy="0"/>
          </a:xfrm>
          <a:prstGeom prst="line">
            <a:avLst/>
          </a:prstGeom>
          <a:ln w="28575">
            <a:solidFill>
              <a:srgbClr val="8CCAA1"/>
            </a:solidFill>
          </a:ln>
        </p:spPr>
        <p:style>
          <a:lnRef idx="1">
            <a:schemeClr val="accent1"/>
          </a:lnRef>
          <a:fillRef idx="0">
            <a:schemeClr val="accent1"/>
          </a:fillRef>
          <a:effectRef idx="0">
            <a:schemeClr val="accent1"/>
          </a:effectRef>
          <a:fontRef idx="minor">
            <a:schemeClr val="tx1"/>
          </a:fontRef>
        </p:style>
      </p:cxnSp>
      <p:sp>
        <p:nvSpPr>
          <p:cNvPr id="75" name="椭圆 74">
            <a:extLst>
              <a:ext uri="{FF2B5EF4-FFF2-40B4-BE49-F238E27FC236}">
                <a16:creationId xmlns="" xmlns:a16="http://schemas.microsoft.com/office/drawing/2014/main" id="{7DBB15C3-7119-4BF5-AC36-6F6AFF9EB213}"/>
              </a:ext>
            </a:extLst>
          </p:cNvPr>
          <p:cNvSpPr/>
          <p:nvPr/>
        </p:nvSpPr>
        <p:spPr>
          <a:xfrm>
            <a:off x="3849256" y="3308282"/>
            <a:ext cx="215916" cy="215916"/>
          </a:xfrm>
          <a:prstGeom prst="ellipse">
            <a:avLst/>
          </a:prstGeom>
          <a:solidFill>
            <a:srgbClr val="EC706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1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2</a:t>
            </a:r>
            <a:endParaRPr lang="zh-CN" altLang="en-US" sz="11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6" name="椭圆 75">
            <a:extLst>
              <a:ext uri="{FF2B5EF4-FFF2-40B4-BE49-F238E27FC236}">
                <a16:creationId xmlns="" xmlns:a16="http://schemas.microsoft.com/office/drawing/2014/main" id="{7DBB15C3-7119-4BF5-AC36-6F6AFF9EB213}"/>
              </a:ext>
            </a:extLst>
          </p:cNvPr>
          <p:cNvSpPr/>
          <p:nvPr/>
        </p:nvSpPr>
        <p:spPr>
          <a:xfrm>
            <a:off x="8457127" y="3308282"/>
            <a:ext cx="215916" cy="215916"/>
          </a:xfrm>
          <a:prstGeom prst="ellipse">
            <a:avLst/>
          </a:prstGeom>
          <a:solidFill>
            <a:srgbClr val="EC706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1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2</a:t>
            </a:r>
            <a:endParaRPr lang="zh-CN" altLang="en-US" sz="11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78" name="直接连接符 77"/>
          <p:cNvCxnSpPr>
            <a:stCxn id="80" idx="2"/>
            <a:endCxn id="79" idx="6"/>
          </p:cNvCxnSpPr>
          <p:nvPr/>
        </p:nvCxnSpPr>
        <p:spPr bwMode="auto">
          <a:xfrm flipH="1">
            <a:off x="4065172" y="3727010"/>
            <a:ext cx="4391954" cy="0"/>
          </a:xfrm>
          <a:prstGeom prst="line">
            <a:avLst/>
          </a:prstGeom>
          <a:ln w="28575">
            <a:solidFill>
              <a:srgbClr val="8CCAA1"/>
            </a:solidFill>
          </a:ln>
        </p:spPr>
        <p:style>
          <a:lnRef idx="1">
            <a:schemeClr val="accent1"/>
          </a:lnRef>
          <a:fillRef idx="0">
            <a:schemeClr val="accent1"/>
          </a:fillRef>
          <a:effectRef idx="0">
            <a:schemeClr val="accent1"/>
          </a:effectRef>
          <a:fontRef idx="minor">
            <a:schemeClr val="tx1"/>
          </a:fontRef>
        </p:style>
      </p:cxnSp>
      <p:sp>
        <p:nvSpPr>
          <p:cNvPr id="79" name="椭圆 78">
            <a:extLst>
              <a:ext uri="{FF2B5EF4-FFF2-40B4-BE49-F238E27FC236}">
                <a16:creationId xmlns="" xmlns:a16="http://schemas.microsoft.com/office/drawing/2014/main" id="{7DBB15C3-7119-4BF5-AC36-6F6AFF9EB213}"/>
              </a:ext>
            </a:extLst>
          </p:cNvPr>
          <p:cNvSpPr/>
          <p:nvPr/>
        </p:nvSpPr>
        <p:spPr>
          <a:xfrm>
            <a:off x="3849256" y="3619052"/>
            <a:ext cx="215916" cy="215916"/>
          </a:xfrm>
          <a:prstGeom prst="ellipse">
            <a:avLst/>
          </a:prstGeom>
          <a:solidFill>
            <a:srgbClr val="8CCAA1"/>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1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3</a:t>
            </a:r>
            <a:endParaRPr lang="zh-CN" altLang="en-US" sz="11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0" name="椭圆 79">
            <a:extLst>
              <a:ext uri="{FF2B5EF4-FFF2-40B4-BE49-F238E27FC236}">
                <a16:creationId xmlns="" xmlns:a16="http://schemas.microsoft.com/office/drawing/2014/main" id="{7DBB15C3-7119-4BF5-AC36-6F6AFF9EB213}"/>
              </a:ext>
            </a:extLst>
          </p:cNvPr>
          <p:cNvSpPr/>
          <p:nvPr/>
        </p:nvSpPr>
        <p:spPr>
          <a:xfrm>
            <a:off x="8457127" y="3619052"/>
            <a:ext cx="215916" cy="215916"/>
          </a:xfrm>
          <a:prstGeom prst="ellipse">
            <a:avLst/>
          </a:prstGeom>
          <a:solidFill>
            <a:srgbClr val="8CCAA1"/>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1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3</a:t>
            </a:r>
            <a:endParaRPr lang="zh-CN" altLang="en-US" sz="11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2" name="TextBox 77"/>
          <p:cNvSpPr txBox="1"/>
          <p:nvPr/>
        </p:nvSpPr>
        <p:spPr bwMode="auto">
          <a:xfrm>
            <a:off x="3587927" y="2941124"/>
            <a:ext cx="262697" cy="1208472"/>
          </a:xfrm>
          <a:prstGeom prst="rect">
            <a:avLst/>
          </a:prstGeom>
          <a:noFill/>
          <a:ln w="9525">
            <a:noFill/>
            <a:miter lim="800000"/>
            <a:headEnd/>
            <a:tailEnd/>
          </a:ln>
        </p:spPr>
        <p:txBody>
          <a:bodyPr wrap="square" lIns="99941" tIns="49966" rIns="99941" bIns="49966" rtlCol="0">
            <a:spAutoFit/>
          </a:bodyPr>
          <a:lstStyle/>
          <a:p>
            <a:pPr algn="ctr" defTabSz="1001248" eaLnBrk="0" hangingPunct="0"/>
            <a:r>
              <a:rPr lang="zh-CN" altLang="en-US" sz="1200" dirty="0">
                <a:solidFill>
                  <a:srgbClr val="000000"/>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链路聚合接口</a:t>
            </a:r>
            <a:endParaRPr lang="en-US" altLang="zh-CN" sz="1200" dirty="0">
              <a:solidFill>
                <a:srgbClr val="000000"/>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sp>
        <p:nvSpPr>
          <p:cNvPr id="84" name="TextBox 77"/>
          <p:cNvSpPr txBox="1"/>
          <p:nvPr/>
        </p:nvSpPr>
        <p:spPr bwMode="auto">
          <a:xfrm>
            <a:off x="8676800" y="2950783"/>
            <a:ext cx="262697" cy="1208472"/>
          </a:xfrm>
          <a:prstGeom prst="rect">
            <a:avLst/>
          </a:prstGeom>
          <a:noFill/>
          <a:ln w="9525">
            <a:noFill/>
            <a:miter lim="800000"/>
            <a:headEnd/>
            <a:tailEnd/>
          </a:ln>
        </p:spPr>
        <p:txBody>
          <a:bodyPr wrap="square" lIns="99941" tIns="49966" rIns="99941" bIns="49966" rtlCol="0">
            <a:spAutoFit/>
          </a:bodyPr>
          <a:lstStyle/>
          <a:p>
            <a:pPr algn="ctr" defTabSz="1001248" eaLnBrk="0" hangingPunct="0"/>
            <a:r>
              <a:rPr lang="zh-CN" altLang="en-US" sz="1200" dirty="0">
                <a:solidFill>
                  <a:srgbClr val="000000"/>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链路聚合接口</a:t>
            </a:r>
            <a:endParaRPr lang="en-US" altLang="zh-CN" sz="1200" dirty="0">
              <a:solidFill>
                <a:srgbClr val="000000"/>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cxnSp>
        <p:nvCxnSpPr>
          <p:cNvPr id="85" name="直接箭头连接符 84"/>
          <p:cNvCxnSpPr/>
          <p:nvPr/>
        </p:nvCxnSpPr>
        <p:spPr>
          <a:xfrm>
            <a:off x="4229924" y="2941124"/>
            <a:ext cx="681267" cy="0"/>
          </a:xfrm>
          <a:prstGeom prst="straightConnector1">
            <a:avLst/>
          </a:prstGeom>
          <a:noFill/>
          <a:ln w="25400" cap="flat" cmpd="sng" algn="ctr">
            <a:solidFill>
              <a:srgbClr val="00B0F0"/>
            </a:solidFill>
            <a:prstDash val="solid"/>
            <a:headEnd type="none" w="med" len="med"/>
            <a:tailEnd type="triangle" w="med" len="med"/>
          </a:ln>
          <a:effectLst>
            <a:outerShdw blurRad="152400" dist="38100" dir="5400000" algn="t" rotWithShape="0">
              <a:prstClr val="black">
                <a:alpha val="12000"/>
              </a:prstClr>
            </a:outerShdw>
          </a:effectLst>
        </p:spPr>
      </p:cxnSp>
      <p:cxnSp>
        <p:nvCxnSpPr>
          <p:cNvPr id="86" name="直接箭头连接符 85"/>
          <p:cNvCxnSpPr/>
          <p:nvPr/>
        </p:nvCxnSpPr>
        <p:spPr>
          <a:xfrm>
            <a:off x="4229924" y="3670057"/>
            <a:ext cx="681267" cy="0"/>
          </a:xfrm>
          <a:prstGeom prst="straightConnector1">
            <a:avLst/>
          </a:prstGeom>
          <a:noFill/>
          <a:ln w="25400" cap="flat" cmpd="sng" algn="ctr">
            <a:solidFill>
              <a:srgbClr val="00B0F0"/>
            </a:solidFill>
            <a:prstDash val="solid"/>
            <a:headEnd type="none" w="med" len="med"/>
            <a:tailEnd type="triangle" w="med" len="med"/>
          </a:ln>
          <a:effectLst>
            <a:outerShdw blurRad="152400" dist="38100" dir="5400000" algn="t" rotWithShape="0">
              <a:prstClr val="black">
                <a:alpha val="12000"/>
              </a:prstClr>
            </a:outerShdw>
          </a:effectLst>
        </p:spPr>
      </p:cxnSp>
      <p:cxnSp>
        <p:nvCxnSpPr>
          <p:cNvPr id="87" name="直接箭头连接符 86"/>
          <p:cNvCxnSpPr/>
          <p:nvPr/>
        </p:nvCxnSpPr>
        <p:spPr>
          <a:xfrm>
            <a:off x="4229924" y="3053327"/>
            <a:ext cx="681267" cy="0"/>
          </a:xfrm>
          <a:prstGeom prst="straightConnector1">
            <a:avLst/>
          </a:prstGeom>
          <a:noFill/>
          <a:ln w="25400" cap="flat" cmpd="sng" algn="ctr">
            <a:solidFill>
              <a:srgbClr val="00B0F0"/>
            </a:solidFill>
            <a:prstDash val="solid"/>
            <a:headEnd type="none" w="med" len="med"/>
            <a:tailEnd type="triangle" w="med" len="med"/>
          </a:ln>
          <a:effectLst>
            <a:outerShdw blurRad="152400" dist="38100" dir="5400000" algn="t" rotWithShape="0">
              <a:prstClr val="black">
                <a:alpha val="12000"/>
              </a:prstClr>
            </a:outerShdw>
          </a:effectLst>
        </p:spPr>
      </p:cxnSp>
      <p:grpSp>
        <p:nvGrpSpPr>
          <p:cNvPr id="88" name="组合 87"/>
          <p:cNvGrpSpPr/>
          <p:nvPr/>
        </p:nvGrpSpPr>
        <p:grpSpPr>
          <a:xfrm>
            <a:off x="3849256" y="3917999"/>
            <a:ext cx="4823786" cy="215916"/>
            <a:chOff x="3850760" y="3765176"/>
            <a:chExt cx="4825670" cy="216000"/>
          </a:xfrm>
        </p:grpSpPr>
        <p:cxnSp>
          <p:nvCxnSpPr>
            <p:cNvPr id="89" name="直接连接符 88"/>
            <p:cNvCxnSpPr>
              <a:stCxn id="104" idx="2"/>
              <a:endCxn id="90" idx="6"/>
            </p:cNvCxnSpPr>
            <p:nvPr/>
          </p:nvCxnSpPr>
          <p:spPr bwMode="auto">
            <a:xfrm flipH="1">
              <a:off x="4066760" y="3873176"/>
              <a:ext cx="4393670" cy="0"/>
            </a:xfrm>
            <a:prstGeom prst="line">
              <a:avLst/>
            </a:prstGeom>
            <a:ln w="25400">
              <a:solidFill>
                <a:srgbClr val="EC7061"/>
              </a:solidFill>
            </a:ln>
          </p:spPr>
          <p:style>
            <a:lnRef idx="1">
              <a:schemeClr val="accent1"/>
            </a:lnRef>
            <a:fillRef idx="0">
              <a:schemeClr val="accent1"/>
            </a:fillRef>
            <a:effectRef idx="0">
              <a:schemeClr val="accent1"/>
            </a:effectRef>
            <a:fontRef idx="minor">
              <a:schemeClr val="tx1"/>
            </a:fontRef>
          </p:style>
        </p:cxnSp>
        <p:sp>
          <p:nvSpPr>
            <p:cNvPr id="90" name="椭圆 89">
              <a:extLst>
                <a:ext uri="{FF2B5EF4-FFF2-40B4-BE49-F238E27FC236}">
                  <a16:creationId xmlns="" xmlns:a16="http://schemas.microsoft.com/office/drawing/2014/main" id="{7DBB15C3-7119-4BF5-AC36-6F6AFF9EB213}"/>
                </a:ext>
              </a:extLst>
            </p:cNvPr>
            <p:cNvSpPr/>
            <p:nvPr/>
          </p:nvSpPr>
          <p:spPr>
            <a:xfrm>
              <a:off x="3850760" y="3765176"/>
              <a:ext cx="216000" cy="216000"/>
            </a:xfrm>
            <a:prstGeom prst="ellipse">
              <a:avLst/>
            </a:prstGeom>
            <a:solidFill>
              <a:srgbClr val="EC706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1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4</a:t>
              </a:r>
              <a:endParaRPr lang="zh-CN" altLang="en-US" sz="11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4" name="椭圆 103">
              <a:extLst>
                <a:ext uri="{FF2B5EF4-FFF2-40B4-BE49-F238E27FC236}">
                  <a16:creationId xmlns="" xmlns:a16="http://schemas.microsoft.com/office/drawing/2014/main" id="{7DBB15C3-7119-4BF5-AC36-6F6AFF9EB213}"/>
                </a:ext>
              </a:extLst>
            </p:cNvPr>
            <p:cNvSpPr/>
            <p:nvPr/>
          </p:nvSpPr>
          <p:spPr>
            <a:xfrm>
              <a:off x="8460430" y="3765176"/>
              <a:ext cx="216000" cy="216000"/>
            </a:xfrm>
            <a:prstGeom prst="ellipse">
              <a:avLst/>
            </a:prstGeom>
            <a:solidFill>
              <a:srgbClr val="EC7061"/>
            </a:solidFill>
            <a:ln w="19050">
              <a:solidFill>
                <a:srgbClr val="EC706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1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4</a:t>
              </a:r>
              <a:endParaRPr lang="zh-CN" altLang="en-US" sz="11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nvGrpSpPr>
          <p:cNvPr id="108" name="组合 107"/>
          <p:cNvGrpSpPr/>
          <p:nvPr/>
        </p:nvGrpSpPr>
        <p:grpSpPr>
          <a:xfrm>
            <a:off x="2239701" y="2694457"/>
            <a:ext cx="714096" cy="1684902"/>
            <a:chOff x="3457608" y="2904334"/>
            <a:chExt cx="714375" cy="1685560"/>
          </a:xfrm>
        </p:grpSpPr>
        <p:sp>
          <p:nvSpPr>
            <p:cNvPr id="109" name="任意多边形 108"/>
            <p:cNvSpPr/>
            <p:nvPr/>
          </p:nvSpPr>
          <p:spPr>
            <a:xfrm>
              <a:off x="3457608" y="2904334"/>
              <a:ext cx="714375" cy="396000"/>
            </a:xfrm>
            <a:custGeom>
              <a:avLst/>
              <a:gdLst>
                <a:gd name="connsiteX0" fmla="*/ 0 w 714375"/>
                <a:gd name="connsiteY0" fmla="*/ 0 h 628650"/>
                <a:gd name="connsiteX1" fmla="*/ 200025 w 714375"/>
                <a:gd name="connsiteY1" fmla="*/ 504825 h 628650"/>
                <a:gd name="connsiteX2" fmla="*/ 714375 w 714375"/>
                <a:gd name="connsiteY2" fmla="*/ 628650 h 628650"/>
              </a:gdLst>
              <a:ahLst/>
              <a:cxnLst>
                <a:cxn ang="0">
                  <a:pos x="connsiteX0" y="connsiteY0"/>
                </a:cxn>
                <a:cxn ang="0">
                  <a:pos x="connsiteX1" y="connsiteY1"/>
                </a:cxn>
                <a:cxn ang="0">
                  <a:pos x="connsiteX2" y="connsiteY2"/>
                </a:cxn>
              </a:cxnLst>
              <a:rect l="l" t="t" r="r" b="b"/>
              <a:pathLst>
                <a:path w="714375" h="628650">
                  <a:moveTo>
                    <a:pt x="0" y="0"/>
                  </a:moveTo>
                  <a:cubicBezTo>
                    <a:pt x="40481" y="200025"/>
                    <a:pt x="80963" y="400050"/>
                    <a:pt x="200025" y="504825"/>
                  </a:cubicBezTo>
                  <a:cubicBezTo>
                    <a:pt x="319088" y="609600"/>
                    <a:pt x="625475" y="614362"/>
                    <a:pt x="714375" y="628650"/>
                  </a:cubicBezTo>
                </a:path>
              </a:pathLst>
            </a:custGeom>
            <a:noFill/>
            <a:ln w="25400" cap="flat" cmpd="sng" algn="ctr">
              <a:solidFill>
                <a:srgbClr val="00B0F0"/>
              </a:solidFill>
              <a:prstDash val="solid"/>
              <a:headEnd type="none" w="med" len="med"/>
              <a:tailEnd type="triangle" w="med" len="med"/>
            </a:ln>
            <a:effectLst>
              <a:outerShdw blurRad="152400" dist="38100" dir="5400000" algn="t" rotWithShape="0">
                <a:prstClr val="black">
                  <a:alpha val="12000"/>
                </a:prstClr>
              </a:outerShdw>
            </a:effectLst>
          </p:spPr>
          <p:txBody>
            <a:bodyPr rtlCol="0" anchor="ctr"/>
            <a:lstStyle/>
            <a:p>
              <a:pPr algn="ctr"/>
              <a:endParaRPr lang="zh-CN" altLang="en-US"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0" name="任意多边形 109"/>
            <p:cNvSpPr/>
            <p:nvPr/>
          </p:nvSpPr>
          <p:spPr>
            <a:xfrm flipV="1">
              <a:off x="3457608" y="4193894"/>
              <a:ext cx="714375" cy="396000"/>
            </a:xfrm>
            <a:custGeom>
              <a:avLst/>
              <a:gdLst>
                <a:gd name="connsiteX0" fmla="*/ 0 w 714375"/>
                <a:gd name="connsiteY0" fmla="*/ 0 h 628650"/>
                <a:gd name="connsiteX1" fmla="*/ 200025 w 714375"/>
                <a:gd name="connsiteY1" fmla="*/ 504825 h 628650"/>
                <a:gd name="connsiteX2" fmla="*/ 714375 w 714375"/>
                <a:gd name="connsiteY2" fmla="*/ 628650 h 628650"/>
              </a:gdLst>
              <a:ahLst/>
              <a:cxnLst>
                <a:cxn ang="0">
                  <a:pos x="connsiteX0" y="connsiteY0"/>
                </a:cxn>
                <a:cxn ang="0">
                  <a:pos x="connsiteX1" y="connsiteY1"/>
                </a:cxn>
                <a:cxn ang="0">
                  <a:pos x="connsiteX2" y="connsiteY2"/>
                </a:cxn>
              </a:cxnLst>
              <a:rect l="l" t="t" r="r" b="b"/>
              <a:pathLst>
                <a:path w="714375" h="628650">
                  <a:moveTo>
                    <a:pt x="0" y="0"/>
                  </a:moveTo>
                  <a:cubicBezTo>
                    <a:pt x="40481" y="200025"/>
                    <a:pt x="80963" y="400050"/>
                    <a:pt x="200025" y="504825"/>
                  </a:cubicBezTo>
                  <a:cubicBezTo>
                    <a:pt x="319088" y="609600"/>
                    <a:pt x="625475" y="614362"/>
                    <a:pt x="714375" y="628650"/>
                  </a:cubicBezTo>
                </a:path>
              </a:pathLst>
            </a:custGeom>
            <a:noFill/>
            <a:ln w="25400" cap="flat" cmpd="sng" algn="ctr">
              <a:solidFill>
                <a:srgbClr val="00B0F0"/>
              </a:solidFill>
              <a:prstDash val="solid"/>
              <a:headEnd type="none" w="med" len="med"/>
              <a:tailEnd type="triangle" w="med" len="med"/>
            </a:ln>
            <a:effectLst>
              <a:outerShdw blurRad="152400" dist="38100" dir="5400000" algn="t" rotWithShape="0">
                <a:prstClr val="black">
                  <a:alpha val="12000"/>
                </a:prstClr>
              </a:outerShdw>
            </a:effectLst>
          </p:spPr>
          <p:txBody>
            <a:bodyPr rtlCol="0" anchor="ctr"/>
            <a:lstStyle/>
            <a:p>
              <a:pPr algn="ctr"/>
              <a:endParaRPr lang="zh-CN" altLang="en-US" sz="1799">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111" name="直接箭头连接符 110"/>
            <p:cNvCxnSpPr/>
            <p:nvPr/>
          </p:nvCxnSpPr>
          <p:spPr>
            <a:xfrm>
              <a:off x="3490450" y="3896040"/>
              <a:ext cx="681533" cy="0"/>
            </a:xfrm>
            <a:prstGeom prst="straightConnector1">
              <a:avLst/>
            </a:prstGeom>
            <a:noFill/>
            <a:ln w="25400" cap="flat" cmpd="sng" algn="ctr">
              <a:solidFill>
                <a:srgbClr val="00B0F0"/>
              </a:solidFill>
              <a:prstDash val="solid"/>
              <a:headEnd type="none" w="med" len="med"/>
              <a:tailEnd type="triangle" w="med" len="med"/>
            </a:ln>
            <a:effectLst>
              <a:outerShdw blurRad="152400" dist="38100" dir="5400000" algn="t" rotWithShape="0">
                <a:prstClr val="black">
                  <a:alpha val="12000"/>
                </a:prstClr>
              </a:outerShdw>
            </a:effectLst>
          </p:spPr>
        </p:cxnSp>
        <p:cxnSp>
          <p:nvCxnSpPr>
            <p:cNvPr id="112" name="直接箭头连接符 111"/>
            <p:cNvCxnSpPr/>
            <p:nvPr/>
          </p:nvCxnSpPr>
          <p:spPr>
            <a:xfrm>
              <a:off x="3490450" y="3598187"/>
              <a:ext cx="681533" cy="0"/>
            </a:xfrm>
            <a:prstGeom prst="straightConnector1">
              <a:avLst/>
            </a:prstGeom>
            <a:noFill/>
            <a:ln w="25400" cap="flat" cmpd="sng" algn="ctr">
              <a:solidFill>
                <a:srgbClr val="00B0F0"/>
              </a:solidFill>
              <a:prstDash val="solid"/>
              <a:headEnd type="none" w="med" len="med"/>
              <a:tailEnd type="triangle" w="med" len="med"/>
            </a:ln>
            <a:effectLst>
              <a:outerShdw blurRad="152400" dist="38100" dir="5400000" algn="t" rotWithShape="0">
                <a:prstClr val="black">
                  <a:alpha val="12000"/>
                </a:prstClr>
              </a:outerShdw>
            </a:effectLst>
          </p:spPr>
        </p:cxnSp>
      </p:grpSp>
      <p:grpSp>
        <p:nvGrpSpPr>
          <p:cNvPr id="113" name="组合 112"/>
          <p:cNvGrpSpPr/>
          <p:nvPr/>
        </p:nvGrpSpPr>
        <p:grpSpPr>
          <a:xfrm>
            <a:off x="9612198" y="2770565"/>
            <a:ext cx="686199" cy="1532688"/>
            <a:chOff x="7751008" y="2848950"/>
            <a:chExt cx="686467" cy="1533287"/>
          </a:xfrm>
        </p:grpSpPr>
        <p:sp>
          <p:nvSpPr>
            <p:cNvPr id="114" name="任意多边形 113"/>
            <p:cNvSpPr/>
            <p:nvPr/>
          </p:nvSpPr>
          <p:spPr>
            <a:xfrm flipH="1">
              <a:off x="7753475" y="2848950"/>
              <a:ext cx="684000" cy="396000"/>
            </a:xfrm>
            <a:custGeom>
              <a:avLst/>
              <a:gdLst>
                <a:gd name="connsiteX0" fmla="*/ 0 w 714375"/>
                <a:gd name="connsiteY0" fmla="*/ 0 h 628650"/>
                <a:gd name="connsiteX1" fmla="*/ 200025 w 714375"/>
                <a:gd name="connsiteY1" fmla="*/ 504825 h 628650"/>
                <a:gd name="connsiteX2" fmla="*/ 714375 w 714375"/>
                <a:gd name="connsiteY2" fmla="*/ 628650 h 628650"/>
              </a:gdLst>
              <a:ahLst/>
              <a:cxnLst>
                <a:cxn ang="0">
                  <a:pos x="connsiteX0" y="connsiteY0"/>
                </a:cxn>
                <a:cxn ang="0">
                  <a:pos x="connsiteX1" y="connsiteY1"/>
                </a:cxn>
                <a:cxn ang="0">
                  <a:pos x="connsiteX2" y="connsiteY2"/>
                </a:cxn>
              </a:cxnLst>
              <a:rect l="l" t="t" r="r" b="b"/>
              <a:pathLst>
                <a:path w="714375" h="628650">
                  <a:moveTo>
                    <a:pt x="0" y="0"/>
                  </a:moveTo>
                  <a:cubicBezTo>
                    <a:pt x="40481" y="200025"/>
                    <a:pt x="80963" y="400050"/>
                    <a:pt x="200025" y="504825"/>
                  </a:cubicBezTo>
                  <a:cubicBezTo>
                    <a:pt x="319088" y="609600"/>
                    <a:pt x="625475" y="614362"/>
                    <a:pt x="714375" y="628650"/>
                  </a:cubicBezTo>
                </a:path>
              </a:pathLst>
            </a:custGeom>
            <a:noFill/>
            <a:ln w="25400" cap="flat" cmpd="sng" algn="ctr">
              <a:solidFill>
                <a:srgbClr val="00B0F0"/>
              </a:solidFill>
              <a:prstDash val="solid"/>
              <a:headEnd type="arrow" w="med" len="med"/>
              <a:tailEnd type="none" w="med" len="med"/>
            </a:ln>
            <a:effectLst>
              <a:outerShdw blurRad="152400" dist="38100" dir="5400000" algn="t" rotWithShape="0">
                <a:prstClr val="black">
                  <a:alpha val="12000"/>
                </a:prstClr>
              </a:outerShdw>
            </a:effectLst>
          </p:spPr>
          <p:txBody>
            <a:bodyPr rtlCol="0" anchor="ctr"/>
            <a:lstStyle/>
            <a:p>
              <a:pPr algn="ctr"/>
              <a:endParaRPr lang="zh-CN" altLang="en-US"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5" name="任意多边形 114"/>
            <p:cNvSpPr/>
            <p:nvPr/>
          </p:nvSpPr>
          <p:spPr>
            <a:xfrm flipH="1" flipV="1">
              <a:off x="7751008" y="3986237"/>
              <a:ext cx="684000" cy="396000"/>
            </a:xfrm>
            <a:custGeom>
              <a:avLst/>
              <a:gdLst>
                <a:gd name="connsiteX0" fmla="*/ 0 w 714375"/>
                <a:gd name="connsiteY0" fmla="*/ 0 h 628650"/>
                <a:gd name="connsiteX1" fmla="*/ 200025 w 714375"/>
                <a:gd name="connsiteY1" fmla="*/ 504825 h 628650"/>
                <a:gd name="connsiteX2" fmla="*/ 714375 w 714375"/>
                <a:gd name="connsiteY2" fmla="*/ 628650 h 628650"/>
              </a:gdLst>
              <a:ahLst/>
              <a:cxnLst>
                <a:cxn ang="0">
                  <a:pos x="connsiteX0" y="connsiteY0"/>
                </a:cxn>
                <a:cxn ang="0">
                  <a:pos x="connsiteX1" y="connsiteY1"/>
                </a:cxn>
                <a:cxn ang="0">
                  <a:pos x="connsiteX2" y="connsiteY2"/>
                </a:cxn>
              </a:cxnLst>
              <a:rect l="l" t="t" r="r" b="b"/>
              <a:pathLst>
                <a:path w="714375" h="628650">
                  <a:moveTo>
                    <a:pt x="0" y="0"/>
                  </a:moveTo>
                  <a:cubicBezTo>
                    <a:pt x="40481" y="200025"/>
                    <a:pt x="80963" y="400050"/>
                    <a:pt x="200025" y="504825"/>
                  </a:cubicBezTo>
                  <a:cubicBezTo>
                    <a:pt x="319088" y="609600"/>
                    <a:pt x="625475" y="614362"/>
                    <a:pt x="714375" y="628650"/>
                  </a:cubicBezTo>
                </a:path>
              </a:pathLst>
            </a:custGeom>
            <a:noFill/>
            <a:ln w="25400" cap="flat" cmpd="sng" algn="ctr">
              <a:solidFill>
                <a:srgbClr val="00B0F0"/>
              </a:solidFill>
              <a:prstDash val="solid"/>
              <a:headEnd type="arrow" w="med" len="med"/>
              <a:tailEnd type="none" w="med" len="med"/>
            </a:ln>
            <a:effectLst>
              <a:outerShdw blurRad="152400" dist="38100" dir="5400000" algn="t" rotWithShape="0">
                <a:prstClr val="black">
                  <a:alpha val="12000"/>
                </a:prstClr>
              </a:outerShdw>
            </a:effectLst>
          </p:spPr>
          <p:txBody>
            <a:bodyPr rtlCol="0" anchor="ctr"/>
            <a:lstStyle/>
            <a:p>
              <a:pPr algn="ctr"/>
              <a:endParaRPr lang="zh-CN" altLang="en-US" sz="1799">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116" name="直接箭头连接符 115"/>
            <p:cNvCxnSpPr/>
            <p:nvPr/>
          </p:nvCxnSpPr>
          <p:spPr>
            <a:xfrm>
              <a:off x="7753475" y="3685583"/>
              <a:ext cx="681533" cy="0"/>
            </a:xfrm>
            <a:prstGeom prst="straightConnector1">
              <a:avLst/>
            </a:prstGeom>
            <a:noFill/>
            <a:ln w="25400" cap="flat" cmpd="sng" algn="ctr">
              <a:solidFill>
                <a:srgbClr val="00B0F0"/>
              </a:solidFill>
              <a:prstDash val="solid"/>
              <a:headEnd type="none" w="med" len="med"/>
              <a:tailEnd type="triangle" w="med" len="med"/>
            </a:ln>
            <a:effectLst>
              <a:outerShdw blurRad="152400" dist="38100" dir="5400000" algn="t" rotWithShape="0">
                <a:prstClr val="black">
                  <a:alpha val="12000"/>
                </a:prstClr>
              </a:outerShdw>
            </a:effectLst>
          </p:spPr>
        </p:cxnSp>
        <p:cxnSp>
          <p:nvCxnSpPr>
            <p:cNvPr id="117" name="直接箭头连接符 116"/>
            <p:cNvCxnSpPr/>
            <p:nvPr/>
          </p:nvCxnSpPr>
          <p:spPr>
            <a:xfrm>
              <a:off x="7753475" y="3465266"/>
              <a:ext cx="681533" cy="0"/>
            </a:xfrm>
            <a:prstGeom prst="straightConnector1">
              <a:avLst/>
            </a:prstGeom>
            <a:noFill/>
            <a:ln w="25400" cap="flat" cmpd="sng" algn="ctr">
              <a:solidFill>
                <a:srgbClr val="00B0F0"/>
              </a:solidFill>
              <a:prstDash val="solid"/>
              <a:headEnd type="none" w="med" len="med"/>
              <a:tailEnd type="triangle" w="med" len="med"/>
            </a:ln>
            <a:effectLst>
              <a:outerShdw blurRad="152400" dist="38100" dir="5400000" algn="t" rotWithShape="0">
                <a:prstClr val="black">
                  <a:alpha val="12000"/>
                </a:prstClr>
              </a:outerShdw>
            </a:effectLst>
          </p:spPr>
        </p:cxnSp>
      </p:grpSp>
      <p:cxnSp>
        <p:nvCxnSpPr>
          <p:cNvPr id="118" name="直接箭头连接符 117"/>
          <p:cNvCxnSpPr/>
          <p:nvPr/>
        </p:nvCxnSpPr>
        <p:spPr>
          <a:xfrm>
            <a:off x="4229924" y="3548071"/>
            <a:ext cx="681267" cy="0"/>
          </a:xfrm>
          <a:prstGeom prst="straightConnector1">
            <a:avLst/>
          </a:prstGeom>
          <a:noFill/>
          <a:ln w="25400" cap="flat" cmpd="sng" algn="ctr">
            <a:solidFill>
              <a:srgbClr val="00B0F0"/>
            </a:solidFill>
            <a:prstDash val="solid"/>
            <a:headEnd type="none" w="med" len="med"/>
            <a:tailEnd type="triangle" w="med" len="med"/>
          </a:ln>
          <a:effectLst>
            <a:outerShdw blurRad="152400" dist="38100" dir="5400000" algn="t" rotWithShape="0">
              <a:prstClr val="black">
                <a:alpha val="12000"/>
              </a:prstClr>
            </a:outerShdw>
          </a:effectLst>
        </p:spPr>
      </p:cxnSp>
      <p:sp>
        <p:nvSpPr>
          <p:cNvPr id="77" name="TextBox 120">
            <a:extLst>
              <a:ext uri="{FF2B5EF4-FFF2-40B4-BE49-F238E27FC236}">
                <a16:creationId xmlns="" xmlns:a16="http://schemas.microsoft.com/office/drawing/2014/main" id="{890033A1-CB2B-46C1-843C-A395BBB7F123}"/>
              </a:ext>
            </a:extLst>
          </p:cNvPr>
          <p:cNvSpPr txBox="1"/>
          <p:nvPr/>
        </p:nvSpPr>
        <p:spPr>
          <a:xfrm>
            <a:off x="4943016" y="2751276"/>
            <a:ext cx="2438828" cy="307657"/>
          </a:xfrm>
          <a:prstGeom prst="rect">
            <a:avLst/>
          </a:prstGeom>
          <a:noFill/>
        </p:spPr>
        <p:txBody>
          <a:bodyPr wrap="square" rtlCol="0" anchor="ctr">
            <a:spAutoFit/>
          </a:bodyPr>
          <a:lstStyle/>
          <a:p>
            <a:pPr algn="ctr"/>
            <a:r>
              <a:rPr lang="en-US" altLang="zh-CN" sz="1399" b="1" dirty="0">
                <a:latin typeface="Huawei Sans" panose="020C0503030203020204" pitchFamily="34" charset="0"/>
                <a:ea typeface="方正兰亭黑简体" panose="02000000000000000000" pitchFamily="2" charset="-122"/>
                <a:sym typeface="Huawei Sans" panose="020C0503030203020204" pitchFamily="34" charset="0"/>
              </a:rPr>
              <a:t>LACP</a:t>
            </a:r>
            <a:r>
              <a:rPr lang="zh-CN" altLang="en-US" sz="1399" b="1" dirty="0">
                <a:latin typeface="Huawei Sans" panose="020C0503030203020204" pitchFamily="34" charset="0"/>
                <a:ea typeface="方正兰亭黑简体" panose="02000000000000000000" pitchFamily="2" charset="-122"/>
                <a:sym typeface="Huawei Sans" panose="020C0503030203020204" pitchFamily="34" charset="0"/>
              </a:rPr>
              <a:t>模式</a:t>
            </a:r>
            <a:r>
              <a:rPr lang="en-US" altLang="zh-CN" sz="1399" b="1" dirty="0">
                <a:latin typeface="Huawei Sans" panose="020C0503030203020204" pitchFamily="34" charset="0"/>
                <a:ea typeface="方正兰亭黑简体" panose="02000000000000000000" pitchFamily="2" charset="-122"/>
                <a:sym typeface="Huawei Sans" panose="020C0503030203020204" pitchFamily="34" charset="0"/>
              </a:rPr>
              <a:t>Eth-Trunk</a:t>
            </a:r>
            <a:endParaRPr lang="zh-CN" altLang="en-US" sz="1399"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1" name="五边形 80"/>
          <p:cNvSpPr/>
          <p:nvPr/>
        </p:nvSpPr>
        <p:spPr bwMode="auto">
          <a:xfrm>
            <a:off x="7562321" y="126000"/>
            <a:ext cx="899749" cy="213037"/>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报文介绍</a:t>
            </a:r>
          </a:p>
        </p:txBody>
      </p:sp>
      <p:sp>
        <p:nvSpPr>
          <p:cNvPr id="91" name="燕尾形 90"/>
          <p:cNvSpPr/>
          <p:nvPr/>
        </p:nvSpPr>
        <p:spPr bwMode="auto">
          <a:xfrm>
            <a:off x="8383481" y="126000"/>
            <a:ext cx="1367951" cy="213037"/>
          </a:xfrm>
          <a:prstGeom prst="chevron">
            <a:avLst/>
          </a:prstGeom>
          <a:solidFill>
            <a:srgbClr val="00B0F0"/>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最大活动接口数</a:t>
            </a:r>
          </a:p>
        </p:txBody>
      </p:sp>
      <p:sp>
        <p:nvSpPr>
          <p:cNvPr id="92" name="燕尾形 91"/>
          <p:cNvSpPr/>
          <p:nvPr/>
        </p:nvSpPr>
        <p:spPr bwMode="auto">
          <a:xfrm>
            <a:off x="9667454" y="126000"/>
            <a:ext cx="1223658" cy="213037"/>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活动链路选举</a:t>
            </a:r>
          </a:p>
        </p:txBody>
      </p:sp>
      <p:sp>
        <p:nvSpPr>
          <p:cNvPr id="93" name="燕尾形 92"/>
          <p:cNvSpPr/>
          <p:nvPr/>
        </p:nvSpPr>
        <p:spPr bwMode="auto">
          <a:xfrm>
            <a:off x="10812767" y="126000"/>
            <a:ext cx="1223658" cy="213037"/>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负载分担</a:t>
            </a:r>
          </a:p>
        </p:txBody>
      </p:sp>
    </p:spTree>
    <p:extLst>
      <p:ext uri="{BB962C8B-B14F-4D97-AF65-F5344CB8AC3E}">
        <p14:creationId xmlns:p14="http://schemas.microsoft.com/office/powerpoint/2010/main" val="3555956291"/>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pPr fontAlgn="auto"/>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活动链路选举 </a:t>
            </a:r>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(1)</a:t>
            </a:r>
            <a:endParaRPr lang="zh-CN" altLang="en-US"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3" name="文本占位符 3"/>
          <p:cNvSpPr txBox="1">
            <a:spLocks/>
          </p:cNvSpPr>
          <p:nvPr/>
        </p:nvSpPr>
        <p:spPr bwMode="auto">
          <a:xfrm>
            <a:off x="6136614" y="2464116"/>
            <a:ext cx="5647707" cy="1525419"/>
          </a:xfrm>
          <a:prstGeom prst="rect">
            <a:avLst/>
          </a:prstGeom>
          <a:noFill/>
          <a:ln w="9525">
            <a:noFill/>
            <a:miter lim="800000"/>
            <a:headEnd/>
            <a:tailEnd/>
          </a:ln>
        </p:spPr>
        <p:txBody>
          <a:bodyPr vert="horz" wrap="square" lIns="80110" tIns="40055" rIns="80110" bIns="40055" numCol="1" anchor="t" anchorCtr="0" compatLnSpc="1">
            <a:prstTxWarp prst="textNoShape">
              <a:avLst/>
            </a:prstTxWarp>
          </a:bodyPr>
          <a:lstStyle>
            <a:lvl1pPr marL="301625" indent="-301625" algn="just" defTabSz="801688" rtl="0" eaLnBrk="1" fontAlgn="ctr" latinLnBrk="0" hangingPunct="1">
              <a:lnSpc>
                <a:spcPct val="140000"/>
              </a:lnSpc>
              <a:spcBef>
                <a:spcPct val="30000"/>
              </a:spcBef>
              <a:spcAft>
                <a:spcPct val="0"/>
              </a:spcAft>
              <a:buClr>
                <a:schemeClr val="bg1">
                  <a:lumMod val="50000"/>
                </a:schemeClr>
              </a:buClr>
              <a:buSzPct val="60000"/>
              <a:buFont typeface="Wingdings" pitchFamily="2" charset="2"/>
              <a:buChar char="l"/>
              <a:defRPr sz="2200">
                <a:solidFill>
                  <a:schemeClr val="tx1"/>
                </a:solidFill>
                <a:latin typeface="+mn-ea"/>
                <a:ea typeface="+mn-ea"/>
                <a:cs typeface="Arial" panose="020B0604020202020204" pitchFamily="34" charset="0"/>
              </a:defRPr>
            </a:lvl1pPr>
            <a:lvl2pPr marL="654050" indent="-252413" algn="l" defTabSz="801688" rtl="0" eaLnBrk="1" fontAlgn="ctr" hangingPunct="1">
              <a:lnSpc>
                <a:spcPct val="140000"/>
              </a:lnSpc>
              <a:spcBef>
                <a:spcPct val="30000"/>
              </a:spcBef>
              <a:spcAft>
                <a:spcPct val="0"/>
              </a:spcAft>
              <a:buClr>
                <a:schemeClr val="tx1"/>
              </a:buClr>
              <a:buSzPct val="50000"/>
              <a:buFont typeface="Wingdings" pitchFamily="2" charset="2"/>
              <a:buChar char="p"/>
              <a:defRPr sz="2000">
                <a:solidFill>
                  <a:schemeClr val="tx1"/>
                </a:solidFill>
                <a:latin typeface="+mn-lt"/>
                <a:ea typeface="+mn-ea"/>
              </a:defRPr>
            </a:lvl2pPr>
            <a:lvl3pPr marL="1003300" indent="-201613" algn="l" defTabSz="801688" rtl="0" eaLnBrk="1" fontAlgn="ctr" hangingPunct="1">
              <a:lnSpc>
                <a:spcPct val="140000"/>
              </a:lnSpc>
              <a:spcBef>
                <a:spcPct val="30000"/>
              </a:spcBef>
              <a:spcAft>
                <a:spcPct val="0"/>
              </a:spcAft>
              <a:buSzPct val="50000"/>
              <a:buFont typeface="Wingdings" pitchFamily="2" charset="2"/>
              <a:buChar char="n"/>
              <a:defRPr>
                <a:solidFill>
                  <a:schemeClr val="tx1"/>
                </a:solidFill>
                <a:latin typeface="FrutigerNext LT Light" pitchFamily="34" charset="0"/>
                <a:ea typeface="+mn-ea"/>
              </a:defRPr>
            </a:lvl3pPr>
            <a:lvl4pPr marL="1400175" indent="-198438" algn="l" defTabSz="801688" rtl="0" eaLnBrk="1" fontAlgn="ctr" hangingPunct="1">
              <a:lnSpc>
                <a:spcPct val="140000"/>
              </a:lnSpc>
              <a:spcBef>
                <a:spcPct val="30000"/>
              </a:spcBef>
              <a:spcAft>
                <a:spcPct val="0"/>
              </a:spcAft>
              <a:buChar char="–"/>
              <a:defRPr sz="1600">
                <a:solidFill>
                  <a:schemeClr val="tx1"/>
                </a:solidFill>
                <a:latin typeface="+mj-lt"/>
                <a:ea typeface="+mn-ea"/>
              </a:defRPr>
            </a:lvl4pPr>
            <a:lvl5pPr marL="1801813" indent="-201613" algn="l" defTabSz="801688" rtl="0" eaLnBrk="1" fontAlgn="ctr" hangingPunct="1">
              <a:lnSpc>
                <a:spcPct val="140000"/>
              </a:lnSpc>
              <a:spcBef>
                <a:spcPct val="30000"/>
              </a:spcBef>
              <a:spcAft>
                <a:spcPct val="0"/>
              </a:spcAft>
              <a:buFont typeface="FrutigerNext LT Medium" pitchFamily="34" charset="0"/>
              <a:buChar char="~"/>
              <a:defRPr sz="1600">
                <a:solidFill>
                  <a:schemeClr val="tx1"/>
                </a:solidFill>
                <a:latin typeface="+mj-lt"/>
                <a:ea typeface="+mn-ea"/>
              </a:defRPr>
            </a:lvl5pPr>
            <a:lvl6pPr marL="2259013" indent="-201613" algn="l" defTabSz="801688" rtl="0" fontAlgn="ctr">
              <a:lnSpc>
                <a:spcPct val="140000"/>
              </a:lnSpc>
              <a:spcBef>
                <a:spcPct val="30000"/>
              </a:spcBef>
              <a:spcAft>
                <a:spcPct val="0"/>
              </a:spcAft>
              <a:buFont typeface="FrutigerNext LT Medium" pitchFamily="34" charset="0"/>
              <a:buChar char="~"/>
              <a:defRPr sz="1600">
                <a:solidFill>
                  <a:schemeClr val="tx1"/>
                </a:solidFill>
                <a:latin typeface="+mj-lt"/>
                <a:ea typeface="+mn-ea"/>
              </a:defRPr>
            </a:lvl6pPr>
            <a:lvl7pPr marL="2716213" indent="-201613" algn="l" defTabSz="801688" rtl="0" fontAlgn="base">
              <a:lnSpc>
                <a:spcPct val="140000"/>
              </a:lnSpc>
              <a:spcBef>
                <a:spcPct val="30000"/>
              </a:spcBef>
              <a:spcAft>
                <a:spcPct val="0"/>
              </a:spcAft>
              <a:buFont typeface="FrutigerNext LT Medium" pitchFamily="34" charset="0"/>
              <a:buChar char="~"/>
              <a:defRPr sz="1600">
                <a:solidFill>
                  <a:schemeClr val="tx1"/>
                </a:solidFill>
                <a:latin typeface="+mj-lt"/>
                <a:ea typeface="+mn-ea"/>
              </a:defRPr>
            </a:lvl7pPr>
            <a:lvl8pPr marL="3173413" indent="-201613" algn="l" defTabSz="801688" rtl="0" fontAlgn="base">
              <a:lnSpc>
                <a:spcPct val="140000"/>
              </a:lnSpc>
              <a:spcBef>
                <a:spcPct val="30000"/>
              </a:spcBef>
              <a:spcAft>
                <a:spcPct val="0"/>
              </a:spcAft>
              <a:buFont typeface="FrutigerNext LT Medium" pitchFamily="34" charset="0"/>
              <a:buChar char="~"/>
              <a:defRPr sz="1600">
                <a:solidFill>
                  <a:schemeClr val="tx1"/>
                </a:solidFill>
                <a:latin typeface="+mj-lt"/>
                <a:ea typeface="+mn-ea"/>
              </a:defRPr>
            </a:lvl8pPr>
            <a:lvl9pPr marL="3630613" indent="-201613" algn="l" defTabSz="801688" rtl="0" fontAlgn="base">
              <a:lnSpc>
                <a:spcPct val="140000"/>
              </a:lnSpc>
              <a:spcBef>
                <a:spcPct val="30000"/>
              </a:spcBef>
              <a:spcAft>
                <a:spcPct val="0"/>
              </a:spcAft>
              <a:buFont typeface="FrutigerNext LT Medium" pitchFamily="34" charset="0"/>
              <a:buChar char="~"/>
              <a:defRPr sz="1600">
                <a:solidFill>
                  <a:schemeClr val="tx1"/>
                </a:solidFill>
                <a:latin typeface="+mj-lt"/>
                <a:ea typeface="+mn-ea"/>
              </a:defRPr>
            </a:lvl9pPr>
          </a:lstStyle>
          <a:p>
            <a:pPr>
              <a:buClrTx/>
              <a:buSzPct val="100000"/>
              <a:buFont typeface="Arial" panose="020B0604020202020204" pitchFamily="34" charset="0"/>
              <a:buChar char="•"/>
            </a:pPr>
            <a:r>
              <a:rPr lang="en-US" altLang="zh-CN" sz="1599"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SW1</a:t>
            </a:r>
            <a:r>
              <a:rPr lang="zh-CN" altLang="en-US" sz="1599"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599"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SW2</a:t>
            </a:r>
            <a:r>
              <a:rPr lang="zh-CN" altLang="en-US" sz="1599"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配置</a:t>
            </a:r>
            <a:r>
              <a:rPr lang="en-US" altLang="zh-CN" sz="1599"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LACP</a:t>
            </a:r>
            <a:r>
              <a:rPr lang="zh-CN" altLang="en-US" sz="1599"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模式的链路聚合。两端都设置最大活跃接口数为</a:t>
            </a:r>
            <a:r>
              <a:rPr lang="en-US" altLang="zh-CN" sz="1599"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2</a:t>
            </a:r>
            <a:r>
              <a:rPr lang="zh-CN" altLang="en-US" sz="1599"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a:t>
            </a:r>
            <a:endParaRPr lang="en-US" altLang="zh-CN" sz="1599"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a:buClrTx/>
              <a:buSzPct val="100000"/>
              <a:buFont typeface="Arial" panose="020B0604020202020204" pitchFamily="34" charset="0"/>
              <a:buChar char="•"/>
            </a:pPr>
            <a:r>
              <a:rPr lang="zh-CN" altLang="en-US" sz="1599"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通过</a:t>
            </a:r>
            <a:r>
              <a:rPr lang="en-US" altLang="zh-CN" sz="1599"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LACPDU</a:t>
            </a:r>
            <a:r>
              <a:rPr lang="zh-CN" altLang="en-US" sz="1599"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选举出优先级较高的</a:t>
            </a:r>
            <a:r>
              <a:rPr lang="zh-CN" altLang="en-US" sz="1599" kern="0"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交换机</a:t>
            </a:r>
            <a:r>
              <a:rPr lang="en-US" altLang="zh-CN" sz="1599" kern="0"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SW1</a:t>
            </a:r>
            <a:r>
              <a:rPr lang="zh-CN" altLang="en-US" sz="1599" kern="0"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，作为</a:t>
            </a:r>
            <a:r>
              <a:rPr lang="en-US" altLang="zh-CN" sz="1599"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LACP</a:t>
            </a:r>
            <a:r>
              <a:rPr lang="zh-CN" altLang="en-US" sz="1599"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协商过程的主动端。</a:t>
            </a:r>
          </a:p>
        </p:txBody>
      </p:sp>
      <p:sp>
        <p:nvSpPr>
          <p:cNvPr id="46" name="圆角矩形 45"/>
          <p:cNvSpPr/>
          <p:nvPr/>
        </p:nvSpPr>
        <p:spPr>
          <a:xfrm>
            <a:off x="892059" y="2581162"/>
            <a:ext cx="902509" cy="1580965"/>
          </a:xfrm>
          <a:prstGeom prst="roundRect">
            <a:avLst>
              <a:gd name="adj" fmla="val 7243"/>
            </a:avLst>
          </a:prstGeom>
          <a:solidFill>
            <a:srgbClr val="F4FBFE"/>
          </a:solidFill>
          <a:ln w="9525" cap="flat" cmpd="sng" algn="ctr">
            <a:solidFill>
              <a:srgbClr val="99DFF9"/>
            </a:solidFill>
            <a:prstDash val="solid"/>
          </a:ln>
          <a:effectLst/>
        </p:spPr>
        <p:txBody>
          <a:bodyPr rtlCol="0" anchor="ctr"/>
          <a:lstStyle/>
          <a:p>
            <a:pPr algn="ctr" defTabSz="914034" fontAlgn="t">
              <a:spcBef>
                <a:spcPct val="0"/>
              </a:spcBef>
              <a:spcAft>
                <a:spcPct val="0"/>
              </a:spcAft>
              <a:defRPr/>
            </a:pP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1" name="圆角矩形 50"/>
          <p:cNvSpPr/>
          <p:nvPr/>
        </p:nvSpPr>
        <p:spPr>
          <a:xfrm>
            <a:off x="4574791" y="2581162"/>
            <a:ext cx="902509" cy="1580965"/>
          </a:xfrm>
          <a:prstGeom prst="roundRect">
            <a:avLst>
              <a:gd name="adj" fmla="val 7243"/>
            </a:avLst>
          </a:prstGeom>
          <a:solidFill>
            <a:srgbClr val="F4FBFE"/>
          </a:solidFill>
          <a:ln w="9525" cap="flat" cmpd="sng" algn="ctr">
            <a:solidFill>
              <a:srgbClr val="99DFF9"/>
            </a:solidFill>
            <a:prstDash val="solid"/>
          </a:ln>
          <a:effectLst/>
        </p:spPr>
        <p:txBody>
          <a:bodyPr rtlCol="0" anchor="ctr"/>
          <a:lstStyle/>
          <a:p>
            <a:pPr algn="ctr" defTabSz="914034" fontAlgn="t">
              <a:spcBef>
                <a:spcPct val="0"/>
              </a:spcBef>
              <a:spcAft>
                <a:spcPct val="0"/>
              </a:spcAft>
              <a:defRPr/>
            </a:pP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2" name="矩形 51"/>
          <p:cNvSpPr/>
          <p:nvPr/>
        </p:nvSpPr>
        <p:spPr>
          <a:xfrm>
            <a:off x="874207" y="2579374"/>
            <a:ext cx="663115" cy="307657"/>
          </a:xfrm>
          <a:prstGeom prst="rect">
            <a:avLst/>
          </a:prstGeom>
        </p:spPr>
        <p:txBody>
          <a:bodyPr wrap="square">
            <a:spAutoFit/>
          </a:bodyPr>
          <a:lstStyle/>
          <a:p>
            <a:pPr algn="ctr"/>
            <a:r>
              <a:rPr lang="en-US" altLang="zh-CN" sz="1399" b="1" dirty="0">
                <a:latin typeface="Huawei Sans" panose="020C0503030203020204" pitchFamily="34" charset="0"/>
                <a:ea typeface="方正兰亭黑简体" panose="02000000000000000000" pitchFamily="2" charset="-122"/>
                <a:sym typeface="Huawei Sans" panose="020C0503030203020204" pitchFamily="34" charset="0"/>
              </a:rPr>
              <a:t>SW1</a:t>
            </a:r>
            <a:endParaRPr lang="zh-CN" altLang="en-US" sz="1399"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3" name="矩形 52"/>
          <p:cNvSpPr/>
          <p:nvPr/>
        </p:nvSpPr>
        <p:spPr>
          <a:xfrm>
            <a:off x="4814186" y="2578608"/>
            <a:ext cx="663115" cy="307657"/>
          </a:xfrm>
          <a:prstGeom prst="rect">
            <a:avLst/>
          </a:prstGeom>
        </p:spPr>
        <p:txBody>
          <a:bodyPr wrap="square">
            <a:spAutoFit/>
          </a:bodyPr>
          <a:lstStyle/>
          <a:p>
            <a:pPr algn="ctr"/>
            <a:r>
              <a:rPr lang="en-US" altLang="zh-CN" sz="1399" b="1" dirty="0">
                <a:latin typeface="Huawei Sans" panose="020C0503030203020204" pitchFamily="34" charset="0"/>
                <a:ea typeface="方正兰亭黑简体" panose="02000000000000000000" pitchFamily="2" charset="-122"/>
                <a:sym typeface="Huawei Sans" panose="020C0503030203020204" pitchFamily="34" charset="0"/>
              </a:rPr>
              <a:t>SW2</a:t>
            </a:r>
            <a:endParaRPr lang="zh-CN" altLang="en-US" sz="1399"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4" name="椭圆 53">
            <a:extLst>
              <a:ext uri="{FF2B5EF4-FFF2-40B4-BE49-F238E27FC236}">
                <a16:creationId xmlns="" xmlns:a16="http://schemas.microsoft.com/office/drawing/2014/main" id="{7DBB15C3-7119-4BF5-AC36-6F6AFF9EB213}"/>
              </a:ext>
            </a:extLst>
          </p:cNvPr>
          <p:cNvSpPr/>
          <p:nvPr/>
        </p:nvSpPr>
        <p:spPr>
          <a:xfrm>
            <a:off x="1678147" y="2806487"/>
            <a:ext cx="215916" cy="215916"/>
          </a:xfrm>
          <a:prstGeom prst="ellipse">
            <a:avLst/>
          </a:prstGeom>
          <a:solidFill>
            <a:schemeClr val="accent6"/>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r>
              <a:rPr lang="en-US" altLang="zh-CN" sz="1200" b="1"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1</a:t>
            </a:r>
            <a:endParaRPr lang="zh-CN" altLang="en-US" sz="1200" b="1"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8" name="椭圆 57">
            <a:extLst>
              <a:ext uri="{FF2B5EF4-FFF2-40B4-BE49-F238E27FC236}">
                <a16:creationId xmlns="" xmlns:a16="http://schemas.microsoft.com/office/drawing/2014/main" id="{7DBB15C3-7119-4BF5-AC36-6F6AFF9EB213}"/>
              </a:ext>
            </a:extLst>
          </p:cNvPr>
          <p:cNvSpPr/>
          <p:nvPr/>
        </p:nvSpPr>
        <p:spPr>
          <a:xfrm>
            <a:off x="4476779" y="2806487"/>
            <a:ext cx="215916" cy="215916"/>
          </a:xfrm>
          <a:prstGeom prst="ellipse">
            <a:avLst/>
          </a:prstGeom>
          <a:solidFill>
            <a:schemeClr val="accent6"/>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r>
              <a:rPr lang="en-US" altLang="zh-CN" sz="1200" b="1"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1</a:t>
            </a:r>
            <a:endParaRPr lang="zh-CN" altLang="en-US" sz="1200" b="1"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60" name="直接连接符 59"/>
          <p:cNvCxnSpPr>
            <a:stCxn id="58" idx="2"/>
            <a:endCxn id="54" idx="6"/>
          </p:cNvCxnSpPr>
          <p:nvPr/>
        </p:nvCxnSpPr>
        <p:spPr bwMode="auto">
          <a:xfrm flipH="1">
            <a:off x="1894063" y="2914445"/>
            <a:ext cx="2582717" cy="0"/>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69" name="直接箭头连接符 68">
            <a:extLst>
              <a:ext uri="{FF2B5EF4-FFF2-40B4-BE49-F238E27FC236}">
                <a16:creationId xmlns="" xmlns:a16="http://schemas.microsoft.com/office/drawing/2014/main" id="{AA906D00-6A37-4E3C-844F-9AFBEFB9CD58}"/>
              </a:ext>
            </a:extLst>
          </p:cNvPr>
          <p:cNvCxnSpPr>
            <a:cxnSpLocks/>
          </p:cNvCxnSpPr>
          <p:nvPr/>
        </p:nvCxnSpPr>
        <p:spPr>
          <a:xfrm>
            <a:off x="2089529" y="2834092"/>
            <a:ext cx="523426" cy="0"/>
          </a:xfrm>
          <a:prstGeom prst="straightConnector1">
            <a:avLst/>
          </a:prstGeom>
          <a:noFill/>
          <a:ln w="25400" cap="flat" cmpd="sng" algn="ctr">
            <a:solidFill>
              <a:srgbClr val="00B0F0"/>
            </a:solidFill>
            <a:prstDash val="solid"/>
            <a:headEnd type="none" w="med" len="med"/>
            <a:tailEnd type="triangle" w="med" len="med"/>
          </a:ln>
          <a:effectLst>
            <a:outerShdw blurRad="152400" dist="38100" dir="5400000" algn="t" rotWithShape="0">
              <a:prstClr val="black">
                <a:alpha val="12000"/>
              </a:prstClr>
            </a:outerShdw>
          </a:effectLst>
        </p:spPr>
      </p:cxnSp>
      <p:cxnSp>
        <p:nvCxnSpPr>
          <p:cNvPr id="72" name="直接箭头连接符 71">
            <a:extLst>
              <a:ext uri="{FF2B5EF4-FFF2-40B4-BE49-F238E27FC236}">
                <a16:creationId xmlns="" xmlns:a16="http://schemas.microsoft.com/office/drawing/2014/main" id="{AA906D00-6A37-4E3C-844F-9AFBEFB9CD58}"/>
              </a:ext>
            </a:extLst>
          </p:cNvPr>
          <p:cNvCxnSpPr>
            <a:cxnSpLocks/>
          </p:cNvCxnSpPr>
          <p:nvPr/>
        </p:nvCxnSpPr>
        <p:spPr>
          <a:xfrm>
            <a:off x="3837518" y="2834092"/>
            <a:ext cx="523426" cy="0"/>
          </a:xfrm>
          <a:prstGeom prst="straightConnector1">
            <a:avLst/>
          </a:prstGeom>
          <a:noFill/>
          <a:ln w="25400" cap="flat" cmpd="sng" algn="ctr">
            <a:solidFill>
              <a:srgbClr val="00B0F0"/>
            </a:solidFill>
            <a:prstDash val="solid"/>
            <a:headEnd type="triangle" w="med" len="med"/>
            <a:tailEnd type="none" w="med" len="med"/>
          </a:ln>
          <a:effectLst>
            <a:outerShdw blurRad="152400" dist="38100" dir="5400000" algn="t" rotWithShape="0">
              <a:prstClr val="black">
                <a:alpha val="12000"/>
              </a:prstClr>
            </a:outerShdw>
          </a:effectLst>
        </p:spPr>
      </p:cxnSp>
      <p:cxnSp>
        <p:nvCxnSpPr>
          <p:cNvPr id="59" name="直接连接符 58"/>
          <p:cNvCxnSpPr>
            <a:stCxn id="66" idx="2"/>
            <a:endCxn id="65" idx="6"/>
          </p:cNvCxnSpPr>
          <p:nvPr/>
        </p:nvCxnSpPr>
        <p:spPr bwMode="auto">
          <a:xfrm flipH="1">
            <a:off x="1894063" y="3226826"/>
            <a:ext cx="2582717" cy="0"/>
          </a:xfrm>
          <a:prstGeom prst="line">
            <a:avLst/>
          </a:prstGeom>
          <a:solidFill>
            <a:schemeClr val="accent1"/>
          </a:solidFill>
          <a:ln w="19050" cap="flat" cmpd="sng" algn="ctr">
            <a:solidFill>
              <a:schemeClr val="tx1"/>
            </a:solidFill>
            <a:prstDash val="solid"/>
            <a:round/>
            <a:headEnd type="none" w="med" len="med"/>
            <a:tailEnd type="none" w="med" len="med"/>
          </a:ln>
          <a:effectLst/>
        </p:spPr>
      </p:cxnSp>
      <p:sp>
        <p:nvSpPr>
          <p:cNvPr id="65" name="椭圆 64">
            <a:extLst>
              <a:ext uri="{FF2B5EF4-FFF2-40B4-BE49-F238E27FC236}">
                <a16:creationId xmlns="" xmlns:a16="http://schemas.microsoft.com/office/drawing/2014/main" id="{7DBB15C3-7119-4BF5-AC36-6F6AFF9EB213}"/>
              </a:ext>
            </a:extLst>
          </p:cNvPr>
          <p:cNvSpPr/>
          <p:nvPr/>
        </p:nvSpPr>
        <p:spPr>
          <a:xfrm>
            <a:off x="1678147" y="3118868"/>
            <a:ext cx="215916" cy="215916"/>
          </a:xfrm>
          <a:prstGeom prst="ellipse">
            <a:avLst/>
          </a:prstGeom>
          <a:solidFill>
            <a:schemeClr val="accent6"/>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r>
              <a:rPr lang="en-US" altLang="zh-CN" sz="1200" b="1"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2</a:t>
            </a:r>
            <a:endParaRPr lang="zh-CN" altLang="en-US" sz="1200" b="1"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6" name="椭圆 65">
            <a:extLst>
              <a:ext uri="{FF2B5EF4-FFF2-40B4-BE49-F238E27FC236}">
                <a16:creationId xmlns="" xmlns:a16="http://schemas.microsoft.com/office/drawing/2014/main" id="{7DBB15C3-7119-4BF5-AC36-6F6AFF9EB213}"/>
              </a:ext>
            </a:extLst>
          </p:cNvPr>
          <p:cNvSpPr/>
          <p:nvPr/>
        </p:nvSpPr>
        <p:spPr>
          <a:xfrm>
            <a:off x="4476779" y="3118868"/>
            <a:ext cx="215916" cy="215916"/>
          </a:xfrm>
          <a:prstGeom prst="ellipse">
            <a:avLst/>
          </a:prstGeom>
          <a:solidFill>
            <a:schemeClr val="accent6"/>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r>
              <a:rPr lang="en-US" altLang="zh-CN" sz="1200" b="1"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2</a:t>
            </a:r>
            <a:endParaRPr lang="zh-CN" altLang="en-US" sz="1200" b="1"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70" name="直接箭头连接符 69">
            <a:extLst>
              <a:ext uri="{FF2B5EF4-FFF2-40B4-BE49-F238E27FC236}">
                <a16:creationId xmlns="" xmlns:a16="http://schemas.microsoft.com/office/drawing/2014/main" id="{AA906D00-6A37-4E3C-844F-9AFBEFB9CD58}"/>
              </a:ext>
            </a:extLst>
          </p:cNvPr>
          <p:cNvCxnSpPr>
            <a:cxnSpLocks/>
          </p:cNvCxnSpPr>
          <p:nvPr/>
        </p:nvCxnSpPr>
        <p:spPr>
          <a:xfrm>
            <a:off x="2089529" y="3118868"/>
            <a:ext cx="523426" cy="0"/>
          </a:xfrm>
          <a:prstGeom prst="straightConnector1">
            <a:avLst/>
          </a:prstGeom>
          <a:noFill/>
          <a:ln w="25400" cap="flat" cmpd="sng" algn="ctr">
            <a:solidFill>
              <a:srgbClr val="00B0F0"/>
            </a:solidFill>
            <a:prstDash val="solid"/>
            <a:headEnd type="none" w="med" len="med"/>
            <a:tailEnd type="triangle" w="med" len="med"/>
          </a:ln>
          <a:effectLst>
            <a:outerShdw blurRad="152400" dist="38100" dir="5400000" algn="t" rotWithShape="0">
              <a:prstClr val="black">
                <a:alpha val="12000"/>
              </a:prstClr>
            </a:outerShdw>
          </a:effectLst>
        </p:spPr>
      </p:cxnSp>
      <p:cxnSp>
        <p:nvCxnSpPr>
          <p:cNvPr id="73" name="直接箭头连接符 72">
            <a:extLst>
              <a:ext uri="{FF2B5EF4-FFF2-40B4-BE49-F238E27FC236}">
                <a16:creationId xmlns="" xmlns:a16="http://schemas.microsoft.com/office/drawing/2014/main" id="{AA906D00-6A37-4E3C-844F-9AFBEFB9CD58}"/>
              </a:ext>
            </a:extLst>
          </p:cNvPr>
          <p:cNvCxnSpPr>
            <a:cxnSpLocks/>
          </p:cNvCxnSpPr>
          <p:nvPr/>
        </p:nvCxnSpPr>
        <p:spPr>
          <a:xfrm>
            <a:off x="3837518" y="3118868"/>
            <a:ext cx="523426" cy="0"/>
          </a:xfrm>
          <a:prstGeom prst="straightConnector1">
            <a:avLst/>
          </a:prstGeom>
          <a:noFill/>
          <a:ln w="25400" cap="flat" cmpd="sng" algn="ctr">
            <a:solidFill>
              <a:srgbClr val="00B0F0"/>
            </a:solidFill>
            <a:prstDash val="solid"/>
            <a:headEnd type="triangle" w="med" len="med"/>
            <a:tailEnd type="none" w="med" len="med"/>
          </a:ln>
          <a:effectLst>
            <a:outerShdw blurRad="152400" dist="38100" dir="5400000" algn="t" rotWithShape="0">
              <a:prstClr val="black">
                <a:alpha val="12000"/>
              </a:prstClr>
            </a:outerShdw>
          </a:effectLst>
        </p:spPr>
      </p:cxnSp>
      <p:cxnSp>
        <p:nvCxnSpPr>
          <p:cNvPr id="61" name="直接连接符 60"/>
          <p:cNvCxnSpPr>
            <a:stCxn id="68" idx="2"/>
            <a:endCxn id="67" idx="6"/>
          </p:cNvCxnSpPr>
          <p:nvPr/>
        </p:nvCxnSpPr>
        <p:spPr bwMode="auto">
          <a:xfrm flipH="1">
            <a:off x="1894063" y="3539207"/>
            <a:ext cx="2582717" cy="0"/>
          </a:xfrm>
          <a:prstGeom prst="line">
            <a:avLst/>
          </a:prstGeom>
          <a:solidFill>
            <a:schemeClr val="accent1"/>
          </a:solidFill>
          <a:ln w="19050" cap="flat" cmpd="sng" algn="ctr">
            <a:solidFill>
              <a:schemeClr val="tx1"/>
            </a:solidFill>
            <a:prstDash val="solid"/>
            <a:round/>
            <a:headEnd type="none" w="med" len="med"/>
            <a:tailEnd type="none" w="med" len="med"/>
          </a:ln>
          <a:effectLst/>
        </p:spPr>
      </p:cxnSp>
      <p:sp>
        <p:nvSpPr>
          <p:cNvPr id="67" name="椭圆 66">
            <a:extLst>
              <a:ext uri="{FF2B5EF4-FFF2-40B4-BE49-F238E27FC236}">
                <a16:creationId xmlns="" xmlns:a16="http://schemas.microsoft.com/office/drawing/2014/main" id="{7DBB15C3-7119-4BF5-AC36-6F6AFF9EB213}"/>
              </a:ext>
            </a:extLst>
          </p:cNvPr>
          <p:cNvSpPr/>
          <p:nvPr/>
        </p:nvSpPr>
        <p:spPr>
          <a:xfrm>
            <a:off x="1678147" y="3431249"/>
            <a:ext cx="215916" cy="215916"/>
          </a:xfrm>
          <a:prstGeom prst="ellipse">
            <a:avLst/>
          </a:prstGeom>
          <a:solidFill>
            <a:schemeClr val="accent6"/>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r>
              <a:rPr lang="en-US" altLang="zh-CN" sz="1200" b="1"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3</a:t>
            </a:r>
            <a:endParaRPr lang="zh-CN" altLang="en-US" sz="1200" b="1"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8" name="椭圆 67">
            <a:extLst>
              <a:ext uri="{FF2B5EF4-FFF2-40B4-BE49-F238E27FC236}">
                <a16:creationId xmlns="" xmlns:a16="http://schemas.microsoft.com/office/drawing/2014/main" id="{7DBB15C3-7119-4BF5-AC36-6F6AFF9EB213}"/>
              </a:ext>
            </a:extLst>
          </p:cNvPr>
          <p:cNvSpPr/>
          <p:nvPr/>
        </p:nvSpPr>
        <p:spPr>
          <a:xfrm>
            <a:off x="4476779" y="3431249"/>
            <a:ext cx="215916" cy="215916"/>
          </a:xfrm>
          <a:prstGeom prst="ellipse">
            <a:avLst/>
          </a:prstGeom>
          <a:solidFill>
            <a:schemeClr val="accent6"/>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r>
              <a:rPr lang="en-US" altLang="zh-CN" sz="1200" b="1"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3</a:t>
            </a:r>
            <a:endParaRPr lang="zh-CN" altLang="en-US" sz="1200" b="1"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71" name="直接箭头连接符 70">
            <a:extLst>
              <a:ext uri="{FF2B5EF4-FFF2-40B4-BE49-F238E27FC236}">
                <a16:creationId xmlns="" xmlns:a16="http://schemas.microsoft.com/office/drawing/2014/main" id="{AA906D00-6A37-4E3C-844F-9AFBEFB9CD58}"/>
              </a:ext>
            </a:extLst>
          </p:cNvPr>
          <p:cNvCxnSpPr>
            <a:cxnSpLocks/>
          </p:cNvCxnSpPr>
          <p:nvPr/>
        </p:nvCxnSpPr>
        <p:spPr>
          <a:xfrm>
            <a:off x="2089529" y="3449921"/>
            <a:ext cx="523426" cy="0"/>
          </a:xfrm>
          <a:prstGeom prst="straightConnector1">
            <a:avLst/>
          </a:prstGeom>
          <a:noFill/>
          <a:ln w="25400" cap="flat" cmpd="sng" algn="ctr">
            <a:solidFill>
              <a:srgbClr val="00B0F0"/>
            </a:solidFill>
            <a:prstDash val="solid"/>
            <a:headEnd type="none" w="med" len="med"/>
            <a:tailEnd type="triangle" w="med" len="med"/>
          </a:ln>
          <a:effectLst>
            <a:outerShdw blurRad="152400" dist="38100" dir="5400000" algn="t" rotWithShape="0">
              <a:prstClr val="black">
                <a:alpha val="12000"/>
              </a:prstClr>
            </a:outerShdw>
          </a:effectLst>
        </p:spPr>
      </p:cxnSp>
      <p:cxnSp>
        <p:nvCxnSpPr>
          <p:cNvPr id="74" name="直接箭头连接符 73">
            <a:extLst>
              <a:ext uri="{FF2B5EF4-FFF2-40B4-BE49-F238E27FC236}">
                <a16:creationId xmlns="" xmlns:a16="http://schemas.microsoft.com/office/drawing/2014/main" id="{AA906D00-6A37-4E3C-844F-9AFBEFB9CD58}"/>
              </a:ext>
            </a:extLst>
          </p:cNvPr>
          <p:cNvCxnSpPr>
            <a:cxnSpLocks/>
          </p:cNvCxnSpPr>
          <p:nvPr/>
        </p:nvCxnSpPr>
        <p:spPr>
          <a:xfrm>
            <a:off x="3837518" y="3449921"/>
            <a:ext cx="523426" cy="0"/>
          </a:xfrm>
          <a:prstGeom prst="straightConnector1">
            <a:avLst/>
          </a:prstGeom>
          <a:noFill/>
          <a:ln w="25400" cap="flat" cmpd="sng" algn="ctr">
            <a:solidFill>
              <a:srgbClr val="00B0F0"/>
            </a:solidFill>
            <a:prstDash val="solid"/>
            <a:headEnd type="triangle" w="med" len="med"/>
            <a:tailEnd type="none" w="med" len="med"/>
          </a:ln>
          <a:effectLst>
            <a:outerShdw blurRad="152400" dist="38100" dir="5400000" algn="t" rotWithShape="0">
              <a:prstClr val="black">
                <a:alpha val="12000"/>
              </a:prstClr>
            </a:outerShdw>
          </a:effectLst>
        </p:spPr>
      </p:cxnSp>
      <p:sp>
        <p:nvSpPr>
          <p:cNvPr id="75" name="TextBox 77"/>
          <p:cNvSpPr txBox="1"/>
          <p:nvPr/>
        </p:nvSpPr>
        <p:spPr bwMode="auto">
          <a:xfrm>
            <a:off x="1216306" y="4411684"/>
            <a:ext cx="1390745" cy="285502"/>
          </a:xfrm>
          <a:prstGeom prst="rect">
            <a:avLst/>
          </a:prstGeom>
          <a:noFill/>
          <a:ln w="9525">
            <a:noFill/>
            <a:miter lim="800000"/>
            <a:headEnd/>
            <a:tailEnd/>
          </a:ln>
        </p:spPr>
        <p:txBody>
          <a:bodyPr wrap="square" lIns="99941" tIns="49966" rIns="99941" bIns="49966" rtlCol="0">
            <a:spAutoFit/>
          </a:bodyPr>
          <a:lstStyle/>
          <a:p>
            <a:pPr algn="ctr" defTabSz="1001248" eaLnBrk="0" hangingPunct="0"/>
            <a:r>
              <a:rPr lang="en-US" altLang="zh-CN" sz="1200" dirty="0">
                <a:solidFill>
                  <a:srgbClr val="000000"/>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LACPDU</a:t>
            </a:r>
          </a:p>
        </p:txBody>
      </p:sp>
      <p:cxnSp>
        <p:nvCxnSpPr>
          <p:cNvPr id="76" name="直接箭头连接符 75">
            <a:extLst>
              <a:ext uri="{FF2B5EF4-FFF2-40B4-BE49-F238E27FC236}">
                <a16:creationId xmlns="" xmlns:a16="http://schemas.microsoft.com/office/drawing/2014/main" id="{AA906D00-6A37-4E3C-844F-9AFBEFB9CD58}"/>
              </a:ext>
            </a:extLst>
          </p:cNvPr>
          <p:cNvCxnSpPr>
            <a:cxnSpLocks/>
          </p:cNvCxnSpPr>
          <p:nvPr/>
        </p:nvCxnSpPr>
        <p:spPr>
          <a:xfrm>
            <a:off x="954593" y="4543756"/>
            <a:ext cx="523427" cy="0"/>
          </a:xfrm>
          <a:prstGeom prst="straightConnector1">
            <a:avLst/>
          </a:prstGeom>
          <a:noFill/>
          <a:ln w="25400" cap="flat" cmpd="sng" algn="ctr">
            <a:solidFill>
              <a:srgbClr val="00B0F0"/>
            </a:solidFill>
            <a:prstDash val="solid"/>
            <a:headEnd type="none" w="med" len="med"/>
            <a:tailEnd type="triangle" w="med" len="med"/>
          </a:ln>
          <a:effectLst>
            <a:outerShdw blurRad="152400" dist="38100" dir="5400000" algn="t" rotWithShape="0">
              <a:prstClr val="black">
                <a:alpha val="12000"/>
              </a:prstClr>
            </a:outerShdw>
          </a:effectLst>
        </p:spPr>
      </p:cxnSp>
      <p:sp>
        <p:nvSpPr>
          <p:cNvPr id="80" name="TextBox 120">
            <a:extLst>
              <a:ext uri="{FF2B5EF4-FFF2-40B4-BE49-F238E27FC236}">
                <a16:creationId xmlns="" xmlns:a16="http://schemas.microsoft.com/office/drawing/2014/main" id="{A3388E5A-B10B-426C-B001-65F408D6AF92}"/>
              </a:ext>
            </a:extLst>
          </p:cNvPr>
          <p:cNvSpPr txBox="1"/>
          <p:nvPr/>
        </p:nvSpPr>
        <p:spPr>
          <a:xfrm>
            <a:off x="438315" y="2063367"/>
            <a:ext cx="1831645" cy="523220"/>
          </a:xfrm>
          <a:prstGeom prst="rect">
            <a:avLst/>
          </a:prstGeom>
          <a:noFill/>
        </p:spPr>
        <p:txBody>
          <a:bodyPr wrap="square" rtlCol="0">
            <a:spAutoFit/>
          </a:bodyPr>
          <a:lstStyle/>
          <a:p>
            <a:pPr algn="ctr"/>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Bridge MAC:</a:t>
            </a:r>
          </a:p>
          <a:p>
            <a:pPr algn="ctr"/>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4c1f-cc58-6d64</a:t>
            </a:r>
          </a:p>
        </p:txBody>
      </p:sp>
      <p:sp>
        <p:nvSpPr>
          <p:cNvPr id="84" name="TextBox 120">
            <a:extLst>
              <a:ext uri="{FF2B5EF4-FFF2-40B4-BE49-F238E27FC236}">
                <a16:creationId xmlns="" xmlns:a16="http://schemas.microsoft.com/office/drawing/2014/main" id="{A3388E5A-B10B-426C-B001-65F408D6AF92}"/>
              </a:ext>
            </a:extLst>
          </p:cNvPr>
          <p:cNvSpPr txBox="1"/>
          <p:nvPr/>
        </p:nvSpPr>
        <p:spPr>
          <a:xfrm>
            <a:off x="4136089" y="2063367"/>
            <a:ext cx="1831645" cy="523220"/>
          </a:xfrm>
          <a:prstGeom prst="rect">
            <a:avLst/>
          </a:prstGeom>
          <a:noFill/>
        </p:spPr>
        <p:txBody>
          <a:bodyPr wrap="square" rtlCol="0">
            <a:spAutoFit/>
          </a:bodyPr>
          <a:lstStyle/>
          <a:p>
            <a:pPr algn="ctr"/>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Bridge MAC:</a:t>
            </a:r>
          </a:p>
          <a:p>
            <a:pPr algn="ctr"/>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4c1f-cc58-6d65</a:t>
            </a:r>
          </a:p>
        </p:txBody>
      </p:sp>
      <p:cxnSp>
        <p:nvCxnSpPr>
          <p:cNvPr id="33" name="直接连接符 32"/>
          <p:cNvCxnSpPr>
            <a:stCxn id="39" idx="2"/>
            <a:endCxn id="38" idx="6"/>
          </p:cNvCxnSpPr>
          <p:nvPr/>
        </p:nvCxnSpPr>
        <p:spPr bwMode="auto">
          <a:xfrm flipH="1">
            <a:off x="1894063" y="3851588"/>
            <a:ext cx="2582717" cy="0"/>
          </a:xfrm>
          <a:prstGeom prst="line">
            <a:avLst/>
          </a:prstGeom>
          <a:solidFill>
            <a:schemeClr val="accent1"/>
          </a:solidFill>
          <a:ln w="19050" cap="flat" cmpd="sng" algn="ctr">
            <a:solidFill>
              <a:schemeClr val="tx1"/>
            </a:solidFill>
            <a:prstDash val="solid"/>
            <a:round/>
            <a:headEnd type="none" w="med" len="med"/>
            <a:tailEnd type="none" w="med" len="med"/>
          </a:ln>
          <a:effectLst/>
        </p:spPr>
      </p:cxnSp>
      <p:sp>
        <p:nvSpPr>
          <p:cNvPr id="38" name="椭圆 37">
            <a:extLst>
              <a:ext uri="{FF2B5EF4-FFF2-40B4-BE49-F238E27FC236}">
                <a16:creationId xmlns="" xmlns:a16="http://schemas.microsoft.com/office/drawing/2014/main" id="{7DBB15C3-7119-4BF5-AC36-6F6AFF9EB213}"/>
              </a:ext>
            </a:extLst>
          </p:cNvPr>
          <p:cNvSpPr/>
          <p:nvPr/>
        </p:nvSpPr>
        <p:spPr>
          <a:xfrm>
            <a:off x="1678147" y="3743630"/>
            <a:ext cx="215916" cy="215916"/>
          </a:xfrm>
          <a:prstGeom prst="ellipse">
            <a:avLst/>
          </a:prstGeom>
          <a:solidFill>
            <a:schemeClr val="accent6"/>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r>
              <a:rPr lang="en-US" altLang="zh-CN" sz="1200" b="1"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4</a:t>
            </a:r>
            <a:endParaRPr lang="zh-CN" altLang="en-US" sz="1200" b="1"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9" name="椭圆 38">
            <a:extLst>
              <a:ext uri="{FF2B5EF4-FFF2-40B4-BE49-F238E27FC236}">
                <a16:creationId xmlns="" xmlns:a16="http://schemas.microsoft.com/office/drawing/2014/main" id="{7DBB15C3-7119-4BF5-AC36-6F6AFF9EB213}"/>
              </a:ext>
            </a:extLst>
          </p:cNvPr>
          <p:cNvSpPr/>
          <p:nvPr/>
        </p:nvSpPr>
        <p:spPr>
          <a:xfrm>
            <a:off x="4476779" y="3743630"/>
            <a:ext cx="215916" cy="215916"/>
          </a:xfrm>
          <a:prstGeom prst="ellipse">
            <a:avLst/>
          </a:prstGeom>
          <a:solidFill>
            <a:schemeClr val="accent6"/>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r>
              <a:rPr lang="en-US" altLang="zh-CN" sz="1200" b="1"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4</a:t>
            </a:r>
            <a:endParaRPr lang="zh-CN" altLang="en-US" sz="1200" b="1"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40" name="直接箭头连接符 39">
            <a:extLst>
              <a:ext uri="{FF2B5EF4-FFF2-40B4-BE49-F238E27FC236}">
                <a16:creationId xmlns="" xmlns:a16="http://schemas.microsoft.com/office/drawing/2014/main" id="{AA906D00-6A37-4E3C-844F-9AFBEFB9CD58}"/>
              </a:ext>
            </a:extLst>
          </p:cNvPr>
          <p:cNvCxnSpPr>
            <a:cxnSpLocks/>
          </p:cNvCxnSpPr>
          <p:nvPr/>
        </p:nvCxnSpPr>
        <p:spPr>
          <a:xfrm>
            <a:off x="2089529" y="3762302"/>
            <a:ext cx="523426" cy="0"/>
          </a:xfrm>
          <a:prstGeom prst="straightConnector1">
            <a:avLst/>
          </a:prstGeom>
          <a:noFill/>
          <a:ln w="25400" cap="flat" cmpd="sng" algn="ctr">
            <a:solidFill>
              <a:srgbClr val="00B0F0"/>
            </a:solidFill>
            <a:prstDash val="solid"/>
            <a:headEnd type="none" w="med" len="med"/>
            <a:tailEnd type="triangle" w="med" len="med"/>
          </a:ln>
          <a:effectLst>
            <a:outerShdw blurRad="152400" dist="38100" dir="5400000" algn="t" rotWithShape="0">
              <a:prstClr val="black">
                <a:alpha val="12000"/>
              </a:prstClr>
            </a:outerShdw>
          </a:effectLst>
        </p:spPr>
      </p:cxnSp>
      <p:cxnSp>
        <p:nvCxnSpPr>
          <p:cNvPr id="41" name="直接箭头连接符 40">
            <a:extLst>
              <a:ext uri="{FF2B5EF4-FFF2-40B4-BE49-F238E27FC236}">
                <a16:creationId xmlns="" xmlns:a16="http://schemas.microsoft.com/office/drawing/2014/main" id="{AA906D00-6A37-4E3C-844F-9AFBEFB9CD58}"/>
              </a:ext>
            </a:extLst>
          </p:cNvPr>
          <p:cNvCxnSpPr>
            <a:cxnSpLocks/>
          </p:cNvCxnSpPr>
          <p:nvPr/>
        </p:nvCxnSpPr>
        <p:spPr>
          <a:xfrm>
            <a:off x="3837518" y="3762302"/>
            <a:ext cx="523426" cy="0"/>
          </a:xfrm>
          <a:prstGeom prst="straightConnector1">
            <a:avLst/>
          </a:prstGeom>
          <a:noFill/>
          <a:ln w="25400" cap="flat" cmpd="sng" algn="ctr">
            <a:solidFill>
              <a:srgbClr val="00B0F0"/>
            </a:solidFill>
            <a:prstDash val="solid"/>
            <a:headEnd type="triangle" w="med" len="med"/>
            <a:tailEnd type="none" w="med" len="med"/>
          </a:ln>
          <a:effectLst>
            <a:outerShdw blurRad="152400" dist="38100" dir="5400000" algn="t" rotWithShape="0">
              <a:prstClr val="black">
                <a:alpha val="12000"/>
              </a:prstClr>
            </a:outerShdw>
          </a:effectLst>
        </p:spPr>
      </p:cxnSp>
      <p:sp>
        <p:nvSpPr>
          <p:cNvPr id="42" name="五边形 41"/>
          <p:cNvSpPr/>
          <p:nvPr/>
        </p:nvSpPr>
        <p:spPr bwMode="auto">
          <a:xfrm>
            <a:off x="7562321" y="126000"/>
            <a:ext cx="899749" cy="213037"/>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报文介绍</a:t>
            </a:r>
          </a:p>
        </p:txBody>
      </p:sp>
      <p:sp>
        <p:nvSpPr>
          <p:cNvPr id="43" name="燕尾形 42"/>
          <p:cNvSpPr/>
          <p:nvPr/>
        </p:nvSpPr>
        <p:spPr bwMode="auto">
          <a:xfrm>
            <a:off x="8383481" y="126000"/>
            <a:ext cx="1367951" cy="213037"/>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最大活动接口数</a:t>
            </a:r>
          </a:p>
        </p:txBody>
      </p:sp>
      <p:sp>
        <p:nvSpPr>
          <p:cNvPr id="44" name="燕尾形 43"/>
          <p:cNvSpPr/>
          <p:nvPr/>
        </p:nvSpPr>
        <p:spPr bwMode="auto">
          <a:xfrm>
            <a:off x="9667454" y="126000"/>
            <a:ext cx="1223658" cy="213037"/>
          </a:xfrm>
          <a:prstGeom prst="chevron">
            <a:avLst/>
          </a:prstGeom>
          <a:solidFill>
            <a:srgbClr val="00B0F0"/>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活动链路选举</a:t>
            </a:r>
          </a:p>
        </p:txBody>
      </p:sp>
      <p:sp>
        <p:nvSpPr>
          <p:cNvPr id="45" name="燕尾形 44"/>
          <p:cNvSpPr/>
          <p:nvPr/>
        </p:nvSpPr>
        <p:spPr bwMode="auto">
          <a:xfrm>
            <a:off x="10812767" y="126000"/>
            <a:ext cx="1223658" cy="213037"/>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负载分担</a:t>
            </a:r>
          </a:p>
        </p:txBody>
      </p:sp>
    </p:spTree>
    <p:extLst>
      <p:ext uri="{BB962C8B-B14F-4D97-AF65-F5344CB8AC3E}">
        <p14:creationId xmlns:p14="http://schemas.microsoft.com/office/powerpoint/2010/main" val="431100240"/>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pPr fontAlgn="auto"/>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活动链路</a:t>
            </a:r>
            <a:r>
              <a:rPr lang="zh-CN" altLang="en-US" dirty="0" smtClean="0">
                <a:latin typeface="Huawei Sans" panose="020C0503030203020204" pitchFamily="34" charset="0"/>
                <a:ea typeface="方正兰亭黑简体" panose="02000000000000000000" pitchFamily="2" charset="-122"/>
                <a:sym typeface="Huawei Sans" panose="020C0503030203020204" pitchFamily="34" charset="0"/>
              </a:rPr>
              <a:t>选举 </a:t>
            </a:r>
            <a:r>
              <a:rPr lang="en-US" altLang="zh-CN" dirty="0" smtClean="0">
                <a:latin typeface="Huawei Sans" panose="020C0503030203020204" pitchFamily="34" charset="0"/>
                <a:ea typeface="方正兰亭黑简体" panose="02000000000000000000" pitchFamily="2" charset="-122"/>
                <a:sym typeface="Huawei Sans" panose="020C0503030203020204" pitchFamily="34" charset="0"/>
              </a:rPr>
              <a:t>(2)</a:t>
            </a:r>
            <a:endParaRPr lang="zh-CN" altLang="en-US"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3" name="文本占位符 3"/>
          <p:cNvSpPr txBox="1">
            <a:spLocks/>
          </p:cNvSpPr>
          <p:nvPr/>
        </p:nvSpPr>
        <p:spPr bwMode="auto">
          <a:xfrm>
            <a:off x="6101381" y="2676137"/>
            <a:ext cx="5647707" cy="860276"/>
          </a:xfrm>
          <a:prstGeom prst="rect">
            <a:avLst/>
          </a:prstGeom>
          <a:noFill/>
          <a:ln w="9525">
            <a:noFill/>
            <a:miter lim="800000"/>
            <a:headEnd/>
            <a:tailEnd/>
          </a:ln>
        </p:spPr>
        <p:txBody>
          <a:bodyPr vert="horz" wrap="square" lIns="80110" tIns="40055" rIns="80110" bIns="40055" numCol="1" anchor="t" anchorCtr="0" compatLnSpc="1">
            <a:prstTxWarp prst="textNoShape">
              <a:avLst/>
            </a:prstTxWarp>
          </a:bodyPr>
          <a:lstStyle>
            <a:lvl1pPr marL="301625" indent="-301625" algn="just" defTabSz="801688" rtl="0" eaLnBrk="1" fontAlgn="ctr" latinLnBrk="0" hangingPunct="1">
              <a:lnSpc>
                <a:spcPct val="140000"/>
              </a:lnSpc>
              <a:spcBef>
                <a:spcPct val="30000"/>
              </a:spcBef>
              <a:spcAft>
                <a:spcPct val="0"/>
              </a:spcAft>
              <a:buClr>
                <a:schemeClr val="bg1">
                  <a:lumMod val="50000"/>
                </a:schemeClr>
              </a:buClr>
              <a:buSzPct val="60000"/>
              <a:buFont typeface="Wingdings" pitchFamily="2" charset="2"/>
              <a:buChar char="l"/>
              <a:defRPr sz="2200">
                <a:solidFill>
                  <a:schemeClr val="tx1"/>
                </a:solidFill>
                <a:latin typeface="+mn-ea"/>
                <a:ea typeface="+mn-ea"/>
                <a:cs typeface="Arial" panose="020B0604020202020204" pitchFamily="34" charset="0"/>
              </a:defRPr>
            </a:lvl1pPr>
            <a:lvl2pPr marL="654050" indent="-252413" algn="l" defTabSz="801688" rtl="0" eaLnBrk="1" fontAlgn="ctr" hangingPunct="1">
              <a:lnSpc>
                <a:spcPct val="140000"/>
              </a:lnSpc>
              <a:spcBef>
                <a:spcPct val="30000"/>
              </a:spcBef>
              <a:spcAft>
                <a:spcPct val="0"/>
              </a:spcAft>
              <a:buClr>
                <a:schemeClr val="tx1"/>
              </a:buClr>
              <a:buSzPct val="50000"/>
              <a:buFont typeface="Wingdings" pitchFamily="2" charset="2"/>
              <a:buChar char="p"/>
              <a:defRPr sz="2000">
                <a:solidFill>
                  <a:schemeClr val="tx1"/>
                </a:solidFill>
                <a:latin typeface="+mn-lt"/>
                <a:ea typeface="+mn-ea"/>
              </a:defRPr>
            </a:lvl2pPr>
            <a:lvl3pPr marL="1003300" indent="-201613" algn="l" defTabSz="801688" rtl="0" eaLnBrk="1" fontAlgn="ctr" hangingPunct="1">
              <a:lnSpc>
                <a:spcPct val="140000"/>
              </a:lnSpc>
              <a:spcBef>
                <a:spcPct val="30000"/>
              </a:spcBef>
              <a:spcAft>
                <a:spcPct val="0"/>
              </a:spcAft>
              <a:buSzPct val="50000"/>
              <a:buFont typeface="Wingdings" pitchFamily="2" charset="2"/>
              <a:buChar char="n"/>
              <a:defRPr>
                <a:solidFill>
                  <a:schemeClr val="tx1"/>
                </a:solidFill>
                <a:latin typeface="FrutigerNext LT Light" pitchFamily="34" charset="0"/>
                <a:ea typeface="+mn-ea"/>
              </a:defRPr>
            </a:lvl3pPr>
            <a:lvl4pPr marL="1400175" indent="-198438" algn="l" defTabSz="801688" rtl="0" eaLnBrk="1" fontAlgn="ctr" hangingPunct="1">
              <a:lnSpc>
                <a:spcPct val="140000"/>
              </a:lnSpc>
              <a:spcBef>
                <a:spcPct val="30000"/>
              </a:spcBef>
              <a:spcAft>
                <a:spcPct val="0"/>
              </a:spcAft>
              <a:buChar char="–"/>
              <a:defRPr sz="1600">
                <a:solidFill>
                  <a:schemeClr val="tx1"/>
                </a:solidFill>
                <a:latin typeface="+mj-lt"/>
                <a:ea typeface="+mn-ea"/>
              </a:defRPr>
            </a:lvl4pPr>
            <a:lvl5pPr marL="1801813" indent="-201613" algn="l" defTabSz="801688" rtl="0" eaLnBrk="1" fontAlgn="ctr" hangingPunct="1">
              <a:lnSpc>
                <a:spcPct val="140000"/>
              </a:lnSpc>
              <a:spcBef>
                <a:spcPct val="30000"/>
              </a:spcBef>
              <a:spcAft>
                <a:spcPct val="0"/>
              </a:spcAft>
              <a:buFont typeface="FrutigerNext LT Medium" pitchFamily="34" charset="0"/>
              <a:buChar char="~"/>
              <a:defRPr sz="1600">
                <a:solidFill>
                  <a:schemeClr val="tx1"/>
                </a:solidFill>
                <a:latin typeface="+mj-lt"/>
                <a:ea typeface="+mn-ea"/>
              </a:defRPr>
            </a:lvl5pPr>
            <a:lvl6pPr marL="2259013" indent="-201613" algn="l" defTabSz="801688" rtl="0" fontAlgn="ctr">
              <a:lnSpc>
                <a:spcPct val="140000"/>
              </a:lnSpc>
              <a:spcBef>
                <a:spcPct val="30000"/>
              </a:spcBef>
              <a:spcAft>
                <a:spcPct val="0"/>
              </a:spcAft>
              <a:buFont typeface="FrutigerNext LT Medium" pitchFamily="34" charset="0"/>
              <a:buChar char="~"/>
              <a:defRPr sz="1600">
                <a:solidFill>
                  <a:schemeClr val="tx1"/>
                </a:solidFill>
                <a:latin typeface="+mj-lt"/>
                <a:ea typeface="+mn-ea"/>
              </a:defRPr>
            </a:lvl6pPr>
            <a:lvl7pPr marL="2716213" indent="-201613" algn="l" defTabSz="801688" rtl="0" fontAlgn="base">
              <a:lnSpc>
                <a:spcPct val="140000"/>
              </a:lnSpc>
              <a:spcBef>
                <a:spcPct val="30000"/>
              </a:spcBef>
              <a:spcAft>
                <a:spcPct val="0"/>
              </a:spcAft>
              <a:buFont typeface="FrutigerNext LT Medium" pitchFamily="34" charset="0"/>
              <a:buChar char="~"/>
              <a:defRPr sz="1600">
                <a:solidFill>
                  <a:schemeClr val="tx1"/>
                </a:solidFill>
                <a:latin typeface="+mj-lt"/>
                <a:ea typeface="+mn-ea"/>
              </a:defRPr>
            </a:lvl7pPr>
            <a:lvl8pPr marL="3173413" indent="-201613" algn="l" defTabSz="801688" rtl="0" fontAlgn="base">
              <a:lnSpc>
                <a:spcPct val="140000"/>
              </a:lnSpc>
              <a:spcBef>
                <a:spcPct val="30000"/>
              </a:spcBef>
              <a:spcAft>
                <a:spcPct val="0"/>
              </a:spcAft>
              <a:buFont typeface="FrutigerNext LT Medium" pitchFamily="34" charset="0"/>
              <a:buChar char="~"/>
              <a:defRPr sz="1600">
                <a:solidFill>
                  <a:schemeClr val="tx1"/>
                </a:solidFill>
                <a:latin typeface="+mj-lt"/>
                <a:ea typeface="+mn-ea"/>
              </a:defRPr>
            </a:lvl8pPr>
            <a:lvl9pPr marL="3630613" indent="-201613" algn="l" defTabSz="801688" rtl="0" fontAlgn="base">
              <a:lnSpc>
                <a:spcPct val="140000"/>
              </a:lnSpc>
              <a:spcBef>
                <a:spcPct val="30000"/>
              </a:spcBef>
              <a:spcAft>
                <a:spcPct val="0"/>
              </a:spcAft>
              <a:buFont typeface="FrutigerNext LT Medium" pitchFamily="34" charset="0"/>
              <a:buChar char="~"/>
              <a:defRPr sz="1600">
                <a:solidFill>
                  <a:schemeClr val="tx1"/>
                </a:solidFill>
                <a:latin typeface="+mj-lt"/>
                <a:ea typeface="+mn-ea"/>
              </a:defRPr>
            </a:lvl9pPr>
          </a:lstStyle>
          <a:p>
            <a:pPr>
              <a:buClrTx/>
              <a:buSzPct val="100000"/>
              <a:buFont typeface="Arial" panose="020B0604020202020204" pitchFamily="34" charset="0"/>
              <a:buChar char="•"/>
            </a:pPr>
            <a:r>
              <a:rPr lang="en-US" altLang="zh-CN" sz="1599"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SW1</a:t>
            </a:r>
            <a:r>
              <a:rPr lang="zh-CN" altLang="en-US" sz="1599"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在本端通过比较接口优先级、接口编号选举出活动接口，其中</a:t>
            </a:r>
            <a:r>
              <a:rPr lang="en-US" altLang="zh-CN" sz="1599"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1</a:t>
            </a:r>
            <a:r>
              <a:rPr lang="zh-CN" altLang="en-US" sz="1599"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599"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2</a:t>
            </a:r>
            <a:r>
              <a:rPr lang="zh-CN" altLang="en-US" sz="1599"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号接口在相同的接口优先级下拥有更小的接口编号，成为活动接口。</a:t>
            </a:r>
            <a:endParaRPr lang="en-US" altLang="zh-CN" sz="1599"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defTabSz="914112" fontAlgn="auto">
              <a:lnSpc>
                <a:spcPts val="2199"/>
              </a:lnSpc>
              <a:spcBef>
                <a:spcPts val="0"/>
              </a:spcBef>
              <a:spcAft>
                <a:spcPts val="600"/>
              </a:spcAft>
              <a:buClrTx/>
              <a:buSzPct val="100000"/>
              <a:buFont typeface="Arial" panose="020B0604020202020204" pitchFamily="34" charset="0"/>
              <a:buChar char="•"/>
            </a:pPr>
            <a:endParaRPr lang="zh-CN" altLang="en-US" sz="1799" dirty="0">
              <a:solidFill>
                <a:prstClr val="white">
                  <a:lumMod val="75000"/>
                </a:prstClr>
              </a:solidFill>
              <a:latin typeface="Huawei Sans" panose="020C0503030203020204" pitchFamily="34" charset="0"/>
              <a:ea typeface="方正兰亭黑简体" panose="02000000000000000000" pitchFamily="2" charset="-122"/>
              <a:cs typeface="+mn-cs"/>
              <a:sym typeface="Huawei Sans" panose="020C0503030203020204" pitchFamily="34" charset="0"/>
            </a:endParaRPr>
          </a:p>
        </p:txBody>
      </p:sp>
      <p:sp>
        <p:nvSpPr>
          <p:cNvPr id="51" name="圆角矩形 50"/>
          <p:cNvSpPr/>
          <p:nvPr/>
        </p:nvSpPr>
        <p:spPr>
          <a:xfrm>
            <a:off x="892059" y="2590583"/>
            <a:ext cx="902509" cy="1580965"/>
          </a:xfrm>
          <a:prstGeom prst="roundRect">
            <a:avLst>
              <a:gd name="adj" fmla="val 7243"/>
            </a:avLst>
          </a:prstGeom>
          <a:solidFill>
            <a:srgbClr val="F4FBFE"/>
          </a:solidFill>
          <a:ln w="9525" cap="flat" cmpd="sng" algn="ctr">
            <a:solidFill>
              <a:srgbClr val="99DFF9"/>
            </a:solidFill>
            <a:prstDash val="solid"/>
          </a:ln>
          <a:effectLst/>
        </p:spPr>
        <p:txBody>
          <a:bodyPr rtlCol="0" anchor="ctr"/>
          <a:lstStyle/>
          <a:p>
            <a:pPr algn="ctr" defTabSz="914034" fontAlgn="t">
              <a:spcBef>
                <a:spcPct val="0"/>
              </a:spcBef>
              <a:spcAft>
                <a:spcPct val="0"/>
              </a:spcAft>
              <a:defRPr/>
            </a:pP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2" name="圆角矩形 51"/>
          <p:cNvSpPr/>
          <p:nvPr/>
        </p:nvSpPr>
        <p:spPr>
          <a:xfrm>
            <a:off x="4574791" y="2590583"/>
            <a:ext cx="902509" cy="1580965"/>
          </a:xfrm>
          <a:prstGeom prst="roundRect">
            <a:avLst>
              <a:gd name="adj" fmla="val 7243"/>
            </a:avLst>
          </a:prstGeom>
          <a:solidFill>
            <a:srgbClr val="F4FBFE"/>
          </a:solidFill>
          <a:ln w="9525" cap="flat" cmpd="sng" algn="ctr">
            <a:solidFill>
              <a:srgbClr val="99DFF9"/>
            </a:solidFill>
            <a:prstDash val="solid"/>
          </a:ln>
          <a:effectLst/>
        </p:spPr>
        <p:txBody>
          <a:bodyPr rtlCol="0" anchor="ctr"/>
          <a:lstStyle/>
          <a:p>
            <a:pPr algn="ctr" defTabSz="914034" fontAlgn="t">
              <a:spcBef>
                <a:spcPct val="0"/>
              </a:spcBef>
              <a:spcAft>
                <a:spcPct val="0"/>
              </a:spcAft>
              <a:defRPr/>
            </a:pP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3" name="矩形 52"/>
          <p:cNvSpPr/>
          <p:nvPr/>
        </p:nvSpPr>
        <p:spPr>
          <a:xfrm>
            <a:off x="874207" y="2588796"/>
            <a:ext cx="663115" cy="307657"/>
          </a:xfrm>
          <a:prstGeom prst="rect">
            <a:avLst/>
          </a:prstGeom>
        </p:spPr>
        <p:txBody>
          <a:bodyPr wrap="square">
            <a:spAutoFit/>
          </a:bodyPr>
          <a:lstStyle/>
          <a:p>
            <a:pPr algn="ctr"/>
            <a:r>
              <a:rPr lang="en-US" altLang="zh-CN" sz="1399" b="1" dirty="0">
                <a:latin typeface="Huawei Sans" panose="020C0503030203020204" pitchFamily="34" charset="0"/>
                <a:ea typeface="方正兰亭黑简体" panose="02000000000000000000" pitchFamily="2" charset="-122"/>
                <a:sym typeface="Huawei Sans" panose="020C0503030203020204" pitchFamily="34" charset="0"/>
              </a:rPr>
              <a:t>SW1</a:t>
            </a:r>
            <a:endParaRPr lang="zh-CN" altLang="en-US" sz="1399"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4" name="矩形 53"/>
          <p:cNvSpPr/>
          <p:nvPr/>
        </p:nvSpPr>
        <p:spPr>
          <a:xfrm>
            <a:off x="4814186" y="2588029"/>
            <a:ext cx="663115" cy="307657"/>
          </a:xfrm>
          <a:prstGeom prst="rect">
            <a:avLst/>
          </a:prstGeom>
        </p:spPr>
        <p:txBody>
          <a:bodyPr wrap="square">
            <a:spAutoFit/>
          </a:bodyPr>
          <a:lstStyle/>
          <a:p>
            <a:pPr algn="ctr"/>
            <a:r>
              <a:rPr lang="en-US" altLang="zh-CN" sz="1399" b="1" dirty="0">
                <a:latin typeface="Huawei Sans" panose="020C0503030203020204" pitchFamily="34" charset="0"/>
                <a:ea typeface="方正兰亭黑简体" panose="02000000000000000000" pitchFamily="2" charset="-122"/>
                <a:sym typeface="Huawei Sans" panose="020C0503030203020204" pitchFamily="34" charset="0"/>
              </a:rPr>
              <a:t>SW2</a:t>
            </a:r>
            <a:endParaRPr lang="zh-CN" altLang="en-US" sz="1399"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2" name="矩形 101"/>
          <p:cNvSpPr/>
          <p:nvPr/>
        </p:nvSpPr>
        <p:spPr bwMode="auto">
          <a:xfrm>
            <a:off x="1144892" y="4939351"/>
            <a:ext cx="934685" cy="248147"/>
          </a:xfrm>
          <a:prstGeom prst="rect">
            <a:avLst/>
          </a:prstGeom>
          <a:noFill/>
          <a:ln w="9525" cap="flat" cmpd="sng" algn="ctr">
            <a:noFill/>
            <a:prstDash val="dash"/>
            <a:round/>
            <a:headEnd type="none" w="med" len="med"/>
            <a:tailEnd type="none" w="med" len="med"/>
          </a:ln>
          <a:effectLst/>
        </p:spPr>
        <p:txBody>
          <a:bodyPr vert="horz" wrap="square" lIns="91404" tIns="45702" rIns="91404" bIns="45702" numCol="1" rtlCol="0" anchor="t" anchorCtr="0" compatLnSpc="1">
            <a:prstTxWarp prst="textNoShape">
              <a:avLst/>
            </a:prstTxWarp>
          </a:bodyPr>
          <a:lstStyle/>
          <a:p>
            <a:pPr defTabSz="1001248" eaLnBrk="0" hangingPunct="0"/>
            <a:r>
              <a:rPr lang="zh-CN" altLang="en-US" sz="1200" dirty="0">
                <a:solidFill>
                  <a:srgbClr val="000000"/>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活动接口</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3" name="椭圆 102">
            <a:extLst>
              <a:ext uri="{FF2B5EF4-FFF2-40B4-BE49-F238E27FC236}">
                <a16:creationId xmlns="" xmlns:a16="http://schemas.microsoft.com/office/drawing/2014/main" id="{7DBB15C3-7119-4BF5-AC36-6F6AFF9EB213}"/>
              </a:ext>
            </a:extLst>
          </p:cNvPr>
          <p:cNvSpPr/>
          <p:nvPr/>
        </p:nvSpPr>
        <p:spPr>
          <a:xfrm>
            <a:off x="892059" y="4982507"/>
            <a:ext cx="215916" cy="215916"/>
          </a:xfrm>
          <a:prstGeom prst="ellipse">
            <a:avLst/>
          </a:prstGeom>
          <a:solidFill>
            <a:srgbClr val="8CCAA1"/>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1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4" name="矩形 103"/>
          <p:cNvSpPr/>
          <p:nvPr/>
        </p:nvSpPr>
        <p:spPr bwMode="auto">
          <a:xfrm>
            <a:off x="1144892" y="5227521"/>
            <a:ext cx="1068364" cy="248147"/>
          </a:xfrm>
          <a:prstGeom prst="rect">
            <a:avLst/>
          </a:prstGeom>
          <a:noFill/>
          <a:ln w="9525" cap="flat" cmpd="sng" algn="ctr">
            <a:noFill/>
            <a:prstDash val="dash"/>
            <a:round/>
            <a:headEnd type="none" w="med" len="med"/>
            <a:tailEnd type="none" w="med" len="med"/>
          </a:ln>
          <a:effectLst/>
        </p:spPr>
        <p:txBody>
          <a:bodyPr vert="horz" wrap="square" lIns="91404" tIns="45702" rIns="91404" bIns="45702" numCol="1" rtlCol="0" anchor="t" anchorCtr="0" compatLnSpc="1">
            <a:prstTxWarp prst="textNoShape">
              <a:avLst/>
            </a:prstTxWarp>
          </a:bodyPr>
          <a:lstStyle/>
          <a:p>
            <a:pPr defTabSz="1001248" eaLnBrk="0" hangingPunct="0"/>
            <a:r>
              <a:rPr lang="zh-CN" altLang="en-US" sz="1200" dirty="0">
                <a:solidFill>
                  <a:srgbClr val="000000"/>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非活动接口</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5" name="椭圆 104">
            <a:extLst>
              <a:ext uri="{FF2B5EF4-FFF2-40B4-BE49-F238E27FC236}">
                <a16:creationId xmlns="" xmlns:a16="http://schemas.microsoft.com/office/drawing/2014/main" id="{E3AA826D-E4AC-459E-9C44-0CE0D8799DF1}"/>
              </a:ext>
            </a:extLst>
          </p:cNvPr>
          <p:cNvSpPr/>
          <p:nvPr/>
        </p:nvSpPr>
        <p:spPr>
          <a:xfrm>
            <a:off x="892059" y="5257757"/>
            <a:ext cx="215916" cy="215916"/>
          </a:xfrm>
          <a:prstGeom prst="ellipse">
            <a:avLst/>
          </a:prstGeom>
          <a:solidFill>
            <a:srgbClr val="EC706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1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1" name="椭圆 30">
            <a:extLst>
              <a:ext uri="{FF2B5EF4-FFF2-40B4-BE49-F238E27FC236}">
                <a16:creationId xmlns="" xmlns:a16="http://schemas.microsoft.com/office/drawing/2014/main" id="{7DBB15C3-7119-4BF5-AC36-6F6AFF9EB213}"/>
              </a:ext>
            </a:extLst>
          </p:cNvPr>
          <p:cNvSpPr/>
          <p:nvPr/>
        </p:nvSpPr>
        <p:spPr>
          <a:xfrm>
            <a:off x="1678147" y="2806487"/>
            <a:ext cx="215916" cy="215916"/>
          </a:xfrm>
          <a:prstGeom prst="ellipse">
            <a:avLst/>
          </a:prstGeom>
          <a:solidFill>
            <a:srgbClr val="8CCAA1"/>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1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1</a:t>
            </a:r>
            <a:endParaRPr lang="zh-CN" altLang="en-US" sz="11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2" name="椭圆 31">
            <a:extLst>
              <a:ext uri="{FF2B5EF4-FFF2-40B4-BE49-F238E27FC236}">
                <a16:creationId xmlns="" xmlns:a16="http://schemas.microsoft.com/office/drawing/2014/main" id="{7DBB15C3-7119-4BF5-AC36-6F6AFF9EB213}"/>
              </a:ext>
            </a:extLst>
          </p:cNvPr>
          <p:cNvSpPr/>
          <p:nvPr/>
        </p:nvSpPr>
        <p:spPr>
          <a:xfrm>
            <a:off x="4476779" y="2806487"/>
            <a:ext cx="215916" cy="215916"/>
          </a:xfrm>
          <a:prstGeom prst="ellipse">
            <a:avLst/>
          </a:prstGeom>
          <a:solidFill>
            <a:schemeClr val="accent6"/>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r>
              <a:rPr lang="en-US" altLang="zh-CN" sz="1200" b="1"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1</a:t>
            </a:r>
            <a:endParaRPr lang="zh-CN" altLang="en-US" sz="1200" b="1"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33" name="直接连接符 32"/>
          <p:cNvCxnSpPr>
            <a:stCxn id="32" idx="2"/>
            <a:endCxn id="31" idx="6"/>
          </p:cNvCxnSpPr>
          <p:nvPr/>
        </p:nvCxnSpPr>
        <p:spPr bwMode="auto">
          <a:xfrm flipH="1">
            <a:off x="1894062" y="2914445"/>
            <a:ext cx="2582717" cy="0"/>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37" name="直接连接符 36"/>
          <p:cNvCxnSpPr>
            <a:stCxn id="39" idx="2"/>
            <a:endCxn id="38" idx="6"/>
          </p:cNvCxnSpPr>
          <p:nvPr/>
        </p:nvCxnSpPr>
        <p:spPr bwMode="auto">
          <a:xfrm flipH="1">
            <a:off x="1894062" y="3226826"/>
            <a:ext cx="2582717" cy="0"/>
          </a:xfrm>
          <a:prstGeom prst="line">
            <a:avLst/>
          </a:prstGeom>
          <a:solidFill>
            <a:schemeClr val="accent1"/>
          </a:solidFill>
          <a:ln w="19050" cap="flat" cmpd="sng" algn="ctr">
            <a:solidFill>
              <a:schemeClr val="tx1"/>
            </a:solidFill>
            <a:prstDash val="solid"/>
            <a:round/>
            <a:headEnd type="none" w="med" len="med"/>
            <a:tailEnd type="none" w="med" len="med"/>
          </a:ln>
          <a:effectLst/>
        </p:spPr>
      </p:cxnSp>
      <p:sp>
        <p:nvSpPr>
          <p:cNvPr id="38" name="椭圆 37">
            <a:extLst>
              <a:ext uri="{FF2B5EF4-FFF2-40B4-BE49-F238E27FC236}">
                <a16:creationId xmlns="" xmlns:a16="http://schemas.microsoft.com/office/drawing/2014/main" id="{7DBB15C3-7119-4BF5-AC36-6F6AFF9EB213}"/>
              </a:ext>
            </a:extLst>
          </p:cNvPr>
          <p:cNvSpPr/>
          <p:nvPr/>
        </p:nvSpPr>
        <p:spPr>
          <a:xfrm>
            <a:off x="1678147" y="3118868"/>
            <a:ext cx="215916" cy="215916"/>
          </a:xfrm>
          <a:prstGeom prst="ellipse">
            <a:avLst/>
          </a:prstGeom>
          <a:solidFill>
            <a:srgbClr val="8CCAA1"/>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1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2</a:t>
            </a:r>
            <a:endParaRPr lang="zh-CN" altLang="en-US" sz="11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9" name="椭圆 38">
            <a:extLst>
              <a:ext uri="{FF2B5EF4-FFF2-40B4-BE49-F238E27FC236}">
                <a16:creationId xmlns="" xmlns:a16="http://schemas.microsoft.com/office/drawing/2014/main" id="{7DBB15C3-7119-4BF5-AC36-6F6AFF9EB213}"/>
              </a:ext>
            </a:extLst>
          </p:cNvPr>
          <p:cNvSpPr/>
          <p:nvPr/>
        </p:nvSpPr>
        <p:spPr>
          <a:xfrm>
            <a:off x="4476779" y="3118868"/>
            <a:ext cx="215916" cy="215916"/>
          </a:xfrm>
          <a:prstGeom prst="ellipse">
            <a:avLst/>
          </a:prstGeom>
          <a:solidFill>
            <a:schemeClr val="accent6"/>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r>
              <a:rPr lang="en-US" altLang="zh-CN" sz="1200" b="1"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2</a:t>
            </a:r>
            <a:endParaRPr lang="zh-CN" altLang="en-US" sz="1200" b="1"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43" name="直接连接符 42"/>
          <p:cNvCxnSpPr>
            <a:stCxn id="45" idx="2"/>
            <a:endCxn id="44" idx="6"/>
          </p:cNvCxnSpPr>
          <p:nvPr/>
        </p:nvCxnSpPr>
        <p:spPr bwMode="auto">
          <a:xfrm flipH="1">
            <a:off x="1894062" y="3539207"/>
            <a:ext cx="2582717" cy="0"/>
          </a:xfrm>
          <a:prstGeom prst="line">
            <a:avLst/>
          </a:prstGeom>
          <a:solidFill>
            <a:schemeClr val="accent1"/>
          </a:solidFill>
          <a:ln w="19050" cap="flat" cmpd="sng" algn="ctr">
            <a:solidFill>
              <a:schemeClr val="tx1"/>
            </a:solidFill>
            <a:prstDash val="solid"/>
            <a:round/>
            <a:headEnd type="none" w="med" len="med"/>
            <a:tailEnd type="none" w="med" len="med"/>
          </a:ln>
          <a:effectLst/>
        </p:spPr>
      </p:cxnSp>
      <p:sp>
        <p:nvSpPr>
          <p:cNvPr id="44" name="椭圆 43">
            <a:extLst>
              <a:ext uri="{FF2B5EF4-FFF2-40B4-BE49-F238E27FC236}">
                <a16:creationId xmlns="" xmlns:a16="http://schemas.microsoft.com/office/drawing/2014/main" id="{7DBB15C3-7119-4BF5-AC36-6F6AFF9EB213}"/>
              </a:ext>
            </a:extLst>
          </p:cNvPr>
          <p:cNvSpPr/>
          <p:nvPr/>
        </p:nvSpPr>
        <p:spPr>
          <a:xfrm>
            <a:off x="1678147" y="3431249"/>
            <a:ext cx="215916" cy="215916"/>
          </a:xfrm>
          <a:prstGeom prst="ellipse">
            <a:avLst/>
          </a:prstGeom>
          <a:solidFill>
            <a:srgbClr val="EC706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1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3</a:t>
            </a:r>
            <a:endParaRPr lang="zh-CN" altLang="en-US" sz="11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5" name="椭圆 44">
            <a:extLst>
              <a:ext uri="{FF2B5EF4-FFF2-40B4-BE49-F238E27FC236}">
                <a16:creationId xmlns="" xmlns:a16="http://schemas.microsoft.com/office/drawing/2014/main" id="{7DBB15C3-7119-4BF5-AC36-6F6AFF9EB213}"/>
              </a:ext>
            </a:extLst>
          </p:cNvPr>
          <p:cNvSpPr/>
          <p:nvPr/>
        </p:nvSpPr>
        <p:spPr>
          <a:xfrm>
            <a:off x="4476779" y="3431249"/>
            <a:ext cx="215916" cy="215916"/>
          </a:xfrm>
          <a:prstGeom prst="ellipse">
            <a:avLst/>
          </a:prstGeom>
          <a:solidFill>
            <a:schemeClr val="accent6"/>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r>
              <a:rPr lang="en-US" altLang="zh-CN" sz="1200" b="1"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3</a:t>
            </a:r>
            <a:endParaRPr lang="zh-CN" altLang="en-US" sz="1200" b="1"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49" name="直接连接符 48"/>
          <p:cNvCxnSpPr>
            <a:stCxn id="55" idx="2"/>
            <a:endCxn id="50" idx="6"/>
          </p:cNvCxnSpPr>
          <p:nvPr/>
        </p:nvCxnSpPr>
        <p:spPr bwMode="auto">
          <a:xfrm flipH="1">
            <a:off x="1894062" y="3851588"/>
            <a:ext cx="2582717" cy="0"/>
          </a:xfrm>
          <a:prstGeom prst="line">
            <a:avLst/>
          </a:prstGeom>
          <a:solidFill>
            <a:schemeClr val="accent1"/>
          </a:solidFill>
          <a:ln w="19050" cap="flat" cmpd="sng" algn="ctr">
            <a:solidFill>
              <a:schemeClr val="tx1"/>
            </a:solidFill>
            <a:prstDash val="solid"/>
            <a:round/>
            <a:headEnd type="none" w="med" len="med"/>
            <a:tailEnd type="none" w="med" len="med"/>
          </a:ln>
          <a:effectLst/>
        </p:spPr>
      </p:cxnSp>
      <p:sp>
        <p:nvSpPr>
          <p:cNvPr id="50" name="椭圆 49">
            <a:extLst>
              <a:ext uri="{FF2B5EF4-FFF2-40B4-BE49-F238E27FC236}">
                <a16:creationId xmlns="" xmlns:a16="http://schemas.microsoft.com/office/drawing/2014/main" id="{7DBB15C3-7119-4BF5-AC36-6F6AFF9EB213}"/>
              </a:ext>
            </a:extLst>
          </p:cNvPr>
          <p:cNvSpPr/>
          <p:nvPr/>
        </p:nvSpPr>
        <p:spPr>
          <a:xfrm>
            <a:off x="1678147" y="3743630"/>
            <a:ext cx="215916" cy="215916"/>
          </a:xfrm>
          <a:prstGeom prst="ellipse">
            <a:avLst/>
          </a:prstGeom>
          <a:solidFill>
            <a:srgbClr val="EC706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1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4</a:t>
            </a:r>
            <a:endParaRPr lang="zh-CN" altLang="en-US" sz="11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5" name="椭圆 54">
            <a:extLst>
              <a:ext uri="{FF2B5EF4-FFF2-40B4-BE49-F238E27FC236}">
                <a16:creationId xmlns="" xmlns:a16="http://schemas.microsoft.com/office/drawing/2014/main" id="{7DBB15C3-7119-4BF5-AC36-6F6AFF9EB213}"/>
              </a:ext>
            </a:extLst>
          </p:cNvPr>
          <p:cNvSpPr/>
          <p:nvPr/>
        </p:nvSpPr>
        <p:spPr>
          <a:xfrm>
            <a:off x="4476779" y="3743630"/>
            <a:ext cx="215916" cy="215916"/>
          </a:xfrm>
          <a:prstGeom prst="ellipse">
            <a:avLst/>
          </a:prstGeom>
          <a:solidFill>
            <a:schemeClr val="accent6"/>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r>
              <a:rPr lang="en-US" altLang="zh-CN" sz="1200" b="1"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4</a:t>
            </a:r>
            <a:endParaRPr lang="zh-CN" altLang="en-US" sz="1200" b="1"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0" name="TextBox 120">
            <a:extLst>
              <a:ext uri="{FF2B5EF4-FFF2-40B4-BE49-F238E27FC236}">
                <a16:creationId xmlns="" xmlns:a16="http://schemas.microsoft.com/office/drawing/2014/main" id="{A3388E5A-B10B-426C-B001-65F408D6AF92}"/>
              </a:ext>
            </a:extLst>
          </p:cNvPr>
          <p:cNvSpPr txBox="1"/>
          <p:nvPr/>
        </p:nvSpPr>
        <p:spPr>
          <a:xfrm>
            <a:off x="438315" y="2063367"/>
            <a:ext cx="1831645" cy="523220"/>
          </a:xfrm>
          <a:prstGeom prst="rect">
            <a:avLst/>
          </a:prstGeom>
          <a:noFill/>
        </p:spPr>
        <p:txBody>
          <a:bodyPr wrap="square" rtlCol="0">
            <a:spAutoFit/>
          </a:bodyPr>
          <a:lstStyle/>
          <a:p>
            <a:pPr algn="ctr"/>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Bridge MAC:</a:t>
            </a:r>
          </a:p>
          <a:p>
            <a:pPr algn="ctr"/>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4c1f-cc58-6d64</a:t>
            </a:r>
          </a:p>
        </p:txBody>
      </p:sp>
      <p:sp>
        <p:nvSpPr>
          <p:cNvPr id="34" name="TextBox 120">
            <a:extLst>
              <a:ext uri="{FF2B5EF4-FFF2-40B4-BE49-F238E27FC236}">
                <a16:creationId xmlns="" xmlns:a16="http://schemas.microsoft.com/office/drawing/2014/main" id="{A3388E5A-B10B-426C-B001-65F408D6AF92}"/>
              </a:ext>
            </a:extLst>
          </p:cNvPr>
          <p:cNvSpPr txBox="1"/>
          <p:nvPr/>
        </p:nvSpPr>
        <p:spPr>
          <a:xfrm>
            <a:off x="4136089" y="2063367"/>
            <a:ext cx="1831645" cy="523220"/>
          </a:xfrm>
          <a:prstGeom prst="rect">
            <a:avLst/>
          </a:prstGeom>
          <a:noFill/>
        </p:spPr>
        <p:txBody>
          <a:bodyPr wrap="square" rtlCol="0">
            <a:spAutoFit/>
          </a:bodyPr>
          <a:lstStyle/>
          <a:p>
            <a:pPr algn="ctr"/>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Bridge MAC:</a:t>
            </a:r>
          </a:p>
          <a:p>
            <a:pPr algn="ctr"/>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4c1f-cc58-6d65</a:t>
            </a:r>
          </a:p>
        </p:txBody>
      </p:sp>
      <p:sp>
        <p:nvSpPr>
          <p:cNvPr id="35" name="五边形 34"/>
          <p:cNvSpPr/>
          <p:nvPr/>
        </p:nvSpPr>
        <p:spPr bwMode="auto">
          <a:xfrm>
            <a:off x="7562321" y="126000"/>
            <a:ext cx="899749" cy="213037"/>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报文介绍</a:t>
            </a:r>
          </a:p>
        </p:txBody>
      </p:sp>
      <p:sp>
        <p:nvSpPr>
          <p:cNvPr id="36" name="燕尾形 35"/>
          <p:cNvSpPr/>
          <p:nvPr/>
        </p:nvSpPr>
        <p:spPr bwMode="auto">
          <a:xfrm>
            <a:off x="8383481" y="126000"/>
            <a:ext cx="1367951" cy="213037"/>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最大活动接口数</a:t>
            </a:r>
          </a:p>
        </p:txBody>
      </p:sp>
      <p:sp>
        <p:nvSpPr>
          <p:cNvPr id="40" name="燕尾形 39"/>
          <p:cNvSpPr/>
          <p:nvPr/>
        </p:nvSpPr>
        <p:spPr bwMode="auto">
          <a:xfrm>
            <a:off x="9667454" y="126000"/>
            <a:ext cx="1223658" cy="213037"/>
          </a:xfrm>
          <a:prstGeom prst="chevron">
            <a:avLst/>
          </a:prstGeom>
          <a:solidFill>
            <a:srgbClr val="00B0F0"/>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活动链路选举</a:t>
            </a:r>
          </a:p>
        </p:txBody>
      </p:sp>
      <p:sp>
        <p:nvSpPr>
          <p:cNvPr id="41" name="燕尾形 40"/>
          <p:cNvSpPr/>
          <p:nvPr/>
        </p:nvSpPr>
        <p:spPr bwMode="auto">
          <a:xfrm>
            <a:off x="10812767" y="126000"/>
            <a:ext cx="1223658" cy="213037"/>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负载分担</a:t>
            </a:r>
          </a:p>
        </p:txBody>
      </p:sp>
    </p:spTree>
    <p:extLst>
      <p:ext uri="{BB962C8B-B14F-4D97-AF65-F5344CB8AC3E}">
        <p14:creationId xmlns:p14="http://schemas.microsoft.com/office/powerpoint/2010/main" val="343402121"/>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pPr fontAlgn="auto"/>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活动链路</a:t>
            </a:r>
            <a:r>
              <a:rPr lang="zh-CN" altLang="en-US" dirty="0" smtClean="0">
                <a:latin typeface="Huawei Sans" panose="020C0503030203020204" pitchFamily="34" charset="0"/>
                <a:ea typeface="方正兰亭黑简体" panose="02000000000000000000" pitchFamily="2" charset="-122"/>
                <a:sym typeface="Huawei Sans" panose="020C0503030203020204" pitchFamily="34" charset="0"/>
              </a:rPr>
              <a:t>选举 </a:t>
            </a:r>
            <a:r>
              <a:rPr lang="en-US" altLang="zh-CN" dirty="0" smtClean="0">
                <a:latin typeface="Huawei Sans" panose="020C0503030203020204" pitchFamily="34" charset="0"/>
                <a:ea typeface="方正兰亭黑简体" panose="02000000000000000000" pitchFamily="2" charset="-122"/>
                <a:sym typeface="Huawei Sans" panose="020C0503030203020204" pitchFamily="34" charset="0"/>
              </a:rPr>
              <a:t>(3)</a:t>
            </a:r>
            <a:endParaRPr lang="zh-CN" altLang="en-US"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3" name="文本占位符 3"/>
          <p:cNvSpPr txBox="1">
            <a:spLocks/>
          </p:cNvSpPr>
          <p:nvPr/>
        </p:nvSpPr>
        <p:spPr bwMode="auto">
          <a:xfrm>
            <a:off x="6136614" y="3185324"/>
            <a:ext cx="5647707" cy="398468"/>
          </a:xfrm>
          <a:prstGeom prst="rect">
            <a:avLst/>
          </a:prstGeom>
          <a:noFill/>
          <a:ln w="9525">
            <a:noFill/>
            <a:miter lim="800000"/>
            <a:headEnd/>
            <a:tailEnd/>
          </a:ln>
        </p:spPr>
        <p:txBody>
          <a:bodyPr vert="horz" wrap="square" lIns="80110" tIns="40055" rIns="80110" bIns="40055" numCol="1" anchor="t" anchorCtr="0" compatLnSpc="1">
            <a:prstTxWarp prst="textNoShape">
              <a:avLst/>
            </a:prstTxWarp>
          </a:bodyPr>
          <a:lstStyle>
            <a:lvl1pPr marL="301625" indent="-301625" algn="just" defTabSz="801688" rtl="0" eaLnBrk="1" fontAlgn="ctr" latinLnBrk="0" hangingPunct="1">
              <a:lnSpc>
                <a:spcPct val="140000"/>
              </a:lnSpc>
              <a:spcBef>
                <a:spcPct val="30000"/>
              </a:spcBef>
              <a:spcAft>
                <a:spcPct val="0"/>
              </a:spcAft>
              <a:buClr>
                <a:schemeClr val="bg1">
                  <a:lumMod val="50000"/>
                </a:schemeClr>
              </a:buClr>
              <a:buSzPct val="60000"/>
              <a:buFont typeface="Wingdings" pitchFamily="2" charset="2"/>
              <a:buChar char="l"/>
              <a:defRPr sz="2200">
                <a:solidFill>
                  <a:schemeClr val="tx1"/>
                </a:solidFill>
                <a:latin typeface="+mn-ea"/>
                <a:ea typeface="+mn-ea"/>
                <a:cs typeface="Arial" panose="020B0604020202020204" pitchFamily="34" charset="0"/>
              </a:defRPr>
            </a:lvl1pPr>
            <a:lvl2pPr marL="654050" indent="-252413" algn="l" defTabSz="801688" rtl="0" eaLnBrk="1" fontAlgn="ctr" hangingPunct="1">
              <a:lnSpc>
                <a:spcPct val="140000"/>
              </a:lnSpc>
              <a:spcBef>
                <a:spcPct val="30000"/>
              </a:spcBef>
              <a:spcAft>
                <a:spcPct val="0"/>
              </a:spcAft>
              <a:buClr>
                <a:schemeClr val="tx1"/>
              </a:buClr>
              <a:buSzPct val="50000"/>
              <a:buFont typeface="Wingdings" pitchFamily="2" charset="2"/>
              <a:buChar char="p"/>
              <a:defRPr sz="2000">
                <a:solidFill>
                  <a:schemeClr val="tx1"/>
                </a:solidFill>
                <a:latin typeface="+mn-lt"/>
                <a:ea typeface="+mn-ea"/>
              </a:defRPr>
            </a:lvl2pPr>
            <a:lvl3pPr marL="1003300" indent="-201613" algn="l" defTabSz="801688" rtl="0" eaLnBrk="1" fontAlgn="ctr" hangingPunct="1">
              <a:lnSpc>
                <a:spcPct val="140000"/>
              </a:lnSpc>
              <a:spcBef>
                <a:spcPct val="30000"/>
              </a:spcBef>
              <a:spcAft>
                <a:spcPct val="0"/>
              </a:spcAft>
              <a:buSzPct val="50000"/>
              <a:buFont typeface="Wingdings" pitchFamily="2" charset="2"/>
              <a:buChar char="n"/>
              <a:defRPr>
                <a:solidFill>
                  <a:schemeClr val="tx1"/>
                </a:solidFill>
                <a:latin typeface="FrutigerNext LT Light" pitchFamily="34" charset="0"/>
                <a:ea typeface="+mn-ea"/>
              </a:defRPr>
            </a:lvl3pPr>
            <a:lvl4pPr marL="1400175" indent="-198438" algn="l" defTabSz="801688" rtl="0" eaLnBrk="1" fontAlgn="ctr" hangingPunct="1">
              <a:lnSpc>
                <a:spcPct val="140000"/>
              </a:lnSpc>
              <a:spcBef>
                <a:spcPct val="30000"/>
              </a:spcBef>
              <a:spcAft>
                <a:spcPct val="0"/>
              </a:spcAft>
              <a:buChar char="–"/>
              <a:defRPr sz="1600">
                <a:solidFill>
                  <a:schemeClr val="tx1"/>
                </a:solidFill>
                <a:latin typeface="+mj-lt"/>
                <a:ea typeface="+mn-ea"/>
              </a:defRPr>
            </a:lvl4pPr>
            <a:lvl5pPr marL="1801813" indent="-201613" algn="l" defTabSz="801688" rtl="0" eaLnBrk="1" fontAlgn="ctr" hangingPunct="1">
              <a:lnSpc>
                <a:spcPct val="140000"/>
              </a:lnSpc>
              <a:spcBef>
                <a:spcPct val="30000"/>
              </a:spcBef>
              <a:spcAft>
                <a:spcPct val="0"/>
              </a:spcAft>
              <a:buFont typeface="FrutigerNext LT Medium" pitchFamily="34" charset="0"/>
              <a:buChar char="~"/>
              <a:defRPr sz="1600">
                <a:solidFill>
                  <a:schemeClr val="tx1"/>
                </a:solidFill>
                <a:latin typeface="+mj-lt"/>
                <a:ea typeface="+mn-ea"/>
              </a:defRPr>
            </a:lvl5pPr>
            <a:lvl6pPr marL="2259013" indent="-201613" algn="l" defTabSz="801688" rtl="0" fontAlgn="ctr">
              <a:lnSpc>
                <a:spcPct val="140000"/>
              </a:lnSpc>
              <a:spcBef>
                <a:spcPct val="30000"/>
              </a:spcBef>
              <a:spcAft>
                <a:spcPct val="0"/>
              </a:spcAft>
              <a:buFont typeface="FrutigerNext LT Medium" pitchFamily="34" charset="0"/>
              <a:buChar char="~"/>
              <a:defRPr sz="1600">
                <a:solidFill>
                  <a:schemeClr val="tx1"/>
                </a:solidFill>
                <a:latin typeface="+mj-lt"/>
                <a:ea typeface="+mn-ea"/>
              </a:defRPr>
            </a:lvl6pPr>
            <a:lvl7pPr marL="2716213" indent="-201613" algn="l" defTabSz="801688" rtl="0" fontAlgn="base">
              <a:lnSpc>
                <a:spcPct val="140000"/>
              </a:lnSpc>
              <a:spcBef>
                <a:spcPct val="30000"/>
              </a:spcBef>
              <a:spcAft>
                <a:spcPct val="0"/>
              </a:spcAft>
              <a:buFont typeface="FrutigerNext LT Medium" pitchFamily="34" charset="0"/>
              <a:buChar char="~"/>
              <a:defRPr sz="1600">
                <a:solidFill>
                  <a:schemeClr val="tx1"/>
                </a:solidFill>
                <a:latin typeface="+mj-lt"/>
                <a:ea typeface="+mn-ea"/>
              </a:defRPr>
            </a:lvl7pPr>
            <a:lvl8pPr marL="3173413" indent="-201613" algn="l" defTabSz="801688" rtl="0" fontAlgn="base">
              <a:lnSpc>
                <a:spcPct val="140000"/>
              </a:lnSpc>
              <a:spcBef>
                <a:spcPct val="30000"/>
              </a:spcBef>
              <a:spcAft>
                <a:spcPct val="0"/>
              </a:spcAft>
              <a:buFont typeface="FrutigerNext LT Medium" pitchFamily="34" charset="0"/>
              <a:buChar char="~"/>
              <a:defRPr sz="1600">
                <a:solidFill>
                  <a:schemeClr val="tx1"/>
                </a:solidFill>
                <a:latin typeface="+mj-lt"/>
                <a:ea typeface="+mn-ea"/>
              </a:defRPr>
            </a:lvl8pPr>
            <a:lvl9pPr marL="3630613" indent="-201613" algn="l" defTabSz="801688" rtl="0" fontAlgn="base">
              <a:lnSpc>
                <a:spcPct val="140000"/>
              </a:lnSpc>
              <a:spcBef>
                <a:spcPct val="30000"/>
              </a:spcBef>
              <a:spcAft>
                <a:spcPct val="0"/>
              </a:spcAft>
              <a:buFont typeface="FrutigerNext LT Medium" pitchFamily="34" charset="0"/>
              <a:buChar char="~"/>
              <a:defRPr sz="1600">
                <a:solidFill>
                  <a:schemeClr val="tx1"/>
                </a:solidFill>
                <a:latin typeface="+mj-lt"/>
                <a:ea typeface="+mn-ea"/>
              </a:defRPr>
            </a:lvl9pPr>
          </a:lstStyle>
          <a:p>
            <a:pPr marL="302279" indent="-302279" defTabSz="914034" fontAlgn="auto">
              <a:spcBef>
                <a:spcPts val="792"/>
              </a:spcBef>
              <a:buClrTx/>
              <a:buSzPct val="100000"/>
              <a:buFont typeface="Arial" panose="020B0604020202020204" pitchFamily="34" charset="0"/>
              <a:buChar char="•"/>
            </a:pPr>
            <a:r>
              <a:rPr lang="en-US" altLang="zh-CN" sz="1600" dirty="0">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rPr>
              <a:t>SW1</a:t>
            </a:r>
            <a:r>
              <a:rPr lang="zh-CN" altLang="en-US" sz="1600" dirty="0">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rPr>
              <a:t>通过</a:t>
            </a:r>
            <a:r>
              <a:rPr lang="en-US" altLang="zh-CN" sz="1600" dirty="0">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rPr>
              <a:t>LACPDU</a:t>
            </a:r>
            <a:r>
              <a:rPr lang="zh-CN" altLang="en-US" sz="1600" dirty="0">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rPr>
              <a:t>将本端活动端口选举结果告知对端。</a:t>
            </a:r>
            <a:endParaRPr lang="en-US" altLang="zh-CN" sz="1600" dirty="0">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endParaRPr>
          </a:p>
        </p:txBody>
      </p:sp>
      <p:sp>
        <p:nvSpPr>
          <p:cNvPr id="60" name="圆角矩形 59"/>
          <p:cNvSpPr/>
          <p:nvPr/>
        </p:nvSpPr>
        <p:spPr>
          <a:xfrm>
            <a:off x="892059" y="2590583"/>
            <a:ext cx="902509" cy="1580965"/>
          </a:xfrm>
          <a:prstGeom prst="roundRect">
            <a:avLst>
              <a:gd name="adj" fmla="val 7243"/>
            </a:avLst>
          </a:prstGeom>
          <a:solidFill>
            <a:srgbClr val="F4FBFE"/>
          </a:solidFill>
          <a:ln w="9525" cap="flat" cmpd="sng" algn="ctr">
            <a:solidFill>
              <a:srgbClr val="99DFF9"/>
            </a:solidFill>
            <a:prstDash val="solid"/>
          </a:ln>
          <a:effectLst/>
        </p:spPr>
        <p:txBody>
          <a:bodyPr rtlCol="0" anchor="ctr"/>
          <a:lstStyle/>
          <a:p>
            <a:pPr algn="ctr" defTabSz="914034" fontAlgn="t">
              <a:spcBef>
                <a:spcPct val="0"/>
              </a:spcBef>
              <a:spcAft>
                <a:spcPct val="0"/>
              </a:spcAft>
              <a:defRPr/>
            </a:pP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1" name="圆角矩形 60"/>
          <p:cNvSpPr/>
          <p:nvPr/>
        </p:nvSpPr>
        <p:spPr>
          <a:xfrm>
            <a:off x="4574791" y="2590583"/>
            <a:ext cx="902509" cy="1580965"/>
          </a:xfrm>
          <a:prstGeom prst="roundRect">
            <a:avLst>
              <a:gd name="adj" fmla="val 7243"/>
            </a:avLst>
          </a:prstGeom>
          <a:solidFill>
            <a:srgbClr val="F4FBFE"/>
          </a:solidFill>
          <a:ln w="9525" cap="flat" cmpd="sng" algn="ctr">
            <a:solidFill>
              <a:srgbClr val="99DFF9"/>
            </a:solidFill>
            <a:prstDash val="solid"/>
          </a:ln>
          <a:effectLst/>
        </p:spPr>
        <p:txBody>
          <a:bodyPr rtlCol="0" anchor="ctr"/>
          <a:lstStyle/>
          <a:p>
            <a:pPr algn="ctr" defTabSz="914034" fontAlgn="t">
              <a:spcBef>
                <a:spcPct val="0"/>
              </a:spcBef>
              <a:spcAft>
                <a:spcPct val="0"/>
              </a:spcAft>
              <a:defRPr/>
            </a:pP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5" name="矩形 64"/>
          <p:cNvSpPr/>
          <p:nvPr/>
        </p:nvSpPr>
        <p:spPr>
          <a:xfrm>
            <a:off x="874207" y="2588796"/>
            <a:ext cx="663115" cy="307657"/>
          </a:xfrm>
          <a:prstGeom prst="rect">
            <a:avLst/>
          </a:prstGeom>
        </p:spPr>
        <p:txBody>
          <a:bodyPr wrap="square">
            <a:spAutoFit/>
          </a:bodyPr>
          <a:lstStyle/>
          <a:p>
            <a:pPr algn="ctr"/>
            <a:r>
              <a:rPr lang="en-US" altLang="zh-CN" sz="1399" b="1" dirty="0">
                <a:latin typeface="Huawei Sans" panose="020C0503030203020204" pitchFamily="34" charset="0"/>
                <a:ea typeface="方正兰亭黑简体" panose="02000000000000000000" pitchFamily="2" charset="-122"/>
                <a:sym typeface="Huawei Sans" panose="020C0503030203020204" pitchFamily="34" charset="0"/>
              </a:rPr>
              <a:t>SW1</a:t>
            </a:r>
            <a:endParaRPr lang="zh-CN" altLang="en-US" sz="1399"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6" name="矩形 65"/>
          <p:cNvSpPr/>
          <p:nvPr/>
        </p:nvSpPr>
        <p:spPr>
          <a:xfrm>
            <a:off x="4814186" y="2588029"/>
            <a:ext cx="663115" cy="307657"/>
          </a:xfrm>
          <a:prstGeom prst="rect">
            <a:avLst/>
          </a:prstGeom>
        </p:spPr>
        <p:txBody>
          <a:bodyPr wrap="square">
            <a:spAutoFit/>
          </a:bodyPr>
          <a:lstStyle/>
          <a:p>
            <a:pPr algn="ctr"/>
            <a:r>
              <a:rPr lang="en-US" altLang="zh-CN" sz="1399" b="1" dirty="0">
                <a:latin typeface="Huawei Sans" panose="020C0503030203020204" pitchFamily="34" charset="0"/>
                <a:ea typeface="方正兰亭黑简体" panose="02000000000000000000" pitchFamily="2" charset="-122"/>
                <a:sym typeface="Huawei Sans" panose="020C0503030203020204" pitchFamily="34" charset="0"/>
              </a:rPr>
              <a:t>SW2</a:t>
            </a:r>
            <a:endParaRPr lang="zh-CN" altLang="en-US" sz="1399"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5" name="TextBox 77"/>
          <p:cNvSpPr txBox="1"/>
          <p:nvPr/>
        </p:nvSpPr>
        <p:spPr bwMode="auto">
          <a:xfrm>
            <a:off x="1191466" y="4565530"/>
            <a:ext cx="1390745" cy="285502"/>
          </a:xfrm>
          <a:prstGeom prst="rect">
            <a:avLst/>
          </a:prstGeom>
          <a:noFill/>
          <a:ln w="9525">
            <a:noFill/>
            <a:miter lim="800000"/>
            <a:headEnd/>
            <a:tailEnd/>
          </a:ln>
        </p:spPr>
        <p:txBody>
          <a:bodyPr wrap="square" lIns="99941" tIns="49966" rIns="99941" bIns="49966" rtlCol="0">
            <a:spAutoFit/>
          </a:bodyPr>
          <a:lstStyle/>
          <a:p>
            <a:pPr algn="ctr" defTabSz="1001248" eaLnBrk="0" hangingPunct="0"/>
            <a:r>
              <a:rPr lang="en-US" altLang="zh-CN" sz="1200" dirty="0">
                <a:solidFill>
                  <a:srgbClr val="000000"/>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LACPDU</a:t>
            </a:r>
          </a:p>
        </p:txBody>
      </p:sp>
      <p:cxnSp>
        <p:nvCxnSpPr>
          <p:cNvPr id="102" name="直接箭头连接符 101">
            <a:extLst>
              <a:ext uri="{FF2B5EF4-FFF2-40B4-BE49-F238E27FC236}">
                <a16:creationId xmlns="" xmlns:a16="http://schemas.microsoft.com/office/drawing/2014/main" id="{AA906D00-6A37-4E3C-844F-9AFBEFB9CD58}"/>
              </a:ext>
            </a:extLst>
          </p:cNvPr>
          <p:cNvCxnSpPr>
            <a:cxnSpLocks/>
          </p:cNvCxnSpPr>
          <p:nvPr/>
        </p:nvCxnSpPr>
        <p:spPr>
          <a:xfrm>
            <a:off x="892059" y="4697601"/>
            <a:ext cx="523427" cy="0"/>
          </a:xfrm>
          <a:prstGeom prst="straightConnector1">
            <a:avLst/>
          </a:prstGeom>
          <a:noFill/>
          <a:ln w="25400" cap="flat" cmpd="sng" algn="ctr">
            <a:solidFill>
              <a:srgbClr val="00B0F0"/>
            </a:solidFill>
            <a:prstDash val="solid"/>
            <a:headEnd type="none" w="med" len="med"/>
            <a:tailEnd type="triangle" w="med" len="med"/>
          </a:ln>
          <a:effectLst>
            <a:outerShdw blurRad="152400" dist="38100" dir="5400000" algn="t" rotWithShape="0">
              <a:prstClr val="black">
                <a:alpha val="12000"/>
              </a:prstClr>
            </a:outerShdw>
          </a:effectLst>
        </p:spPr>
      </p:cxnSp>
      <p:sp>
        <p:nvSpPr>
          <p:cNvPr id="106" name="矩形 105"/>
          <p:cNvSpPr/>
          <p:nvPr/>
        </p:nvSpPr>
        <p:spPr bwMode="auto">
          <a:xfrm>
            <a:off x="1153772" y="4863853"/>
            <a:ext cx="934685" cy="248147"/>
          </a:xfrm>
          <a:prstGeom prst="rect">
            <a:avLst/>
          </a:prstGeom>
          <a:noFill/>
          <a:ln w="9525" cap="flat" cmpd="sng" algn="ctr">
            <a:noFill/>
            <a:prstDash val="dash"/>
            <a:round/>
            <a:headEnd type="none" w="med" len="med"/>
            <a:tailEnd type="none" w="med" len="med"/>
          </a:ln>
          <a:effectLst/>
        </p:spPr>
        <p:txBody>
          <a:bodyPr vert="horz" wrap="square" lIns="91404" tIns="45702" rIns="91404" bIns="45702" numCol="1" rtlCol="0" anchor="t" anchorCtr="0" compatLnSpc="1">
            <a:prstTxWarp prst="textNoShape">
              <a:avLst/>
            </a:prstTxWarp>
          </a:bodyPr>
          <a:lstStyle/>
          <a:p>
            <a:pPr defTabSz="1001248" eaLnBrk="0" hangingPunct="0"/>
            <a:r>
              <a:rPr lang="zh-CN" altLang="en-US" sz="1200" dirty="0">
                <a:solidFill>
                  <a:srgbClr val="000000"/>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活动接口</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7" name="椭圆 106">
            <a:extLst>
              <a:ext uri="{FF2B5EF4-FFF2-40B4-BE49-F238E27FC236}">
                <a16:creationId xmlns="" xmlns:a16="http://schemas.microsoft.com/office/drawing/2014/main" id="{7DBB15C3-7119-4BF5-AC36-6F6AFF9EB213}"/>
              </a:ext>
            </a:extLst>
          </p:cNvPr>
          <p:cNvSpPr/>
          <p:nvPr/>
        </p:nvSpPr>
        <p:spPr>
          <a:xfrm>
            <a:off x="892059" y="4876069"/>
            <a:ext cx="215916" cy="215916"/>
          </a:xfrm>
          <a:prstGeom prst="ellipse">
            <a:avLst/>
          </a:prstGeom>
          <a:solidFill>
            <a:srgbClr val="8CCAA1"/>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1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8" name="矩形 107"/>
          <p:cNvSpPr/>
          <p:nvPr/>
        </p:nvSpPr>
        <p:spPr bwMode="auto">
          <a:xfrm>
            <a:off x="1153772" y="5253013"/>
            <a:ext cx="1068364" cy="248147"/>
          </a:xfrm>
          <a:prstGeom prst="rect">
            <a:avLst/>
          </a:prstGeom>
          <a:noFill/>
          <a:ln w="9525" cap="flat" cmpd="sng" algn="ctr">
            <a:noFill/>
            <a:prstDash val="dash"/>
            <a:round/>
            <a:headEnd type="none" w="med" len="med"/>
            <a:tailEnd type="none" w="med" len="med"/>
          </a:ln>
          <a:effectLst/>
        </p:spPr>
        <p:txBody>
          <a:bodyPr vert="horz" wrap="square" lIns="91404" tIns="45702" rIns="91404" bIns="45702" numCol="1" rtlCol="0" anchor="t" anchorCtr="0" compatLnSpc="1">
            <a:prstTxWarp prst="textNoShape">
              <a:avLst/>
            </a:prstTxWarp>
          </a:bodyPr>
          <a:lstStyle/>
          <a:p>
            <a:pPr defTabSz="1001248" eaLnBrk="0" hangingPunct="0"/>
            <a:r>
              <a:rPr lang="zh-CN" altLang="en-US" sz="1200" dirty="0">
                <a:solidFill>
                  <a:srgbClr val="000000"/>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非活动接口</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9" name="椭圆 108">
            <a:extLst>
              <a:ext uri="{FF2B5EF4-FFF2-40B4-BE49-F238E27FC236}">
                <a16:creationId xmlns="" xmlns:a16="http://schemas.microsoft.com/office/drawing/2014/main" id="{E3AA826D-E4AC-459E-9C44-0CE0D8799DF1}"/>
              </a:ext>
            </a:extLst>
          </p:cNvPr>
          <p:cNvSpPr/>
          <p:nvPr/>
        </p:nvSpPr>
        <p:spPr>
          <a:xfrm>
            <a:off x="892059" y="5270453"/>
            <a:ext cx="215916" cy="215916"/>
          </a:xfrm>
          <a:prstGeom prst="ellipse">
            <a:avLst/>
          </a:prstGeom>
          <a:solidFill>
            <a:srgbClr val="EC706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1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6" name="椭圆 35">
            <a:extLst>
              <a:ext uri="{FF2B5EF4-FFF2-40B4-BE49-F238E27FC236}">
                <a16:creationId xmlns="" xmlns:a16="http://schemas.microsoft.com/office/drawing/2014/main" id="{7DBB15C3-7119-4BF5-AC36-6F6AFF9EB213}"/>
              </a:ext>
            </a:extLst>
          </p:cNvPr>
          <p:cNvSpPr/>
          <p:nvPr/>
        </p:nvSpPr>
        <p:spPr>
          <a:xfrm>
            <a:off x="1678147" y="2806487"/>
            <a:ext cx="215916" cy="215916"/>
          </a:xfrm>
          <a:prstGeom prst="ellipse">
            <a:avLst/>
          </a:prstGeom>
          <a:solidFill>
            <a:srgbClr val="8CCAA1"/>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1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1</a:t>
            </a:r>
            <a:endParaRPr lang="zh-CN" altLang="en-US" sz="11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7" name="椭圆 36">
            <a:extLst>
              <a:ext uri="{FF2B5EF4-FFF2-40B4-BE49-F238E27FC236}">
                <a16:creationId xmlns="" xmlns:a16="http://schemas.microsoft.com/office/drawing/2014/main" id="{7DBB15C3-7119-4BF5-AC36-6F6AFF9EB213}"/>
              </a:ext>
            </a:extLst>
          </p:cNvPr>
          <p:cNvSpPr/>
          <p:nvPr/>
        </p:nvSpPr>
        <p:spPr>
          <a:xfrm>
            <a:off x="4476779" y="2806487"/>
            <a:ext cx="215916" cy="215916"/>
          </a:xfrm>
          <a:prstGeom prst="ellipse">
            <a:avLst/>
          </a:prstGeom>
          <a:solidFill>
            <a:schemeClr val="accent6"/>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r>
              <a:rPr lang="en-US" altLang="zh-CN" sz="1200" b="1"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1</a:t>
            </a:r>
            <a:endParaRPr lang="zh-CN" altLang="en-US" sz="1200" b="1"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38" name="直接连接符 37"/>
          <p:cNvCxnSpPr>
            <a:stCxn id="37" idx="2"/>
            <a:endCxn id="36" idx="6"/>
          </p:cNvCxnSpPr>
          <p:nvPr/>
        </p:nvCxnSpPr>
        <p:spPr bwMode="auto">
          <a:xfrm flipH="1">
            <a:off x="1894062" y="2914445"/>
            <a:ext cx="2582717" cy="0"/>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39" name="直接箭头连接符 38">
            <a:extLst>
              <a:ext uri="{FF2B5EF4-FFF2-40B4-BE49-F238E27FC236}">
                <a16:creationId xmlns="" xmlns:a16="http://schemas.microsoft.com/office/drawing/2014/main" id="{AA906D00-6A37-4E3C-844F-9AFBEFB9CD58}"/>
              </a:ext>
            </a:extLst>
          </p:cNvPr>
          <p:cNvCxnSpPr>
            <a:cxnSpLocks/>
          </p:cNvCxnSpPr>
          <p:nvPr/>
        </p:nvCxnSpPr>
        <p:spPr>
          <a:xfrm>
            <a:off x="2089529" y="2834092"/>
            <a:ext cx="523427" cy="0"/>
          </a:xfrm>
          <a:prstGeom prst="straightConnector1">
            <a:avLst/>
          </a:prstGeom>
          <a:noFill/>
          <a:ln w="25400" cap="flat" cmpd="sng" algn="ctr">
            <a:solidFill>
              <a:srgbClr val="00B0F0"/>
            </a:solidFill>
            <a:prstDash val="solid"/>
            <a:headEnd type="none" w="med" len="med"/>
            <a:tailEnd type="triangle" w="med" len="med"/>
          </a:ln>
          <a:effectLst>
            <a:outerShdw blurRad="152400" dist="38100" dir="5400000" algn="t" rotWithShape="0">
              <a:prstClr val="black">
                <a:alpha val="12000"/>
              </a:prstClr>
            </a:outerShdw>
          </a:effectLst>
        </p:spPr>
      </p:cxnSp>
      <p:cxnSp>
        <p:nvCxnSpPr>
          <p:cNvPr id="42" name="直接连接符 41"/>
          <p:cNvCxnSpPr>
            <a:stCxn id="44" idx="2"/>
            <a:endCxn id="43" idx="6"/>
          </p:cNvCxnSpPr>
          <p:nvPr/>
        </p:nvCxnSpPr>
        <p:spPr bwMode="auto">
          <a:xfrm flipH="1">
            <a:off x="1894062" y="3226826"/>
            <a:ext cx="2582717" cy="0"/>
          </a:xfrm>
          <a:prstGeom prst="line">
            <a:avLst/>
          </a:prstGeom>
          <a:solidFill>
            <a:schemeClr val="accent1"/>
          </a:solidFill>
          <a:ln w="19050" cap="flat" cmpd="sng" algn="ctr">
            <a:solidFill>
              <a:schemeClr val="tx1"/>
            </a:solidFill>
            <a:prstDash val="solid"/>
            <a:round/>
            <a:headEnd type="none" w="med" len="med"/>
            <a:tailEnd type="none" w="med" len="med"/>
          </a:ln>
          <a:effectLst/>
        </p:spPr>
      </p:cxnSp>
      <p:sp>
        <p:nvSpPr>
          <p:cNvPr id="43" name="椭圆 42">
            <a:extLst>
              <a:ext uri="{FF2B5EF4-FFF2-40B4-BE49-F238E27FC236}">
                <a16:creationId xmlns="" xmlns:a16="http://schemas.microsoft.com/office/drawing/2014/main" id="{7DBB15C3-7119-4BF5-AC36-6F6AFF9EB213}"/>
              </a:ext>
            </a:extLst>
          </p:cNvPr>
          <p:cNvSpPr/>
          <p:nvPr/>
        </p:nvSpPr>
        <p:spPr>
          <a:xfrm>
            <a:off x="1678147" y="3118868"/>
            <a:ext cx="215916" cy="215916"/>
          </a:xfrm>
          <a:prstGeom prst="ellipse">
            <a:avLst/>
          </a:prstGeom>
          <a:solidFill>
            <a:srgbClr val="8CCAA1"/>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1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2</a:t>
            </a:r>
            <a:endParaRPr lang="zh-CN" altLang="en-US" sz="11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4" name="椭圆 43">
            <a:extLst>
              <a:ext uri="{FF2B5EF4-FFF2-40B4-BE49-F238E27FC236}">
                <a16:creationId xmlns="" xmlns:a16="http://schemas.microsoft.com/office/drawing/2014/main" id="{7DBB15C3-7119-4BF5-AC36-6F6AFF9EB213}"/>
              </a:ext>
            </a:extLst>
          </p:cNvPr>
          <p:cNvSpPr/>
          <p:nvPr/>
        </p:nvSpPr>
        <p:spPr>
          <a:xfrm>
            <a:off x="4476779" y="3118868"/>
            <a:ext cx="215916" cy="215916"/>
          </a:xfrm>
          <a:prstGeom prst="ellipse">
            <a:avLst/>
          </a:prstGeom>
          <a:solidFill>
            <a:schemeClr val="accent6"/>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r>
              <a:rPr lang="en-US" altLang="zh-CN" sz="1200" b="1"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2</a:t>
            </a:r>
            <a:endParaRPr lang="zh-CN" altLang="en-US" sz="1200" b="1"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45" name="直接箭头连接符 44">
            <a:extLst>
              <a:ext uri="{FF2B5EF4-FFF2-40B4-BE49-F238E27FC236}">
                <a16:creationId xmlns="" xmlns:a16="http://schemas.microsoft.com/office/drawing/2014/main" id="{AA906D00-6A37-4E3C-844F-9AFBEFB9CD58}"/>
              </a:ext>
            </a:extLst>
          </p:cNvPr>
          <p:cNvCxnSpPr>
            <a:cxnSpLocks/>
          </p:cNvCxnSpPr>
          <p:nvPr/>
        </p:nvCxnSpPr>
        <p:spPr>
          <a:xfrm>
            <a:off x="2089529" y="3118868"/>
            <a:ext cx="523427" cy="0"/>
          </a:xfrm>
          <a:prstGeom prst="straightConnector1">
            <a:avLst/>
          </a:prstGeom>
          <a:noFill/>
          <a:ln w="25400" cap="flat" cmpd="sng" algn="ctr">
            <a:solidFill>
              <a:srgbClr val="00B0F0"/>
            </a:solidFill>
            <a:prstDash val="solid"/>
            <a:headEnd type="none" w="med" len="med"/>
            <a:tailEnd type="triangle" w="med" len="med"/>
          </a:ln>
          <a:effectLst>
            <a:outerShdw blurRad="152400" dist="38100" dir="5400000" algn="t" rotWithShape="0">
              <a:prstClr val="black">
                <a:alpha val="12000"/>
              </a:prstClr>
            </a:outerShdw>
          </a:effectLst>
        </p:spPr>
      </p:cxnSp>
      <p:cxnSp>
        <p:nvCxnSpPr>
          <p:cNvPr id="48" name="直接连接符 47"/>
          <p:cNvCxnSpPr>
            <a:stCxn id="50" idx="2"/>
            <a:endCxn id="49" idx="6"/>
          </p:cNvCxnSpPr>
          <p:nvPr/>
        </p:nvCxnSpPr>
        <p:spPr bwMode="auto">
          <a:xfrm flipH="1">
            <a:off x="1894062" y="3539207"/>
            <a:ext cx="2582717" cy="0"/>
          </a:xfrm>
          <a:prstGeom prst="line">
            <a:avLst/>
          </a:prstGeom>
          <a:solidFill>
            <a:schemeClr val="accent1"/>
          </a:solidFill>
          <a:ln w="19050" cap="flat" cmpd="sng" algn="ctr">
            <a:solidFill>
              <a:schemeClr val="tx1"/>
            </a:solidFill>
            <a:prstDash val="solid"/>
            <a:round/>
            <a:headEnd type="none" w="med" len="med"/>
            <a:tailEnd type="none" w="med" len="med"/>
          </a:ln>
          <a:effectLst/>
        </p:spPr>
      </p:cxnSp>
      <p:sp>
        <p:nvSpPr>
          <p:cNvPr id="49" name="椭圆 48">
            <a:extLst>
              <a:ext uri="{FF2B5EF4-FFF2-40B4-BE49-F238E27FC236}">
                <a16:creationId xmlns="" xmlns:a16="http://schemas.microsoft.com/office/drawing/2014/main" id="{7DBB15C3-7119-4BF5-AC36-6F6AFF9EB213}"/>
              </a:ext>
            </a:extLst>
          </p:cNvPr>
          <p:cNvSpPr/>
          <p:nvPr/>
        </p:nvSpPr>
        <p:spPr>
          <a:xfrm>
            <a:off x="1678147" y="3431249"/>
            <a:ext cx="215916" cy="215916"/>
          </a:xfrm>
          <a:prstGeom prst="ellipse">
            <a:avLst/>
          </a:prstGeom>
          <a:solidFill>
            <a:srgbClr val="EC706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1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3</a:t>
            </a:r>
            <a:endParaRPr lang="zh-CN" altLang="en-US" sz="11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0" name="椭圆 49">
            <a:extLst>
              <a:ext uri="{FF2B5EF4-FFF2-40B4-BE49-F238E27FC236}">
                <a16:creationId xmlns="" xmlns:a16="http://schemas.microsoft.com/office/drawing/2014/main" id="{7DBB15C3-7119-4BF5-AC36-6F6AFF9EB213}"/>
              </a:ext>
            </a:extLst>
          </p:cNvPr>
          <p:cNvSpPr/>
          <p:nvPr/>
        </p:nvSpPr>
        <p:spPr>
          <a:xfrm>
            <a:off x="4476779" y="3431249"/>
            <a:ext cx="215916" cy="215916"/>
          </a:xfrm>
          <a:prstGeom prst="ellipse">
            <a:avLst/>
          </a:prstGeom>
          <a:solidFill>
            <a:schemeClr val="accent6"/>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r>
              <a:rPr lang="en-US" altLang="zh-CN" sz="1200" b="1"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3</a:t>
            </a:r>
            <a:endParaRPr lang="zh-CN" altLang="en-US" sz="1200" b="1"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51" name="直接箭头连接符 50">
            <a:extLst>
              <a:ext uri="{FF2B5EF4-FFF2-40B4-BE49-F238E27FC236}">
                <a16:creationId xmlns="" xmlns:a16="http://schemas.microsoft.com/office/drawing/2014/main" id="{AA906D00-6A37-4E3C-844F-9AFBEFB9CD58}"/>
              </a:ext>
            </a:extLst>
          </p:cNvPr>
          <p:cNvCxnSpPr>
            <a:cxnSpLocks/>
          </p:cNvCxnSpPr>
          <p:nvPr/>
        </p:nvCxnSpPr>
        <p:spPr>
          <a:xfrm>
            <a:off x="2089529" y="3449921"/>
            <a:ext cx="523427" cy="0"/>
          </a:xfrm>
          <a:prstGeom prst="straightConnector1">
            <a:avLst/>
          </a:prstGeom>
          <a:noFill/>
          <a:ln w="25400" cap="flat" cmpd="sng" algn="ctr">
            <a:solidFill>
              <a:srgbClr val="00B0F0"/>
            </a:solidFill>
            <a:prstDash val="solid"/>
            <a:headEnd type="none" w="med" len="med"/>
            <a:tailEnd type="triangle" w="med" len="med"/>
          </a:ln>
          <a:effectLst>
            <a:outerShdw blurRad="152400" dist="38100" dir="5400000" algn="t" rotWithShape="0">
              <a:prstClr val="black">
                <a:alpha val="12000"/>
              </a:prstClr>
            </a:outerShdw>
          </a:effectLst>
        </p:spPr>
      </p:cxnSp>
      <p:cxnSp>
        <p:nvCxnSpPr>
          <p:cNvPr id="54" name="直接连接符 53"/>
          <p:cNvCxnSpPr>
            <a:stCxn id="56" idx="2"/>
            <a:endCxn id="55" idx="6"/>
          </p:cNvCxnSpPr>
          <p:nvPr/>
        </p:nvCxnSpPr>
        <p:spPr bwMode="auto">
          <a:xfrm flipH="1">
            <a:off x="1894062" y="3851588"/>
            <a:ext cx="2582717" cy="0"/>
          </a:xfrm>
          <a:prstGeom prst="line">
            <a:avLst/>
          </a:prstGeom>
          <a:solidFill>
            <a:schemeClr val="accent1"/>
          </a:solidFill>
          <a:ln w="19050" cap="flat" cmpd="sng" algn="ctr">
            <a:solidFill>
              <a:schemeClr val="tx1"/>
            </a:solidFill>
            <a:prstDash val="solid"/>
            <a:round/>
            <a:headEnd type="none" w="med" len="med"/>
            <a:tailEnd type="none" w="med" len="med"/>
          </a:ln>
          <a:effectLst/>
        </p:spPr>
      </p:cxnSp>
      <p:sp>
        <p:nvSpPr>
          <p:cNvPr id="55" name="椭圆 54">
            <a:extLst>
              <a:ext uri="{FF2B5EF4-FFF2-40B4-BE49-F238E27FC236}">
                <a16:creationId xmlns="" xmlns:a16="http://schemas.microsoft.com/office/drawing/2014/main" id="{7DBB15C3-7119-4BF5-AC36-6F6AFF9EB213}"/>
              </a:ext>
            </a:extLst>
          </p:cNvPr>
          <p:cNvSpPr/>
          <p:nvPr/>
        </p:nvSpPr>
        <p:spPr>
          <a:xfrm>
            <a:off x="1678147" y="3743630"/>
            <a:ext cx="215916" cy="215916"/>
          </a:xfrm>
          <a:prstGeom prst="ellipse">
            <a:avLst/>
          </a:prstGeom>
          <a:solidFill>
            <a:srgbClr val="EC706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1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4</a:t>
            </a:r>
            <a:endParaRPr lang="zh-CN" altLang="en-US" sz="11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6" name="椭圆 55">
            <a:extLst>
              <a:ext uri="{FF2B5EF4-FFF2-40B4-BE49-F238E27FC236}">
                <a16:creationId xmlns="" xmlns:a16="http://schemas.microsoft.com/office/drawing/2014/main" id="{7DBB15C3-7119-4BF5-AC36-6F6AFF9EB213}"/>
              </a:ext>
            </a:extLst>
          </p:cNvPr>
          <p:cNvSpPr/>
          <p:nvPr/>
        </p:nvSpPr>
        <p:spPr>
          <a:xfrm>
            <a:off x="4476779" y="3743630"/>
            <a:ext cx="215916" cy="215916"/>
          </a:xfrm>
          <a:prstGeom prst="ellipse">
            <a:avLst/>
          </a:prstGeom>
          <a:solidFill>
            <a:schemeClr val="accent6"/>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r>
              <a:rPr lang="en-US" altLang="zh-CN" sz="1200" b="1"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4</a:t>
            </a:r>
            <a:endParaRPr lang="zh-CN" altLang="en-US" sz="1200" b="1"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57" name="直接箭头连接符 56">
            <a:extLst>
              <a:ext uri="{FF2B5EF4-FFF2-40B4-BE49-F238E27FC236}">
                <a16:creationId xmlns="" xmlns:a16="http://schemas.microsoft.com/office/drawing/2014/main" id="{AA906D00-6A37-4E3C-844F-9AFBEFB9CD58}"/>
              </a:ext>
            </a:extLst>
          </p:cNvPr>
          <p:cNvCxnSpPr>
            <a:cxnSpLocks/>
          </p:cNvCxnSpPr>
          <p:nvPr/>
        </p:nvCxnSpPr>
        <p:spPr>
          <a:xfrm>
            <a:off x="2089529" y="3762302"/>
            <a:ext cx="523427" cy="0"/>
          </a:xfrm>
          <a:prstGeom prst="straightConnector1">
            <a:avLst/>
          </a:prstGeom>
          <a:noFill/>
          <a:ln w="25400" cap="flat" cmpd="sng" algn="ctr">
            <a:solidFill>
              <a:srgbClr val="00B0F0"/>
            </a:solidFill>
            <a:prstDash val="solid"/>
            <a:headEnd type="none" w="med" len="med"/>
            <a:tailEnd type="triangle" w="med" len="med"/>
          </a:ln>
          <a:effectLst>
            <a:outerShdw blurRad="152400" dist="38100" dir="5400000" algn="t" rotWithShape="0">
              <a:prstClr val="black">
                <a:alpha val="12000"/>
              </a:prstClr>
            </a:outerShdw>
          </a:effectLst>
        </p:spPr>
      </p:cxnSp>
      <p:sp>
        <p:nvSpPr>
          <p:cNvPr id="40" name="TextBox 120">
            <a:extLst>
              <a:ext uri="{FF2B5EF4-FFF2-40B4-BE49-F238E27FC236}">
                <a16:creationId xmlns="" xmlns:a16="http://schemas.microsoft.com/office/drawing/2014/main" id="{A3388E5A-B10B-426C-B001-65F408D6AF92}"/>
              </a:ext>
            </a:extLst>
          </p:cNvPr>
          <p:cNvSpPr txBox="1"/>
          <p:nvPr/>
        </p:nvSpPr>
        <p:spPr>
          <a:xfrm>
            <a:off x="438315" y="2063367"/>
            <a:ext cx="1831645" cy="523220"/>
          </a:xfrm>
          <a:prstGeom prst="rect">
            <a:avLst/>
          </a:prstGeom>
          <a:noFill/>
        </p:spPr>
        <p:txBody>
          <a:bodyPr wrap="square" rtlCol="0">
            <a:spAutoFit/>
          </a:bodyPr>
          <a:lstStyle/>
          <a:p>
            <a:pPr algn="ctr"/>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Bridge MAC:</a:t>
            </a:r>
          </a:p>
          <a:p>
            <a:pPr algn="ctr"/>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4c1f-cc58-6d64</a:t>
            </a:r>
          </a:p>
        </p:txBody>
      </p:sp>
      <p:sp>
        <p:nvSpPr>
          <p:cNvPr id="41" name="TextBox 120">
            <a:extLst>
              <a:ext uri="{FF2B5EF4-FFF2-40B4-BE49-F238E27FC236}">
                <a16:creationId xmlns="" xmlns:a16="http://schemas.microsoft.com/office/drawing/2014/main" id="{A3388E5A-B10B-426C-B001-65F408D6AF92}"/>
              </a:ext>
            </a:extLst>
          </p:cNvPr>
          <p:cNvSpPr txBox="1"/>
          <p:nvPr/>
        </p:nvSpPr>
        <p:spPr>
          <a:xfrm>
            <a:off x="4136089" y="2063367"/>
            <a:ext cx="1831645" cy="523220"/>
          </a:xfrm>
          <a:prstGeom prst="rect">
            <a:avLst/>
          </a:prstGeom>
          <a:noFill/>
        </p:spPr>
        <p:txBody>
          <a:bodyPr wrap="square" rtlCol="0">
            <a:spAutoFit/>
          </a:bodyPr>
          <a:lstStyle/>
          <a:p>
            <a:pPr algn="ctr"/>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Bridge MAC:</a:t>
            </a:r>
          </a:p>
          <a:p>
            <a:pPr algn="ctr"/>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4c1f-cc58-6d65</a:t>
            </a:r>
          </a:p>
        </p:txBody>
      </p:sp>
      <p:sp>
        <p:nvSpPr>
          <p:cNvPr id="46" name="五边形 45"/>
          <p:cNvSpPr/>
          <p:nvPr/>
        </p:nvSpPr>
        <p:spPr bwMode="auto">
          <a:xfrm>
            <a:off x="7562321" y="126000"/>
            <a:ext cx="899749" cy="213037"/>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报文介绍</a:t>
            </a:r>
          </a:p>
        </p:txBody>
      </p:sp>
      <p:sp>
        <p:nvSpPr>
          <p:cNvPr id="47" name="燕尾形 46"/>
          <p:cNvSpPr/>
          <p:nvPr/>
        </p:nvSpPr>
        <p:spPr bwMode="auto">
          <a:xfrm>
            <a:off x="8383481" y="126000"/>
            <a:ext cx="1367951" cy="213037"/>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最大活动接口数</a:t>
            </a:r>
          </a:p>
        </p:txBody>
      </p:sp>
      <p:sp>
        <p:nvSpPr>
          <p:cNvPr id="52" name="燕尾形 51"/>
          <p:cNvSpPr/>
          <p:nvPr/>
        </p:nvSpPr>
        <p:spPr bwMode="auto">
          <a:xfrm>
            <a:off x="9667454" y="126000"/>
            <a:ext cx="1223658" cy="213037"/>
          </a:xfrm>
          <a:prstGeom prst="chevron">
            <a:avLst/>
          </a:prstGeom>
          <a:solidFill>
            <a:srgbClr val="00B0F0"/>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活动链路选举</a:t>
            </a:r>
          </a:p>
        </p:txBody>
      </p:sp>
      <p:sp>
        <p:nvSpPr>
          <p:cNvPr id="53" name="燕尾形 52"/>
          <p:cNvSpPr/>
          <p:nvPr/>
        </p:nvSpPr>
        <p:spPr bwMode="auto">
          <a:xfrm>
            <a:off x="10812767" y="126000"/>
            <a:ext cx="1223658" cy="213037"/>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负载分担</a:t>
            </a:r>
          </a:p>
        </p:txBody>
      </p:sp>
    </p:spTree>
    <p:extLst>
      <p:ext uri="{BB962C8B-B14F-4D97-AF65-F5344CB8AC3E}">
        <p14:creationId xmlns:p14="http://schemas.microsoft.com/office/powerpoint/2010/main" val="1293660594"/>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pPr fontAlgn="auto"/>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活动链路</a:t>
            </a:r>
            <a:r>
              <a:rPr lang="zh-CN" altLang="en-US" dirty="0" smtClean="0">
                <a:latin typeface="Huawei Sans" panose="020C0503030203020204" pitchFamily="34" charset="0"/>
                <a:ea typeface="方正兰亭黑简体" panose="02000000000000000000" pitchFamily="2" charset="-122"/>
                <a:sym typeface="Huawei Sans" panose="020C0503030203020204" pitchFamily="34" charset="0"/>
              </a:rPr>
              <a:t>选举 </a:t>
            </a:r>
            <a:r>
              <a:rPr lang="en-US" altLang="zh-CN" dirty="0" smtClean="0">
                <a:latin typeface="Huawei Sans" panose="020C0503030203020204" pitchFamily="34" charset="0"/>
                <a:ea typeface="方正兰亭黑简体" panose="02000000000000000000" pitchFamily="2" charset="-122"/>
                <a:sym typeface="Huawei Sans" panose="020C0503030203020204" pitchFamily="34" charset="0"/>
              </a:rPr>
              <a:t>(4)</a:t>
            </a:r>
            <a:endParaRPr lang="zh-CN" altLang="en-US"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3" name="文本占位符 3"/>
          <p:cNvSpPr txBox="1">
            <a:spLocks/>
          </p:cNvSpPr>
          <p:nvPr/>
        </p:nvSpPr>
        <p:spPr bwMode="auto">
          <a:xfrm>
            <a:off x="6136614" y="2848474"/>
            <a:ext cx="5647707" cy="1065182"/>
          </a:xfrm>
          <a:prstGeom prst="rect">
            <a:avLst/>
          </a:prstGeom>
          <a:noFill/>
          <a:ln w="9525">
            <a:noFill/>
            <a:miter lim="800000"/>
            <a:headEnd/>
            <a:tailEnd/>
          </a:ln>
        </p:spPr>
        <p:txBody>
          <a:bodyPr vert="horz" wrap="square" lIns="80110" tIns="40055" rIns="80110" bIns="40055" numCol="1" anchor="t" anchorCtr="0" compatLnSpc="1">
            <a:prstTxWarp prst="textNoShape">
              <a:avLst/>
            </a:prstTxWarp>
          </a:bodyPr>
          <a:lstStyle>
            <a:lvl1pPr marL="301625" indent="-301625" algn="just" defTabSz="801688" rtl="0" eaLnBrk="1" fontAlgn="ctr" latinLnBrk="0" hangingPunct="1">
              <a:lnSpc>
                <a:spcPct val="140000"/>
              </a:lnSpc>
              <a:spcBef>
                <a:spcPct val="30000"/>
              </a:spcBef>
              <a:spcAft>
                <a:spcPct val="0"/>
              </a:spcAft>
              <a:buClr>
                <a:schemeClr val="bg1">
                  <a:lumMod val="50000"/>
                </a:schemeClr>
              </a:buClr>
              <a:buSzPct val="60000"/>
              <a:buFont typeface="Wingdings" pitchFamily="2" charset="2"/>
              <a:buChar char="l"/>
              <a:defRPr sz="2200">
                <a:solidFill>
                  <a:schemeClr val="tx1"/>
                </a:solidFill>
                <a:latin typeface="+mn-ea"/>
                <a:ea typeface="+mn-ea"/>
                <a:cs typeface="Arial" panose="020B0604020202020204" pitchFamily="34" charset="0"/>
              </a:defRPr>
            </a:lvl1pPr>
            <a:lvl2pPr marL="654050" indent="-252413" algn="l" defTabSz="801688" rtl="0" eaLnBrk="1" fontAlgn="ctr" hangingPunct="1">
              <a:lnSpc>
                <a:spcPct val="140000"/>
              </a:lnSpc>
              <a:spcBef>
                <a:spcPct val="30000"/>
              </a:spcBef>
              <a:spcAft>
                <a:spcPct val="0"/>
              </a:spcAft>
              <a:buClr>
                <a:schemeClr val="tx1"/>
              </a:buClr>
              <a:buSzPct val="50000"/>
              <a:buFont typeface="Wingdings" pitchFamily="2" charset="2"/>
              <a:buChar char="p"/>
              <a:defRPr sz="2000">
                <a:solidFill>
                  <a:schemeClr val="tx1"/>
                </a:solidFill>
                <a:latin typeface="+mn-lt"/>
                <a:ea typeface="+mn-ea"/>
              </a:defRPr>
            </a:lvl2pPr>
            <a:lvl3pPr marL="1003300" indent="-201613" algn="l" defTabSz="801688" rtl="0" eaLnBrk="1" fontAlgn="ctr" hangingPunct="1">
              <a:lnSpc>
                <a:spcPct val="140000"/>
              </a:lnSpc>
              <a:spcBef>
                <a:spcPct val="30000"/>
              </a:spcBef>
              <a:spcAft>
                <a:spcPct val="0"/>
              </a:spcAft>
              <a:buSzPct val="50000"/>
              <a:buFont typeface="Wingdings" pitchFamily="2" charset="2"/>
              <a:buChar char="n"/>
              <a:defRPr>
                <a:solidFill>
                  <a:schemeClr val="tx1"/>
                </a:solidFill>
                <a:latin typeface="FrutigerNext LT Light" pitchFamily="34" charset="0"/>
                <a:ea typeface="+mn-ea"/>
              </a:defRPr>
            </a:lvl3pPr>
            <a:lvl4pPr marL="1400175" indent="-198438" algn="l" defTabSz="801688" rtl="0" eaLnBrk="1" fontAlgn="ctr" hangingPunct="1">
              <a:lnSpc>
                <a:spcPct val="140000"/>
              </a:lnSpc>
              <a:spcBef>
                <a:spcPct val="30000"/>
              </a:spcBef>
              <a:spcAft>
                <a:spcPct val="0"/>
              </a:spcAft>
              <a:buChar char="–"/>
              <a:defRPr sz="1600">
                <a:solidFill>
                  <a:schemeClr val="tx1"/>
                </a:solidFill>
                <a:latin typeface="+mj-lt"/>
                <a:ea typeface="+mn-ea"/>
              </a:defRPr>
            </a:lvl4pPr>
            <a:lvl5pPr marL="1801813" indent="-201613" algn="l" defTabSz="801688" rtl="0" eaLnBrk="1" fontAlgn="ctr" hangingPunct="1">
              <a:lnSpc>
                <a:spcPct val="140000"/>
              </a:lnSpc>
              <a:spcBef>
                <a:spcPct val="30000"/>
              </a:spcBef>
              <a:spcAft>
                <a:spcPct val="0"/>
              </a:spcAft>
              <a:buFont typeface="FrutigerNext LT Medium" pitchFamily="34" charset="0"/>
              <a:buChar char="~"/>
              <a:defRPr sz="1600">
                <a:solidFill>
                  <a:schemeClr val="tx1"/>
                </a:solidFill>
                <a:latin typeface="+mj-lt"/>
                <a:ea typeface="+mn-ea"/>
              </a:defRPr>
            </a:lvl5pPr>
            <a:lvl6pPr marL="2259013" indent="-201613" algn="l" defTabSz="801688" rtl="0" fontAlgn="ctr">
              <a:lnSpc>
                <a:spcPct val="140000"/>
              </a:lnSpc>
              <a:spcBef>
                <a:spcPct val="30000"/>
              </a:spcBef>
              <a:spcAft>
                <a:spcPct val="0"/>
              </a:spcAft>
              <a:buFont typeface="FrutigerNext LT Medium" pitchFamily="34" charset="0"/>
              <a:buChar char="~"/>
              <a:defRPr sz="1600">
                <a:solidFill>
                  <a:schemeClr val="tx1"/>
                </a:solidFill>
                <a:latin typeface="+mj-lt"/>
                <a:ea typeface="+mn-ea"/>
              </a:defRPr>
            </a:lvl6pPr>
            <a:lvl7pPr marL="2716213" indent="-201613" algn="l" defTabSz="801688" rtl="0" fontAlgn="base">
              <a:lnSpc>
                <a:spcPct val="140000"/>
              </a:lnSpc>
              <a:spcBef>
                <a:spcPct val="30000"/>
              </a:spcBef>
              <a:spcAft>
                <a:spcPct val="0"/>
              </a:spcAft>
              <a:buFont typeface="FrutigerNext LT Medium" pitchFamily="34" charset="0"/>
              <a:buChar char="~"/>
              <a:defRPr sz="1600">
                <a:solidFill>
                  <a:schemeClr val="tx1"/>
                </a:solidFill>
                <a:latin typeface="+mj-lt"/>
                <a:ea typeface="+mn-ea"/>
              </a:defRPr>
            </a:lvl7pPr>
            <a:lvl8pPr marL="3173413" indent="-201613" algn="l" defTabSz="801688" rtl="0" fontAlgn="base">
              <a:lnSpc>
                <a:spcPct val="140000"/>
              </a:lnSpc>
              <a:spcBef>
                <a:spcPct val="30000"/>
              </a:spcBef>
              <a:spcAft>
                <a:spcPct val="0"/>
              </a:spcAft>
              <a:buFont typeface="FrutigerNext LT Medium" pitchFamily="34" charset="0"/>
              <a:buChar char="~"/>
              <a:defRPr sz="1600">
                <a:solidFill>
                  <a:schemeClr val="tx1"/>
                </a:solidFill>
                <a:latin typeface="+mj-lt"/>
                <a:ea typeface="+mn-ea"/>
              </a:defRPr>
            </a:lvl8pPr>
            <a:lvl9pPr marL="3630613" indent="-201613" algn="l" defTabSz="801688" rtl="0" fontAlgn="base">
              <a:lnSpc>
                <a:spcPct val="140000"/>
              </a:lnSpc>
              <a:spcBef>
                <a:spcPct val="30000"/>
              </a:spcBef>
              <a:spcAft>
                <a:spcPct val="0"/>
              </a:spcAft>
              <a:buFont typeface="FrutigerNext LT Medium" pitchFamily="34" charset="0"/>
              <a:buChar char="~"/>
              <a:defRPr sz="1600">
                <a:solidFill>
                  <a:schemeClr val="tx1"/>
                </a:solidFill>
                <a:latin typeface="+mj-lt"/>
                <a:ea typeface="+mn-ea"/>
              </a:defRPr>
            </a:lvl9pPr>
          </a:lstStyle>
          <a:p>
            <a:pPr>
              <a:buClrTx/>
              <a:buSzPct val="100000"/>
              <a:buFont typeface="Arial" panose="020B0604020202020204" pitchFamily="34" charset="0"/>
              <a:buChar char="•"/>
            </a:pPr>
            <a:r>
              <a:rPr lang="en-US" altLang="zh-CN" sz="1599"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SW2</a:t>
            </a:r>
            <a:r>
              <a:rPr lang="zh-CN" altLang="en-US" sz="1599"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依据</a:t>
            </a:r>
            <a:r>
              <a:rPr lang="en-US" altLang="zh-CN" sz="1599"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SW1</a:t>
            </a:r>
            <a:r>
              <a:rPr lang="zh-CN" altLang="en-US" sz="1599"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的选举结果，明确本端的活动接口，同时对应的链路成为活动链路。</a:t>
            </a:r>
            <a:endParaRPr lang="en-US" altLang="zh-CN" sz="1599"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a:buClrTx/>
              <a:buSzPct val="100000"/>
              <a:buFont typeface="Arial" panose="020B0604020202020204" pitchFamily="34" charset="0"/>
              <a:buChar char="•"/>
            </a:pPr>
            <a:r>
              <a:rPr lang="zh-CN" altLang="en-US" sz="1599"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至此，</a:t>
            </a:r>
            <a:r>
              <a:rPr lang="en-US" altLang="zh-CN" sz="1599"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Eth-Trunk</a:t>
            </a:r>
            <a:r>
              <a:rPr lang="zh-CN" altLang="en-US" sz="1599"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的活动链路选举过程完成。</a:t>
            </a:r>
            <a:endParaRPr lang="en-US" altLang="zh-CN" sz="1599"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marL="0" indent="0" defTabSz="914112" fontAlgn="auto">
              <a:lnSpc>
                <a:spcPts val="2199"/>
              </a:lnSpc>
              <a:spcBef>
                <a:spcPts val="0"/>
              </a:spcBef>
              <a:spcAft>
                <a:spcPts val="600"/>
              </a:spcAft>
              <a:buSzPct val="100000"/>
              <a:buNone/>
            </a:pPr>
            <a:endParaRPr lang="zh-CN" altLang="en-US" sz="1599" dirty="0">
              <a:solidFill>
                <a:prstClr val="white">
                  <a:lumMod val="75000"/>
                </a:prstClr>
              </a:solidFill>
              <a:latin typeface="Huawei Sans" panose="020C0503030203020204" pitchFamily="34" charset="0"/>
              <a:ea typeface="方正兰亭黑简体" panose="02000000000000000000" pitchFamily="2" charset="-122"/>
              <a:cs typeface="+mn-cs"/>
              <a:sym typeface="Huawei Sans" panose="020C0503030203020204" pitchFamily="34" charset="0"/>
            </a:endParaRPr>
          </a:p>
        </p:txBody>
      </p:sp>
      <p:sp>
        <p:nvSpPr>
          <p:cNvPr id="51" name="圆角矩形 50"/>
          <p:cNvSpPr/>
          <p:nvPr/>
        </p:nvSpPr>
        <p:spPr>
          <a:xfrm>
            <a:off x="892059" y="2593656"/>
            <a:ext cx="902509" cy="1580965"/>
          </a:xfrm>
          <a:prstGeom prst="roundRect">
            <a:avLst>
              <a:gd name="adj" fmla="val 7243"/>
            </a:avLst>
          </a:prstGeom>
          <a:solidFill>
            <a:srgbClr val="F4FBFE"/>
          </a:solidFill>
          <a:ln w="9525" cap="flat" cmpd="sng" algn="ctr">
            <a:solidFill>
              <a:srgbClr val="99DFF9"/>
            </a:solidFill>
            <a:prstDash val="solid"/>
          </a:ln>
          <a:effectLst/>
        </p:spPr>
        <p:txBody>
          <a:bodyPr rtlCol="0" anchor="ctr"/>
          <a:lstStyle/>
          <a:p>
            <a:pPr algn="ctr" defTabSz="914034" fontAlgn="t">
              <a:spcBef>
                <a:spcPct val="0"/>
              </a:spcBef>
              <a:spcAft>
                <a:spcPct val="0"/>
              </a:spcAft>
              <a:defRPr/>
            </a:pP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2" name="圆角矩形 51"/>
          <p:cNvSpPr/>
          <p:nvPr/>
        </p:nvSpPr>
        <p:spPr>
          <a:xfrm>
            <a:off x="4574791" y="2590583"/>
            <a:ext cx="902509" cy="1580965"/>
          </a:xfrm>
          <a:prstGeom prst="roundRect">
            <a:avLst>
              <a:gd name="adj" fmla="val 7243"/>
            </a:avLst>
          </a:prstGeom>
          <a:solidFill>
            <a:srgbClr val="F4FBFE"/>
          </a:solidFill>
          <a:ln w="9525" cap="flat" cmpd="sng" algn="ctr">
            <a:solidFill>
              <a:srgbClr val="99DFF9"/>
            </a:solidFill>
            <a:prstDash val="solid"/>
          </a:ln>
          <a:effectLst/>
        </p:spPr>
        <p:txBody>
          <a:bodyPr rtlCol="0" anchor="ctr"/>
          <a:lstStyle/>
          <a:p>
            <a:pPr algn="ctr" defTabSz="914034" fontAlgn="t">
              <a:spcBef>
                <a:spcPct val="0"/>
              </a:spcBef>
              <a:spcAft>
                <a:spcPct val="0"/>
              </a:spcAft>
              <a:defRPr/>
            </a:pP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3" name="矩形 52"/>
          <p:cNvSpPr/>
          <p:nvPr/>
        </p:nvSpPr>
        <p:spPr>
          <a:xfrm>
            <a:off x="874207" y="2588796"/>
            <a:ext cx="663115" cy="307657"/>
          </a:xfrm>
          <a:prstGeom prst="rect">
            <a:avLst/>
          </a:prstGeom>
        </p:spPr>
        <p:txBody>
          <a:bodyPr wrap="square">
            <a:spAutoFit/>
          </a:bodyPr>
          <a:lstStyle/>
          <a:p>
            <a:pPr algn="ctr"/>
            <a:r>
              <a:rPr lang="en-US" altLang="zh-CN" sz="1399" b="1" dirty="0">
                <a:latin typeface="Huawei Sans" panose="020C0503030203020204" pitchFamily="34" charset="0"/>
                <a:ea typeface="方正兰亭黑简体" panose="02000000000000000000" pitchFamily="2" charset="-122"/>
                <a:sym typeface="Huawei Sans" panose="020C0503030203020204" pitchFamily="34" charset="0"/>
              </a:rPr>
              <a:t>SW1</a:t>
            </a:r>
            <a:endParaRPr lang="zh-CN" altLang="en-US" sz="1399"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8" name="矩形 57"/>
          <p:cNvSpPr/>
          <p:nvPr/>
        </p:nvSpPr>
        <p:spPr>
          <a:xfrm>
            <a:off x="4814186" y="2588029"/>
            <a:ext cx="663115" cy="307657"/>
          </a:xfrm>
          <a:prstGeom prst="rect">
            <a:avLst/>
          </a:prstGeom>
        </p:spPr>
        <p:txBody>
          <a:bodyPr wrap="square">
            <a:spAutoFit/>
          </a:bodyPr>
          <a:lstStyle/>
          <a:p>
            <a:pPr algn="ctr"/>
            <a:r>
              <a:rPr lang="en-US" altLang="zh-CN" sz="1399" b="1" dirty="0">
                <a:latin typeface="Huawei Sans" panose="020C0503030203020204" pitchFamily="34" charset="0"/>
                <a:ea typeface="方正兰亭黑简体" panose="02000000000000000000" pitchFamily="2" charset="-122"/>
                <a:sym typeface="Huawei Sans" panose="020C0503030203020204" pitchFamily="34" charset="0"/>
              </a:rPr>
              <a:t>SW2</a:t>
            </a:r>
            <a:endParaRPr lang="zh-CN" altLang="en-US" sz="1399"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8" name="TextBox 77"/>
          <p:cNvSpPr txBox="1"/>
          <p:nvPr/>
        </p:nvSpPr>
        <p:spPr bwMode="auto">
          <a:xfrm>
            <a:off x="1191466" y="4509749"/>
            <a:ext cx="1390745" cy="285502"/>
          </a:xfrm>
          <a:prstGeom prst="rect">
            <a:avLst/>
          </a:prstGeom>
          <a:noFill/>
          <a:ln w="9525">
            <a:noFill/>
            <a:miter lim="800000"/>
            <a:headEnd/>
            <a:tailEnd/>
          </a:ln>
        </p:spPr>
        <p:txBody>
          <a:bodyPr wrap="square" lIns="99941" tIns="49966" rIns="99941" bIns="49966" rtlCol="0">
            <a:spAutoFit/>
          </a:bodyPr>
          <a:lstStyle/>
          <a:p>
            <a:pPr algn="ctr" defTabSz="1001248" eaLnBrk="0" hangingPunct="0"/>
            <a:r>
              <a:rPr lang="en-US" altLang="zh-CN" sz="1200" dirty="0">
                <a:solidFill>
                  <a:srgbClr val="000000"/>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LACPDU</a:t>
            </a:r>
          </a:p>
        </p:txBody>
      </p:sp>
      <p:cxnSp>
        <p:nvCxnSpPr>
          <p:cNvPr id="89" name="直接箭头连接符 88">
            <a:extLst>
              <a:ext uri="{FF2B5EF4-FFF2-40B4-BE49-F238E27FC236}">
                <a16:creationId xmlns="" xmlns:a16="http://schemas.microsoft.com/office/drawing/2014/main" id="{AA906D00-6A37-4E3C-844F-9AFBEFB9CD58}"/>
              </a:ext>
            </a:extLst>
          </p:cNvPr>
          <p:cNvCxnSpPr>
            <a:cxnSpLocks/>
          </p:cNvCxnSpPr>
          <p:nvPr/>
        </p:nvCxnSpPr>
        <p:spPr>
          <a:xfrm>
            <a:off x="892059" y="4641820"/>
            <a:ext cx="523427" cy="0"/>
          </a:xfrm>
          <a:prstGeom prst="straightConnector1">
            <a:avLst/>
          </a:prstGeom>
          <a:noFill/>
          <a:ln w="25400" cap="flat" cmpd="sng" algn="ctr">
            <a:solidFill>
              <a:srgbClr val="00B0F0"/>
            </a:solidFill>
            <a:prstDash val="solid"/>
            <a:headEnd type="none" w="med" len="med"/>
            <a:tailEnd type="triangle" w="med" len="med"/>
          </a:ln>
          <a:effectLst>
            <a:outerShdw blurRad="152400" dist="38100" dir="5400000" algn="t" rotWithShape="0">
              <a:prstClr val="black">
                <a:alpha val="12000"/>
              </a:prstClr>
            </a:outerShdw>
          </a:effectLst>
        </p:spPr>
      </p:cxnSp>
      <p:sp>
        <p:nvSpPr>
          <p:cNvPr id="102" name="矩形 101"/>
          <p:cNvSpPr/>
          <p:nvPr/>
        </p:nvSpPr>
        <p:spPr bwMode="auto">
          <a:xfrm>
            <a:off x="1144892" y="4795251"/>
            <a:ext cx="934685" cy="248147"/>
          </a:xfrm>
          <a:prstGeom prst="rect">
            <a:avLst/>
          </a:prstGeom>
          <a:noFill/>
          <a:ln w="9525" cap="flat" cmpd="sng" algn="ctr">
            <a:noFill/>
            <a:prstDash val="dash"/>
            <a:round/>
            <a:headEnd type="none" w="med" len="med"/>
            <a:tailEnd type="none" w="med" len="med"/>
          </a:ln>
          <a:effectLst/>
        </p:spPr>
        <p:txBody>
          <a:bodyPr vert="horz" wrap="square" lIns="91404" tIns="45702" rIns="91404" bIns="45702" numCol="1" rtlCol="0" anchor="t" anchorCtr="0" compatLnSpc="1">
            <a:prstTxWarp prst="textNoShape">
              <a:avLst/>
            </a:prstTxWarp>
          </a:bodyPr>
          <a:lstStyle/>
          <a:p>
            <a:pPr defTabSz="1001248" eaLnBrk="0" hangingPunct="0"/>
            <a:r>
              <a:rPr lang="zh-CN" altLang="en-US" sz="1200" dirty="0">
                <a:solidFill>
                  <a:srgbClr val="000000"/>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活动接口</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3" name="椭圆 102">
            <a:extLst>
              <a:ext uri="{FF2B5EF4-FFF2-40B4-BE49-F238E27FC236}">
                <a16:creationId xmlns="" xmlns:a16="http://schemas.microsoft.com/office/drawing/2014/main" id="{7DBB15C3-7119-4BF5-AC36-6F6AFF9EB213}"/>
              </a:ext>
            </a:extLst>
          </p:cNvPr>
          <p:cNvSpPr/>
          <p:nvPr/>
        </p:nvSpPr>
        <p:spPr>
          <a:xfrm>
            <a:off x="892059" y="4838407"/>
            <a:ext cx="215916" cy="215916"/>
          </a:xfrm>
          <a:prstGeom prst="ellipse">
            <a:avLst/>
          </a:prstGeom>
          <a:solidFill>
            <a:srgbClr val="8CCAA1"/>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1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4" name="矩形 103"/>
          <p:cNvSpPr/>
          <p:nvPr/>
        </p:nvSpPr>
        <p:spPr bwMode="auto">
          <a:xfrm>
            <a:off x="1144892" y="5130538"/>
            <a:ext cx="1068364" cy="248147"/>
          </a:xfrm>
          <a:prstGeom prst="rect">
            <a:avLst/>
          </a:prstGeom>
          <a:noFill/>
          <a:ln w="9525" cap="flat" cmpd="sng" algn="ctr">
            <a:noFill/>
            <a:prstDash val="dash"/>
            <a:round/>
            <a:headEnd type="none" w="med" len="med"/>
            <a:tailEnd type="none" w="med" len="med"/>
          </a:ln>
          <a:effectLst/>
        </p:spPr>
        <p:txBody>
          <a:bodyPr vert="horz" wrap="square" lIns="91404" tIns="45702" rIns="91404" bIns="45702" numCol="1" rtlCol="0" anchor="t" anchorCtr="0" compatLnSpc="1">
            <a:prstTxWarp prst="textNoShape">
              <a:avLst/>
            </a:prstTxWarp>
          </a:bodyPr>
          <a:lstStyle/>
          <a:p>
            <a:pPr defTabSz="1001248" eaLnBrk="0" hangingPunct="0"/>
            <a:r>
              <a:rPr lang="zh-CN" altLang="en-US" sz="1200" dirty="0">
                <a:solidFill>
                  <a:srgbClr val="000000"/>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非活动接口</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5" name="椭圆 104">
            <a:extLst>
              <a:ext uri="{FF2B5EF4-FFF2-40B4-BE49-F238E27FC236}">
                <a16:creationId xmlns="" xmlns:a16="http://schemas.microsoft.com/office/drawing/2014/main" id="{E3AA826D-E4AC-459E-9C44-0CE0D8799DF1}"/>
              </a:ext>
            </a:extLst>
          </p:cNvPr>
          <p:cNvSpPr/>
          <p:nvPr/>
        </p:nvSpPr>
        <p:spPr>
          <a:xfrm>
            <a:off x="892059" y="5160774"/>
            <a:ext cx="215916" cy="215916"/>
          </a:xfrm>
          <a:prstGeom prst="ellipse">
            <a:avLst/>
          </a:prstGeom>
          <a:solidFill>
            <a:srgbClr val="EC706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1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9" name="TextBox 77"/>
          <p:cNvSpPr txBox="1"/>
          <p:nvPr/>
        </p:nvSpPr>
        <p:spPr bwMode="auto">
          <a:xfrm>
            <a:off x="1453178" y="5507746"/>
            <a:ext cx="1390745" cy="285502"/>
          </a:xfrm>
          <a:prstGeom prst="rect">
            <a:avLst/>
          </a:prstGeom>
          <a:noFill/>
          <a:ln w="9525">
            <a:noFill/>
            <a:miter lim="800000"/>
            <a:headEnd/>
            <a:tailEnd/>
          </a:ln>
        </p:spPr>
        <p:txBody>
          <a:bodyPr wrap="square" lIns="99941" tIns="49966" rIns="99941" bIns="49966" rtlCol="0">
            <a:spAutoFit/>
          </a:bodyPr>
          <a:lstStyle/>
          <a:p>
            <a:pPr defTabSz="1001248" eaLnBrk="0" hangingPunct="0"/>
            <a:r>
              <a:rPr lang="zh-CN" altLang="en-US" sz="1200" dirty="0">
                <a:solidFill>
                  <a:srgbClr val="000000"/>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活动链路</a:t>
            </a:r>
            <a:endParaRPr lang="en-US" altLang="zh-CN" sz="1200" dirty="0">
              <a:solidFill>
                <a:srgbClr val="000000"/>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cxnSp>
        <p:nvCxnSpPr>
          <p:cNvPr id="110" name="直接箭头连接符 109">
            <a:extLst>
              <a:ext uri="{FF2B5EF4-FFF2-40B4-BE49-F238E27FC236}">
                <a16:creationId xmlns="" xmlns:a16="http://schemas.microsoft.com/office/drawing/2014/main" id="{AA906D00-6A37-4E3C-844F-9AFBEFB9CD58}"/>
              </a:ext>
            </a:extLst>
          </p:cNvPr>
          <p:cNvCxnSpPr>
            <a:cxnSpLocks/>
          </p:cNvCxnSpPr>
          <p:nvPr/>
        </p:nvCxnSpPr>
        <p:spPr>
          <a:xfrm>
            <a:off x="892059" y="5648486"/>
            <a:ext cx="523427" cy="0"/>
          </a:xfrm>
          <a:prstGeom prst="straightConnector1">
            <a:avLst/>
          </a:prstGeom>
          <a:ln w="25400">
            <a:solidFill>
              <a:srgbClr val="8CCAA1"/>
            </a:solidFill>
          </a:ln>
        </p:spPr>
        <p:style>
          <a:lnRef idx="1">
            <a:schemeClr val="accent1"/>
          </a:lnRef>
          <a:fillRef idx="0">
            <a:schemeClr val="accent1"/>
          </a:fillRef>
          <a:effectRef idx="0">
            <a:schemeClr val="accent1"/>
          </a:effectRef>
          <a:fontRef idx="minor">
            <a:schemeClr val="tx1"/>
          </a:fontRef>
        </p:style>
      </p:cxnSp>
      <p:cxnSp>
        <p:nvCxnSpPr>
          <p:cNvPr id="111" name="直接箭头连接符 110">
            <a:extLst>
              <a:ext uri="{FF2B5EF4-FFF2-40B4-BE49-F238E27FC236}">
                <a16:creationId xmlns="" xmlns:a16="http://schemas.microsoft.com/office/drawing/2014/main" id="{AA906D00-6A37-4E3C-844F-9AFBEFB9CD58}"/>
              </a:ext>
            </a:extLst>
          </p:cNvPr>
          <p:cNvCxnSpPr>
            <a:cxnSpLocks/>
          </p:cNvCxnSpPr>
          <p:nvPr/>
        </p:nvCxnSpPr>
        <p:spPr>
          <a:xfrm>
            <a:off x="892059" y="5954751"/>
            <a:ext cx="523427" cy="0"/>
          </a:xfrm>
          <a:prstGeom prst="straightConnector1">
            <a:avLst/>
          </a:prstGeom>
          <a:ln w="25400">
            <a:solidFill>
              <a:srgbClr val="EC7061"/>
            </a:solidFill>
          </a:ln>
        </p:spPr>
        <p:style>
          <a:lnRef idx="1">
            <a:schemeClr val="accent1"/>
          </a:lnRef>
          <a:fillRef idx="0">
            <a:schemeClr val="accent1"/>
          </a:fillRef>
          <a:effectRef idx="0">
            <a:schemeClr val="accent1"/>
          </a:effectRef>
          <a:fontRef idx="minor">
            <a:schemeClr val="tx1"/>
          </a:fontRef>
        </p:style>
      </p:cxnSp>
      <p:sp>
        <p:nvSpPr>
          <p:cNvPr id="112" name="TextBox 77"/>
          <p:cNvSpPr txBox="1"/>
          <p:nvPr/>
        </p:nvSpPr>
        <p:spPr bwMode="auto">
          <a:xfrm>
            <a:off x="1453178" y="5816411"/>
            <a:ext cx="1390745" cy="285502"/>
          </a:xfrm>
          <a:prstGeom prst="rect">
            <a:avLst/>
          </a:prstGeom>
          <a:noFill/>
          <a:ln w="9525">
            <a:noFill/>
            <a:miter lim="800000"/>
            <a:headEnd/>
            <a:tailEnd/>
          </a:ln>
        </p:spPr>
        <p:txBody>
          <a:bodyPr wrap="square" lIns="99941" tIns="49966" rIns="99941" bIns="49966" rtlCol="0">
            <a:spAutoFit/>
          </a:bodyPr>
          <a:lstStyle/>
          <a:p>
            <a:pPr defTabSz="1001248" eaLnBrk="0" hangingPunct="0"/>
            <a:r>
              <a:rPr lang="zh-CN" altLang="en-US" sz="1200" dirty="0">
                <a:solidFill>
                  <a:srgbClr val="000000"/>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非活动链路</a:t>
            </a:r>
            <a:endParaRPr lang="en-US" altLang="zh-CN" sz="1200" dirty="0">
              <a:solidFill>
                <a:srgbClr val="000000"/>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sp>
        <p:nvSpPr>
          <p:cNvPr id="39" name="椭圆 38">
            <a:extLst>
              <a:ext uri="{FF2B5EF4-FFF2-40B4-BE49-F238E27FC236}">
                <a16:creationId xmlns="" xmlns:a16="http://schemas.microsoft.com/office/drawing/2014/main" id="{7DBB15C3-7119-4BF5-AC36-6F6AFF9EB213}"/>
              </a:ext>
            </a:extLst>
          </p:cNvPr>
          <p:cNvSpPr/>
          <p:nvPr/>
        </p:nvSpPr>
        <p:spPr>
          <a:xfrm>
            <a:off x="1678147" y="2806487"/>
            <a:ext cx="215916" cy="215916"/>
          </a:xfrm>
          <a:prstGeom prst="ellipse">
            <a:avLst/>
          </a:prstGeom>
          <a:solidFill>
            <a:srgbClr val="8CCAA1"/>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1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1</a:t>
            </a:r>
            <a:endParaRPr lang="zh-CN" altLang="en-US" sz="11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0" name="椭圆 39">
            <a:extLst>
              <a:ext uri="{FF2B5EF4-FFF2-40B4-BE49-F238E27FC236}">
                <a16:creationId xmlns="" xmlns:a16="http://schemas.microsoft.com/office/drawing/2014/main" id="{7DBB15C3-7119-4BF5-AC36-6F6AFF9EB213}"/>
              </a:ext>
            </a:extLst>
          </p:cNvPr>
          <p:cNvSpPr/>
          <p:nvPr/>
        </p:nvSpPr>
        <p:spPr>
          <a:xfrm>
            <a:off x="4476779" y="2806487"/>
            <a:ext cx="215916" cy="215916"/>
          </a:xfrm>
          <a:prstGeom prst="ellipse">
            <a:avLst/>
          </a:prstGeom>
          <a:solidFill>
            <a:srgbClr val="8CCAA1"/>
          </a:solidFill>
          <a:ln w="12700">
            <a:solidFill>
              <a:srgbClr val="8CCAA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r>
              <a:rPr lang="en-US" altLang="zh-CN" sz="12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1</a:t>
            </a:r>
            <a:endParaRPr lang="zh-CN" altLang="en-US" sz="12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41" name="直接连接符 40"/>
          <p:cNvCxnSpPr>
            <a:stCxn id="40" idx="2"/>
            <a:endCxn id="39" idx="6"/>
          </p:cNvCxnSpPr>
          <p:nvPr/>
        </p:nvCxnSpPr>
        <p:spPr bwMode="auto">
          <a:xfrm flipH="1">
            <a:off x="1894062" y="2914445"/>
            <a:ext cx="2582717" cy="0"/>
          </a:xfrm>
          <a:prstGeom prst="line">
            <a:avLst/>
          </a:prstGeom>
          <a:ln w="25400">
            <a:solidFill>
              <a:srgbClr val="8CCAA1"/>
            </a:solidFill>
          </a:ln>
        </p:spPr>
        <p:style>
          <a:lnRef idx="1">
            <a:schemeClr val="accent1"/>
          </a:lnRef>
          <a:fillRef idx="0">
            <a:schemeClr val="accent1"/>
          </a:fillRef>
          <a:effectRef idx="0">
            <a:schemeClr val="accent1"/>
          </a:effectRef>
          <a:fontRef idx="minor">
            <a:schemeClr val="tx1"/>
          </a:fontRef>
        </p:style>
      </p:cxnSp>
      <p:cxnSp>
        <p:nvCxnSpPr>
          <p:cNvPr id="42" name="直接箭头连接符 41">
            <a:extLst>
              <a:ext uri="{FF2B5EF4-FFF2-40B4-BE49-F238E27FC236}">
                <a16:creationId xmlns="" xmlns:a16="http://schemas.microsoft.com/office/drawing/2014/main" id="{AA906D00-6A37-4E3C-844F-9AFBEFB9CD58}"/>
              </a:ext>
            </a:extLst>
          </p:cNvPr>
          <p:cNvCxnSpPr>
            <a:cxnSpLocks/>
          </p:cNvCxnSpPr>
          <p:nvPr/>
        </p:nvCxnSpPr>
        <p:spPr>
          <a:xfrm>
            <a:off x="2089529" y="2834092"/>
            <a:ext cx="523427" cy="0"/>
          </a:xfrm>
          <a:prstGeom prst="straightConnector1">
            <a:avLst/>
          </a:prstGeom>
          <a:noFill/>
          <a:ln w="25400" cap="flat" cmpd="sng" algn="ctr">
            <a:solidFill>
              <a:srgbClr val="00B0F0"/>
            </a:solidFill>
            <a:prstDash val="solid"/>
            <a:headEnd type="none" w="med" len="med"/>
            <a:tailEnd type="triangle" w="med" len="med"/>
          </a:ln>
          <a:effectLst>
            <a:outerShdw blurRad="152400" dist="38100" dir="5400000" algn="t" rotWithShape="0">
              <a:prstClr val="black">
                <a:alpha val="12000"/>
              </a:prstClr>
            </a:outerShdw>
          </a:effectLst>
        </p:spPr>
      </p:cxnSp>
      <p:cxnSp>
        <p:nvCxnSpPr>
          <p:cNvPr id="43" name="直接连接符 42"/>
          <p:cNvCxnSpPr>
            <a:stCxn id="45" idx="2"/>
            <a:endCxn id="44" idx="6"/>
          </p:cNvCxnSpPr>
          <p:nvPr/>
        </p:nvCxnSpPr>
        <p:spPr bwMode="auto">
          <a:xfrm flipH="1">
            <a:off x="1894062" y="3226826"/>
            <a:ext cx="2582717" cy="0"/>
          </a:xfrm>
          <a:prstGeom prst="line">
            <a:avLst/>
          </a:prstGeom>
          <a:ln w="25400">
            <a:solidFill>
              <a:srgbClr val="8CCAA1"/>
            </a:solidFill>
          </a:ln>
        </p:spPr>
        <p:style>
          <a:lnRef idx="1">
            <a:schemeClr val="accent1"/>
          </a:lnRef>
          <a:fillRef idx="0">
            <a:schemeClr val="accent1"/>
          </a:fillRef>
          <a:effectRef idx="0">
            <a:schemeClr val="accent1"/>
          </a:effectRef>
          <a:fontRef idx="minor">
            <a:schemeClr val="tx1"/>
          </a:fontRef>
        </p:style>
      </p:cxnSp>
      <p:sp>
        <p:nvSpPr>
          <p:cNvPr id="44" name="椭圆 43">
            <a:extLst>
              <a:ext uri="{FF2B5EF4-FFF2-40B4-BE49-F238E27FC236}">
                <a16:creationId xmlns="" xmlns:a16="http://schemas.microsoft.com/office/drawing/2014/main" id="{7DBB15C3-7119-4BF5-AC36-6F6AFF9EB213}"/>
              </a:ext>
            </a:extLst>
          </p:cNvPr>
          <p:cNvSpPr/>
          <p:nvPr/>
        </p:nvSpPr>
        <p:spPr>
          <a:xfrm>
            <a:off x="1678147" y="3118868"/>
            <a:ext cx="215916" cy="215916"/>
          </a:xfrm>
          <a:prstGeom prst="ellipse">
            <a:avLst/>
          </a:prstGeom>
          <a:solidFill>
            <a:srgbClr val="8CCAA1"/>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1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2</a:t>
            </a:r>
            <a:endParaRPr lang="zh-CN" altLang="en-US" sz="11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5" name="椭圆 44">
            <a:extLst>
              <a:ext uri="{FF2B5EF4-FFF2-40B4-BE49-F238E27FC236}">
                <a16:creationId xmlns="" xmlns:a16="http://schemas.microsoft.com/office/drawing/2014/main" id="{7DBB15C3-7119-4BF5-AC36-6F6AFF9EB213}"/>
              </a:ext>
            </a:extLst>
          </p:cNvPr>
          <p:cNvSpPr/>
          <p:nvPr/>
        </p:nvSpPr>
        <p:spPr>
          <a:xfrm>
            <a:off x="4476779" y="3118868"/>
            <a:ext cx="215916" cy="215916"/>
          </a:xfrm>
          <a:prstGeom prst="ellipse">
            <a:avLst/>
          </a:prstGeom>
          <a:solidFill>
            <a:srgbClr val="8CCAA1"/>
          </a:solidFill>
          <a:ln w="12700">
            <a:solidFill>
              <a:srgbClr val="8CCAA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r>
              <a:rPr lang="en-US" altLang="zh-CN" sz="12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2</a:t>
            </a:r>
            <a:endParaRPr lang="zh-CN" altLang="en-US" sz="12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46" name="直接箭头连接符 45">
            <a:extLst>
              <a:ext uri="{FF2B5EF4-FFF2-40B4-BE49-F238E27FC236}">
                <a16:creationId xmlns="" xmlns:a16="http://schemas.microsoft.com/office/drawing/2014/main" id="{AA906D00-6A37-4E3C-844F-9AFBEFB9CD58}"/>
              </a:ext>
            </a:extLst>
          </p:cNvPr>
          <p:cNvCxnSpPr>
            <a:cxnSpLocks/>
          </p:cNvCxnSpPr>
          <p:nvPr/>
        </p:nvCxnSpPr>
        <p:spPr>
          <a:xfrm>
            <a:off x="2089529" y="3118868"/>
            <a:ext cx="523427" cy="0"/>
          </a:xfrm>
          <a:prstGeom prst="straightConnector1">
            <a:avLst/>
          </a:prstGeom>
          <a:noFill/>
          <a:ln w="25400" cap="flat" cmpd="sng" algn="ctr">
            <a:solidFill>
              <a:srgbClr val="00B0F0"/>
            </a:solidFill>
            <a:prstDash val="solid"/>
            <a:headEnd type="none" w="med" len="med"/>
            <a:tailEnd type="triangle" w="med" len="med"/>
          </a:ln>
          <a:effectLst>
            <a:outerShdw blurRad="152400" dist="38100" dir="5400000" algn="t" rotWithShape="0">
              <a:prstClr val="black">
                <a:alpha val="12000"/>
              </a:prstClr>
            </a:outerShdw>
          </a:effectLst>
        </p:spPr>
      </p:cxnSp>
      <p:cxnSp>
        <p:nvCxnSpPr>
          <p:cNvPr id="47" name="直接连接符 46"/>
          <p:cNvCxnSpPr>
            <a:stCxn id="49" idx="2"/>
            <a:endCxn id="48" idx="6"/>
          </p:cNvCxnSpPr>
          <p:nvPr/>
        </p:nvCxnSpPr>
        <p:spPr bwMode="auto">
          <a:xfrm flipH="1">
            <a:off x="1894062" y="3539207"/>
            <a:ext cx="2582717" cy="0"/>
          </a:xfrm>
          <a:prstGeom prst="line">
            <a:avLst/>
          </a:prstGeom>
          <a:ln w="25400">
            <a:solidFill>
              <a:srgbClr val="EC7061"/>
            </a:solidFill>
          </a:ln>
        </p:spPr>
        <p:style>
          <a:lnRef idx="1">
            <a:schemeClr val="accent1"/>
          </a:lnRef>
          <a:fillRef idx="0">
            <a:schemeClr val="accent1"/>
          </a:fillRef>
          <a:effectRef idx="0">
            <a:schemeClr val="accent1"/>
          </a:effectRef>
          <a:fontRef idx="minor">
            <a:schemeClr val="tx1"/>
          </a:fontRef>
        </p:style>
      </p:cxnSp>
      <p:sp>
        <p:nvSpPr>
          <p:cNvPr id="48" name="椭圆 47">
            <a:extLst>
              <a:ext uri="{FF2B5EF4-FFF2-40B4-BE49-F238E27FC236}">
                <a16:creationId xmlns="" xmlns:a16="http://schemas.microsoft.com/office/drawing/2014/main" id="{7DBB15C3-7119-4BF5-AC36-6F6AFF9EB213}"/>
              </a:ext>
            </a:extLst>
          </p:cNvPr>
          <p:cNvSpPr/>
          <p:nvPr/>
        </p:nvSpPr>
        <p:spPr>
          <a:xfrm>
            <a:off x="1678147" y="3431249"/>
            <a:ext cx="215916" cy="215916"/>
          </a:xfrm>
          <a:prstGeom prst="ellipse">
            <a:avLst/>
          </a:prstGeom>
          <a:solidFill>
            <a:srgbClr val="EC706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1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3</a:t>
            </a:r>
            <a:endParaRPr lang="zh-CN" altLang="en-US" sz="11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9" name="椭圆 48">
            <a:extLst>
              <a:ext uri="{FF2B5EF4-FFF2-40B4-BE49-F238E27FC236}">
                <a16:creationId xmlns="" xmlns:a16="http://schemas.microsoft.com/office/drawing/2014/main" id="{7DBB15C3-7119-4BF5-AC36-6F6AFF9EB213}"/>
              </a:ext>
            </a:extLst>
          </p:cNvPr>
          <p:cNvSpPr/>
          <p:nvPr/>
        </p:nvSpPr>
        <p:spPr>
          <a:xfrm>
            <a:off x="4476779" y="3431249"/>
            <a:ext cx="215916" cy="215916"/>
          </a:xfrm>
          <a:prstGeom prst="ellipse">
            <a:avLst/>
          </a:prstGeom>
          <a:solidFill>
            <a:srgbClr val="EC7061"/>
          </a:solidFill>
          <a:ln w="12700">
            <a:solidFill>
              <a:srgbClr val="EC706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r>
              <a:rPr lang="en-US" altLang="zh-CN" sz="12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3</a:t>
            </a:r>
            <a:endParaRPr lang="zh-CN" altLang="en-US" sz="12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50" name="直接箭头连接符 49">
            <a:extLst>
              <a:ext uri="{FF2B5EF4-FFF2-40B4-BE49-F238E27FC236}">
                <a16:creationId xmlns="" xmlns:a16="http://schemas.microsoft.com/office/drawing/2014/main" id="{AA906D00-6A37-4E3C-844F-9AFBEFB9CD58}"/>
              </a:ext>
            </a:extLst>
          </p:cNvPr>
          <p:cNvCxnSpPr>
            <a:cxnSpLocks/>
          </p:cNvCxnSpPr>
          <p:nvPr/>
        </p:nvCxnSpPr>
        <p:spPr>
          <a:xfrm>
            <a:off x="2089529" y="3449921"/>
            <a:ext cx="523427" cy="0"/>
          </a:xfrm>
          <a:prstGeom prst="straightConnector1">
            <a:avLst/>
          </a:prstGeom>
          <a:noFill/>
          <a:ln w="25400" cap="flat" cmpd="sng" algn="ctr">
            <a:solidFill>
              <a:srgbClr val="00B0F0"/>
            </a:solidFill>
            <a:prstDash val="solid"/>
            <a:headEnd type="none" w="med" len="med"/>
            <a:tailEnd type="triangle" w="med" len="med"/>
          </a:ln>
          <a:effectLst>
            <a:outerShdw blurRad="152400" dist="38100" dir="5400000" algn="t" rotWithShape="0">
              <a:prstClr val="black">
                <a:alpha val="12000"/>
              </a:prstClr>
            </a:outerShdw>
          </a:effectLst>
        </p:spPr>
      </p:cxnSp>
      <p:cxnSp>
        <p:nvCxnSpPr>
          <p:cNvPr id="54" name="直接连接符 53"/>
          <p:cNvCxnSpPr>
            <a:stCxn id="56" idx="2"/>
            <a:endCxn id="55" idx="6"/>
          </p:cNvCxnSpPr>
          <p:nvPr/>
        </p:nvCxnSpPr>
        <p:spPr bwMode="auto">
          <a:xfrm flipH="1">
            <a:off x="1894062" y="3851588"/>
            <a:ext cx="2582717" cy="0"/>
          </a:xfrm>
          <a:prstGeom prst="line">
            <a:avLst/>
          </a:prstGeom>
          <a:ln w="25400">
            <a:solidFill>
              <a:srgbClr val="EC7061"/>
            </a:solidFill>
          </a:ln>
        </p:spPr>
        <p:style>
          <a:lnRef idx="1">
            <a:schemeClr val="accent1"/>
          </a:lnRef>
          <a:fillRef idx="0">
            <a:schemeClr val="accent1"/>
          </a:fillRef>
          <a:effectRef idx="0">
            <a:schemeClr val="accent1"/>
          </a:effectRef>
          <a:fontRef idx="minor">
            <a:schemeClr val="tx1"/>
          </a:fontRef>
        </p:style>
      </p:cxnSp>
      <p:sp>
        <p:nvSpPr>
          <p:cNvPr id="55" name="椭圆 54">
            <a:extLst>
              <a:ext uri="{FF2B5EF4-FFF2-40B4-BE49-F238E27FC236}">
                <a16:creationId xmlns="" xmlns:a16="http://schemas.microsoft.com/office/drawing/2014/main" id="{7DBB15C3-7119-4BF5-AC36-6F6AFF9EB213}"/>
              </a:ext>
            </a:extLst>
          </p:cNvPr>
          <p:cNvSpPr/>
          <p:nvPr/>
        </p:nvSpPr>
        <p:spPr>
          <a:xfrm>
            <a:off x="1678147" y="3743630"/>
            <a:ext cx="215916" cy="215916"/>
          </a:xfrm>
          <a:prstGeom prst="ellipse">
            <a:avLst/>
          </a:prstGeom>
          <a:solidFill>
            <a:srgbClr val="EC706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1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4</a:t>
            </a:r>
            <a:endParaRPr lang="zh-CN" altLang="en-US" sz="11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6" name="椭圆 55">
            <a:extLst>
              <a:ext uri="{FF2B5EF4-FFF2-40B4-BE49-F238E27FC236}">
                <a16:creationId xmlns="" xmlns:a16="http://schemas.microsoft.com/office/drawing/2014/main" id="{7DBB15C3-7119-4BF5-AC36-6F6AFF9EB213}"/>
              </a:ext>
            </a:extLst>
          </p:cNvPr>
          <p:cNvSpPr/>
          <p:nvPr/>
        </p:nvSpPr>
        <p:spPr>
          <a:xfrm>
            <a:off x="4476779" y="3743630"/>
            <a:ext cx="215916" cy="215916"/>
          </a:xfrm>
          <a:prstGeom prst="ellipse">
            <a:avLst/>
          </a:prstGeom>
          <a:solidFill>
            <a:srgbClr val="EC7061"/>
          </a:solidFill>
          <a:ln w="12700">
            <a:solidFill>
              <a:srgbClr val="EC706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r>
              <a:rPr lang="en-US" altLang="zh-CN" sz="12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4</a:t>
            </a:r>
            <a:endParaRPr lang="zh-CN" altLang="en-US" sz="12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57" name="直接箭头连接符 56">
            <a:extLst>
              <a:ext uri="{FF2B5EF4-FFF2-40B4-BE49-F238E27FC236}">
                <a16:creationId xmlns="" xmlns:a16="http://schemas.microsoft.com/office/drawing/2014/main" id="{AA906D00-6A37-4E3C-844F-9AFBEFB9CD58}"/>
              </a:ext>
            </a:extLst>
          </p:cNvPr>
          <p:cNvCxnSpPr>
            <a:cxnSpLocks/>
          </p:cNvCxnSpPr>
          <p:nvPr/>
        </p:nvCxnSpPr>
        <p:spPr>
          <a:xfrm>
            <a:off x="2089529" y="3762302"/>
            <a:ext cx="523427" cy="0"/>
          </a:xfrm>
          <a:prstGeom prst="straightConnector1">
            <a:avLst/>
          </a:prstGeom>
          <a:noFill/>
          <a:ln w="25400" cap="flat" cmpd="sng" algn="ctr">
            <a:solidFill>
              <a:srgbClr val="00B0F0"/>
            </a:solidFill>
            <a:prstDash val="solid"/>
            <a:headEnd type="none" w="med" len="med"/>
            <a:tailEnd type="triangle" w="med" len="med"/>
          </a:ln>
          <a:effectLst>
            <a:outerShdw blurRad="152400" dist="38100" dir="5400000" algn="t" rotWithShape="0">
              <a:prstClr val="black">
                <a:alpha val="12000"/>
              </a:prstClr>
            </a:outerShdw>
          </a:effectLst>
        </p:spPr>
      </p:cxnSp>
      <p:sp>
        <p:nvSpPr>
          <p:cNvPr id="59" name="TextBox 120">
            <a:extLst>
              <a:ext uri="{FF2B5EF4-FFF2-40B4-BE49-F238E27FC236}">
                <a16:creationId xmlns="" xmlns:a16="http://schemas.microsoft.com/office/drawing/2014/main" id="{A3388E5A-B10B-426C-B001-65F408D6AF92}"/>
              </a:ext>
            </a:extLst>
          </p:cNvPr>
          <p:cNvSpPr txBox="1"/>
          <p:nvPr/>
        </p:nvSpPr>
        <p:spPr>
          <a:xfrm>
            <a:off x="438315" y="2063367"/>
            <a:ext cx="1831645" cy="523220"/>
          </a:xfrm>
          <a:prstGeom prst="rect">
            <a:avLst/>
          </a:prstGeom>
          <a:noFill/>
        </p:spPr>
        <p:txBody>
          <a:bodyPr wrap="square" rtlCol="0">
            <a:spAutoFit/>
          </a:bodyPr>
          <a:lstStyle/>
          <a:p>
            <a:pPr algn="ctr"/>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Bridge MAC:</a:t>
            </a:r>
          </a:p>
          <a:p>
            <a:pPr algn="ctr"/>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4c1f-cc58-6d64</a:t>
            </a:r>
          </a:p>
        </p:txBody>
      </p:sp>
      <p:sp>
        <p:nvSpPr>
          <p:cNvPr id="60" name="TextBox 120">
            <a:extLst>
              <a:ext uri="{FF2B5EF4-FFF2-40B4-BE49-F238E27FC236}">
                <a16:creationId xmlns="" xmlns:a16="http://schemas.microsoft.com/office/drawing/2014/main" id="{A3388E5A-B10B-426C-B001-65F408D6AF92}"/>
              </a:ext>
            </a:extLst>
          </p:cNvPr>
          <p:cNvSpPr txBox="1"/>
          <p:nvPr/>
        </p:nvSpPr>
        <p:spPr>
          <a:xfrm>
            <a:off x="4136089" y="2063367"/>
            <a:ext cx="1831645" cy="523220"/>
          </a:xfrm>
          <a:prstGeom prst="rect">
            <a:avLst/>
          </a:prstGeom>
          <a:noFill/>
        </p:spPr>
        <p:txBody>
          <a:bodyPr wrap="square" rtlCol="0">
            <a:spAutoFit/>
          </a:bodyPr>
          <a:lstStyle/>
          <a:p>
            <a:pPr algn="ctr"/>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Bridge MAC:</a:t>
            </a:r>
          </a:p>
          <a:p>
            <a:pPr algn="ctr"/>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4c1f-cc58-6d65</a:t>
            </a:r>
          </a:p>
        </p:txBody>
      </p:sp>
      <p:sp>
        <p:nvSpPr>
          <p:cNvPr id="61" name="五边形 60"/>
          <p:cNvSpPr/>
          <p:nvPr/>
        </p:nvSpPr>
        <p:spPr bwMode="auto">
          <a:xfrm>
            <a:off x="7562321" y="126000"/>
            <a:ext cx="899749" cy="213037"/>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报文介绍</a:t>
            </a:r>
          </a:p>
        </p:txBody>
      </p:sp>
      <p:sp>
        <p:nvSpPr>
          <p:cNvPr id="62" name="燕尾形 61"/>
          <p:cNvSpPr/>
          <p:nvPr/>
        </p:nvSpPr>
        <p:spPr bwMode="auto">
          <a:xfrm>
            <a:off x="8383481" y="126000"/>
            <a:ext cx="1367951" cy="213037"/>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最大活动接口数</a:t>
            </a:r>
          </a:p>
        </p:txBody>
      </p:sp>
      <p:sp>
        <p:nvSpPr>
          <p:cNvPr id="63" name="燕尾形 62"/>
          <p:cNvSpPr/>
          <p:nvPr/>
        </p:nvSpPr>
        <p:spPr bwMode="auto">
          <a:xfrm>
            <a:off x="9667454" y="126000"/>
            <a:ext cx="1223658" cy="213037"/>
          </a:xfrm>
          <a:prstGeom prst="chevron">
            <a:avLst/>
          </a:prstGeom>
          <a:solidFill>
            <a:srgbClr val="00B0F0"/>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活动链路选举</a:t>
            </a:r>
          </a:p>
        </p:txBody>
      </p:sp>
      <p:sp>
        <p:nvSpPr>
          <p:cNvPr id="64" name="燕尾形 63"/>
          <p:cNvSpPr/>
          <p:nvPr/>
        </p:nvSpPr>
        <p:spPr bwMode="auto">
          <a:xfrm>
            <a:off x="10812767" y="126000"/>
            <a:ext cx="1223658" cy="213037"/>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负载分担</a:t>
            </a:r>
          </a:p>
        </p:txBody>
      </p:sp>
    </p:spTree>
    <p:extLst>
      <p:ext uri="{BB962C8B-B14F-4D97-AF65-F5344CB8AC3E}">
        <p14:creationId xmlns:p14="http://schemas.microsoft.com/office/powerpoint/2010/main" val="1774146028"/>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负载分担</a:t>
            </a:r>
          </a:p>
        </p:txBody>
      </p:sp>
      <p:sp>
        <p:nvSpPr>
          <p:cNvPr id="88" name="圆角矩形 75"/>
          <p:cNvSpPr/>
          <p:nvPr/>
        </p:nvSpPr>
        <p:spPr>
          <a:xfrm>
            <a:off x="6123276" y="1273231"/>
            <a:ext cx="5609250" cy="395845"/>
          </a:xfrm>
          <a:prstGeom prst="roundRect">
            <a:avLst>
              <a:gd name="adj" fmla="val 10604"/>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基于流的负载分担</a:t>
            </a:r>
          </a:p>
        </p:txBody>
      </p:sp>
      <p:sp>
        <p:nvSpPr>
          <p:cNvPr id="89" name="圆角矩形 75"/>
          <p:cNvSpPr/>
          <p:nvPr/>
        </p:nvSpPr>
        <p:spPr>
          <a:xfrm>
            <a:off x="445914" y="1273231"/>
            <a:ext cx="5609250" cy="395845"/>
          </a:xfrm>
          <a:prstGeom prst="roundRect">
            <a:avLst>
              <a:gd name="adj" fmla="val 10604"/>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基于包的负载分担</a:t>
            </a:r>
          </a:p>
        </p:txBody>
      </p:sp>
      <p:sp>
        <p:nvSpPr>
          <p:cNvPr id="90" name="圆角矩形 75"/>
          <p:cNvSpPr/>
          <p:nvPr/>
        </p:nvSpPr>
        <p:spPr>
          <a:xfrm>
            <a:off x="6123275" y="1702605"/>
            <a:ext cx="5586268" cy="4677992"/>
          </a:xfrm>
          <a:prstGeom prst="roundRect">
            <a:avLst>
              <a:gd name="adj" fmla="val 874"/>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fontAlgn="ctr"/>
            <a:endParaRPr lang="en-US" altLang="zh-CN" sz="1599" b="1" dirty="0">
              <a:solidFill>
                <a:schemeClr val="tx1">
                  <a:lumMod val="75000"/>
                  <a:lumOff val="25000"/>
                </a:schemeClr>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94" name="圆角矩形 75"/>
          <p:cNvSpPr/>
          <p:nvPr/>
        </p:nvSpPr>
        <p:spPr>
          <a:xfrm>
            <a:off x="457363" y="1702604"/>
            <a:ext cx="5580362" cy="4677993"/>
          </a:xfrm>
          <a:prstGeom prst="roundRect">
            <a:avLst>
              <a:gd name="adj" fmla="val 874"/>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fontAlgn="ctr"/>
            <a:endParaRPr lang="en-US" altLang="zh-CN" sz="1599" b="1" dirty="0">
              <a:solidFill>
                <a:schemeClr val="tx1">
                  <a:lumMod val="75000"/>
                  <a:lumOff val="25000"/>
                </a:schemeClr>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105" name="矩形 104"/>
          <p:cNvSpPr/>
          <p:nvPr/>
        </p:nvSpPr>
        <p:spPr>
          <a:xfrm>
            <a:off x="457363" y="4865689"/>
            <a:ext cx="5566826" cy="1200329"/>
          </a:xfrm>
          <a:prstGeom prst="rect">
            <a:avLst/>
          </a:prstGeom>
        </p:spPr>
        <p:txBody>
          <a:bodyPr wrap="square">
            <a:spAutoFit/>
          </a:bodyPr>
          <a:lstStyle/>
          <a:p>
            <a:pPr>
              <a:lnSpc>
                <a:spcPct val="150000"/>
              </a:lnSpc>
            </a:pP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在使用</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Eth-Trunk</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转发数据时，由于聚合组两端设备之间有多条物理链路，如果每个数据帧在不同的链路上转发，则有可能导致数据帧到达对端时间不一致，从而引起数据乱序。</a:t>
            </a:r>
          </a:p>
        </p:txBody>
      </p:sp>
      <p:sp>
        <p:nvSpPr>
          <p:cNvPr id="127" name="矩形 126"/>
          <p:cNvSpPr/>
          <p:nvPr/>
        </p:nvSpPr>
        <p:spPr>
          <a:xfrm>
            <a:off x="6178723" y="4827052"/>
            <a:ext cx="5530820" cy="1569660"/>
          </a:xfrm>
          <a:prstGeom prst="rect">
            <a:avLst/>
          </a:prstGeom>
        </p:spPr>
        <p:txBody>
          <a:bodyPr wrap="square">
            <a:spAutoFit/>
          </a:bodyPr>
          <a:lstStyle/>
          <a:p>
            <a:pPr>
              <a:lnSpc>
                <a:spcPct val="150000"/>
              </a:lnSpc>
            </a:pPr>
            <a:r>
              <a:rPr lang="en-US" altLang="zh-CN" sz="1600"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Eth-Trunk</a:t>
            </a:r>
            <a:r>
              <a:rPr lang="zh-CN" altLang="en-US" sz="1600"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推荐采用</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逐流负载分担的方式，即一条相同的流负载到一条链路，这样既保证了同一数据流的数据帧在同一条物理链路转发，又实现了流量在聚合组内各物理链路上的负载分担。</a:t>
            </a:r>
          </a:p>
        </p:txBody>
      </p:sp>
      <p:cxnSp>
        <p:nvCxnSpPr>
          <p:cNvPr id="184" name="直接连接符 183"/>
          <p:cNvCxnSpPr/>
          <p:nvPr/>
        </p:nvCxnSpPr>
        <p:spPr bwMode="auto">
          <a:xfrm flipH="1">
            <a:off x="6589936" y="3375621"/>
            <a:ext cx="1447732" cy="0"/>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185" name="直接连接符 184"/>
          <p:cNvCxnSpPr>
            <a:endCxn id="203" idx="6"/>
          </p:cNvCxnSpPr>
          <p:nvPr/>
        </p:nvCxnSpPr>
        <p:spPr bwMode="auto">
          <a:xfrm flipH="1">
            <a:off x="9959260" y="3268718"/>
            <a:ext cx="1387944" cy="20406"/>
          </a:xfrm>
          <a:prstGeom prst="line">
            <a:avLst/>
          </a:prstGeom>
          <a:solidFill>
            <a:schemeClr val="accent1"/>
          </a:solidFill>
          <a:ln w="19050" cap="flat" cmpd="sng" algn="ctr">
            <a:solidFill>
              <a:schemeClr val="tx1"/>
            </a:solidFill>
            <a:prstDash val="solid"/>
            <a:round/>
            <a:headEnd type="none" w="med" len="med"/>
            <a:tailEnd type="none" w="med" len="med"/>
          </a:ln>
          <a:effectLst/>
        </p:spPr>
      </p:cxnSp>
      <p:pic>
        <p:nvPicPr>
          <p:cNvPr id="215" name="图片 214" descr="PC.png"/>
          <p:cNvPicPr>
            <a:picLocks noChangeAspect="1"/>
          </p:cNvPicPr>
          <p:nvPr/>
        </p:nvPicPr>
        <p:blipFill>
          <a:blip r:embed="rId3" cstate="print"/>
          <a:stretch>
            <a:fillRect/>
          </a:stretch>
        </p:blipFill>
        <p:spPr>
          <a:xfrm>
            <a:off x="6267408" y="2499636"/>
            <a:ext cx="609137" cy="467817"/>
          </a:xfrm>
          <a:prstGeom prst="rect">
            <a:avLst/>
          </a:prstGeom>
        </p:spPr>
      </p:pic>
      <p:pic>
        <p:nvPicPr>
          <p:cNvPr id="216" name="图片 215" descr="PC.png"/>
          <p:cNvPicPr>
            <a:picLocks noChangeAspect="1"/>
          </p:cNvPicPr>
          <p:nvPr/>
        </p:nvPicPr>
        <p:blipFill>
          <a:blip r:embed="rId3" cstate="print"/>
          <a:stretch>
            <a:fillRect/>
          </a:stretch>
        </p:blipFill>
        <p:spPr>
          <a:xfrm>
            <a:off x="6267408" y="3853901"/>
            <a:ext cx="609137" cy="467817"/>
          </a:xfrm>
          <a:prstGeom prst="rect">
            <a:avLst/>
          </a:prstGeom>
        </p:spPr>
      </p:pic>
      <p:pic>
        <p:nvPicPr>
          <p:cNvPr id="218" name="图片 217" descr="PC.png"/>
          <p:cNvPicPr>
            <a:picLocks noChangeAspect="1"/>
          </p:cNvPicPr>
          <p:nvPr/>
        </p:nvPicPr>
        <p:blipFill>
          <a:blip r:embed="rId3" cstate="print"/>
          <a:stretch>
            <a:fillRect/>
          </a:stretch>
        </p:blipFill>
        <p:spPr>
          <a:xfrm>
            <a:off x="10994675" y="2499636"/>
            <a:ext cx="609137" cy="467817"/>
          </a:xfrm>
          <a:prstGeom prst="rect">
            <a:avLst/>
          </a:prstGeom>
        </p:spPr>
      </p:pic>
      <p:pic>
        <p:nvPicPr>
          <p:cNvPr id="219" name="图片 218" descr="PC.png"/>
          <p:cNvPicPr>
            <a:picLocks noChangeAspect="1"/>
          </p:cNvPicPr>
          <p:nvPr/>
        </p:nvPicPr>
        <p:blipFill>
          <a:blip r:embed="rId3" cstate="print"/>
          <a:stretch>
            <a:fillRect/>
          </a:stretch>
        </p:blipFill>
        <p:spPr>
          <a:xfrm>
            <a:off x="10994675" y="3853901"/>
            <a:ext cx="609137" cy="467817"/>
          </a:xfrm>
          <a:prstGeom prst="rect">
            <a:avLst/>
          </a:prstGeom>
        </p:spPr>
      </p:pic>
      <p:cxnSp>
        <p:nvCxnSpPr>
          <p:cNvPr id="227" name="直接连接符 226"/>
          <p:cNvCxnSpPr/>
          <p:nvPr/>
        </p:nvCxnSpPr>
        <p:spPr bwMode="auto">
          <a:xfrm flipV="1">
            <a:off x="11328356" y="2998544"/>
            <a:ext cx="0" cy="886448"/>
          </a:xfrm>
          <a:prstGeom prst="line">
            <a:avLst/>
          </a:prstGeom>
          <a:solidFill>
            <a:schemeClr val="accent1"/>
          </a:solidFill>
          <a:ln w="19050" cap="flat" cmpd="sng" algn="ctr">
            <a:solidFill>
              <a:schemeClr val="tx1"/>
            </a:solidFill>
            <a:prstDash val="solid"/>
            <a:round/>
            <a:headEnd type="none" w="med" len="med"/>
            <a:tailEnd type="none" w="med" len="med"/>
          </a:ln>
          <a:effectLst/>
        </p:spPr>
      </p:cxnSp>
      <p:sp>
        <p:nvSpPr>
          <p:cNvPr id="108" name="圆角矩形 107"/>
          <p:cNvSpPr/>
          <p:nvPr/>
        </p:nvSpPr>
        <p:spPr>
          <a:xfrm>
            <a:off x="1628109" y="2577596"/>
            <a:ext cx="719719" cy="1580965"/>
          </a:xfrm>
          <a:prstGeom prst="roundRect">
            <a:avLst>
              <a:gd name="adj" fmla="val 7243"/>
            </a:avLst>
          </a:prstGeom>
          <a:solidFill>
            <a:srgbClr val="F4FBFE"/>
          </a:solidFill>
          <a:ln w="9525" cap="flat" cmpd="sng" algn="ctr">
            <a:solidFill>
              <a:srgbClr val="99DFF9"/>
            </a:solidFill>
            <a:prstDash val="solid"/>
          </a:ln>
          <a:effectLst/>
        </p:spPr>
        <p:txBody>
          <a:bodyPr rtlCol="0" anchor="ctr"/>
          <a:lstStyle/>
          <a:p>
            <a:pPr algn="ctr" defTabSz="914034" fontAlgn="t">
              <a:spcBef>
                <a:spcPct val="0"/>
              </a:spcBef>
              <a:spcAft>
                <a:spcPct val="0"/>
              </a:spcAft>
              <a:defRPr/>
            </a:pP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9" name="圆角矩形 108"/>
          <p:cNvSpPr/>
          <p:nvPr/>
        </p:nvSpPr>
        <p:spPr>
          <a:xfrm>
            <a:off x="4235396" y="2577596"/>
            <a:ext cx="719719" cy="1580965"/>
          </a:xfrm>
          <a:prstGeom prst="roundRect">
            <a:avLst>
              <a:gd name="adj" fmla="val 7243"/>
            </a:avLst>
          </a:prstGeom>
          <a:solidFill>
            <a:srgbClr val="F4FBFE"/>
          </a:solidFill>
          <a:ln w="9525" cap="flat" cmpd="sng" algn="ctr">
            <a:solidFill>
              <a:srgbClr val="99DFF9"/>
            </a:solidFill>
            <a:prstDash val="solid"/>
          </a:ln>
          <a:effectLst/>
        </p:spPr>
        <p:txBody>
          <a:bodyPr rtlCol="0" anchor="ctr"/>
          <a:lstStyle/>
          <a:p>
            <a:pPr algn="ctr" defTabSz="914034" fontAlgn="t">
              <a:spcBef>
                <a:spcPct val="0"/>
              </a:spcBef>
              <a:spcAft>
                <a:spcPct val="0"/>
              </a:spcAft>
              <a:defRPr/>
            </a:pP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0" name="矩形 109"/>
          <p:cNvSpPr/>
          <p:nvPr/>
        </p:nvSpPr>
        <p:spPr>
          <a:xfrm>
            <a:off x="1667544" y="2575809"/>
            <a:ext cx="663115" cy="307657"/>
          </a:xfrm>
          <a:prstGeom prst="rect">
            <a:avLst/>
          </a:prstGeom>
        </p:spPr>
        <p:txBody>
          <a:bodyPr wrap="square">
            <a:spAutoFit/>
          </a:bodyPr>
          <a:lstStyle/>
          <a:p>
            <a:pPr algn="ctr"/>
            <a:r>
              <a:rPr lang="en-US" altLang="zh-CN" sz="1399" b="1" dirty="0">
                <a:latin typeface="Huawei Sans" panose="020C0503030203020204" pitchFamily="34" charset="0"/>
                <a:ea typeface="方正兰亭黑简体" panose="02000000000000000000" pitchFamily="2" charset="-122"/>
                <a:sym typeface="Huawei Sans" panose="020C0503030203020204" pitchFamily="34" charset="0"/>
              </a:rPr>
              <a:t>SW1</a:t>
            </a:r>
            <a:endParaRPr lang="zh-CN" altLang="en-US" sz="1399"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1" name="矩形 110"/>
          <p:cNvSpPr/>
          <p:nvPr/>
        </p:nvSpPr>
        <p:spPr>
          <a:xfrm>
            <a:off x="4259668" y="2575042"/>
            <a:ext cx="663115" cy="307657"/>
          </a:xfrm>
          <a:prstGeom prst="rect">
            <a:avLst/>
          </a:prstGeom>
        </p:spPr>
        <p:txBody>
          <a:bodyPr wrap="square">
            <a:spAutoFit/>
          </a:bodyPr>
          <a:lstStyle/>
          <a:p>
            <a:pPr algn="ctr"/>
            <a:r>
              <a:rPr lang="en-US" altLang="zh-CN" sz="1399" b="1" dirty="0">
                <a:latin typeface="Huawei Sans" panose="020C0503030203020204" pitchFamily="34" charset="0"/>
                <a:ea typeface="方正兰亭黑简体" panose="02000000000000000000" pitchFamily="2" charset="-122"/>
                <a:sym typeface="Huawei Sans" panose="020C0503030203020204" pitchFamily="34" charset="0"/>
              </a:rPr>
              <a:t>SW2</a:t>
            </a:r>
            <a:endParaRPr lang="zh-CN" altLang="en-US" sz="1399" b="1"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113" name="组合 112">
            <a:extLst>
              <a:ext uri="{FF2B5EF4-FFF2-40B4-BE49-F238E27FC236}">
                <a16:creationId xmlns="" xmlns:a16="http://schemas.microsoft.com/office/drawing/2014/main" id="{2C6D8F46-1254-485A-AB3D-7A037411E3DA}"/>
              </a:ext>
            </a:extLst>
          </p:cNvPr>
          <p:cNvGrpSpPr/>
          <p:nvPr/>
        </p:nvGrpSpPr>
        <p:grpSpPr>
          <a:xfrm>
            <a:off x="2734756" y="2822019"/>
            <a:ext cx="1160129" cy="1137794"/>
            <a:chOff x="6623190" y="5220119"/>
            <a:chExt cx="1129417" cy="228830"/>
          </a:xfrm>
          <a:solidFill>
            <a:srgbClr val="F4FBFE"/>
          </a:solidFill>
        </p:grpSpPr>
        <p:sp>
          <p:nvSpPr>
            <p:cNvPr id="114" name="任意多边形: 形状 67">
              <a:extLst>
                <a:ext uri="{FF2B5EF4-FFF2-40B4-BE49-F238E27FC236}">
                  <a16:creationId xmlns="" xmlns:a16="http://schemas.microsoft.com/office/drawing/2014/main" id="{DDE7F5E3-EC99-4B98-9942-9CF564C3EC09}"/>
                </a:ext>
              </a:extLst>
            </p:cNvPr>
            <p:cNvSpPr/>
            <p:nvPr/>
          </p:nvSpPr>
          <p:spPr>
            <a:xfrm flipH="1">
              <a:off x="6623190" y="5220119"/>
              <a:ext cx="1075309" cy="228830"/>
            </a:xfrm>
            <a:custGeom>
              <a:avLst/>
              <a:gdLst>
                <a:gd name="connsiteX0" fmla="*/ 0 w 1703698"/>
                <a:gd name="connsiteY0" fmla="*/ 0 h 627538"/>
                <a:gd name="connsiteX1" fmla="*/ 1572253 w 1703698"/>
                <a:gd name="connsiteY1" fmla="*/ 0 h 627538"/>
                <a:gd name="connsiteX2" fmla="*/ 1703698 w 1703698"/>
                <a:gd name="connsiteY2" fmla="*/ 313769 h 627538"/>
                <a:gd name="connsiteX3" fmla="*/ 1572253 w 1703698"/>
                <a:gd name="connsiteY3" fmla="*/ 627538 h 627538"/>
                <a:gd name="connsiteX4" fmla="*/ 1572249 w 1703698"/>
                <a:gd name="connsiteY4" fmla="*/ 627537 h 627538"/>
                <a:gd name="connsiteX5" fmla="*/ 0 w 1703698"/>
                <a:gd name="connsiteY5" fmla="*/ 627537 h 627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03698" h="627538">
                  <a:moveTo>
                    <a:pt x="0" y="0"/>
                  </a:moveTo>
                  <a:lnTo>
                    <a:pt x="1572253" y="0"/>
                  </a:lnTo>
                  <a:cubicBezTo>
                    <a:pt x="1644848" y="0"/>
                    <a:pt x="1703698" y="140479"/>
                    <a:pt x="1703698" y="313769"/>
                  </a:cubicBezTo>
                  <a:cubicBezTo>
                    <a:pt x="1703698" y="487059"/>
                    <a:pt x="1644848" y="627538"/>
                    <a:pt x="1572253" y="627538"/>
                  </a:cubicBezTo>
                  <a:lnTo>
                    <a:pt x="1572249" y="627537"/>
                  </a:lnTo>
                  <a:lnTo>
                    <a:pt x="0" y="627537"/>
                  </a:lnTo>
                  <a:close/>
                </a:path>
              </a:pathLst>
            </a:custGeom>
            <a:grpFill/>
            <a:ln w="12700">
              <a:solidFill>
                <a:srgbClr val="99DFF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5" name="椭圆 114">
              <a:extLst>
                <a:ext uri="{FF2B5EF4-FFF2-40B4-BE49-F238E27FC236}">
                  <a16:creationId xmlns="" xmlns:a16="http://schemas.microsoft.com/office/drawing/2014/main" id="{7EEDE773-BD04-46B5-ACD7-D793E0BC1578}"/>
                </a:ext>
              </a:extLst>
            </p:cNvPr>
            <p:cNvSpPr/>
            <p:nvPr/>
          </p:nvSpPr>
          <p:spPr>
            <a:xfrm>
              <a:off x="7644390" y="5220119"/>
              <a:ext cx="108217" cy="228830"/>
            </a:xfrm>
            <a:prstGeom prst="ellipse">
              <a:avLst/>
            </a:prstGeom>
            <a:grpFill/>
            <a:ln w="12700">
              <a:solidFill>
                <a:srgbClr val="99DFF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nvGrpSpPr>
          <p:cNvPr id="2" name="组合 1"/>
          <p:cNvGrpSpPr/>
          <p:nvPr/>
        </p:nvGrpSpPr>
        <p:grpSpPr>
          <a:xfrm>
            <a:off x="2243600" y="3686710"/>
            <a:ext cx="2109700" cy="215916"/>
            <a:chOff x="2244476" y="3595371"/>
            <a:chExt cx="2110524" cy="216000"/>
          </a:xfrm>
        </p:grpSpPr>
        <p:cxnSp>
          <p:nvCxnSpPr>
            <p:cNvPr id="124" name="直接连接符 123"/>
            <p:cNvCxnSpPr>
              <a:stCxn id="140" idx="2"/>
              <a:endCxn id="128" idx="6"/>
            </p:cNvCxnSpPr>
            <p:nvPr/>
          </p:nvCxnSpPr>
          <p:spPr bwMode="auto">
            <a:xfrm flipH="1">
              <a:off x="2460476" y="3703371"/>
              <a:ext cx="1678524" cy="0"/>
            </a:xfrm>
            <a:prstGeom prst="line">
              <a:avLst/>
            </a:prstGeom>
            <a:solidFill>
              <a:schemeClr val="accent1"/>
            </a:solidFill>
            <a:ln w="19050" cap="flat" cmpd="sng" algn="ctr">
              <a:solidFill>
                <a:schemeClr val="tx1"/>
              </a:solidFill>
              <a:prstDash val="solid"/>
              <a:round/>
              <a:headEnd type="none" w="med" len="med"/>
              <a:tailEnd type="none" w="med" len="med"/>
            </a:ln>
            <a:effectLst/>
          </p:spPr>
        </p:cxnSp>
        <p:sp>
          <p:nvSpPr>
            <p:cNvPr id="128" name="椭圆 127">
              <a:extLst>
                <a:ext uri="{FF2B5EF4-FFF2-40B4-BE49-F238E27FC236}">
                  <a16:creationId xmlns="" xmlns:a16="http://schemas.microsoft.com/office/drawing/2014/main" id="{7DBB15C3-7119-4BF5-AC36-6F6AFF9EB213}"/>
                </a:ext>
              </a:extLst>
            </p:cNvPr>
            <p:cNvSpPr/>
            <p:nvPr/>
          </p:nvSpPr>
          <p:spPr>
            <a:xfrm>
              <a:off x="2244476" y="3595371"/>
              <a:ext cx="216000" cy="216000"/>
            </a:xfrm>
            <a:prstGeom prst="ellipse">
              <a:avLst/>
            </a:prstGeom>
            <a:solidFill>
              <a:srgbClr val="8CCAA1"/>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100" b="1" dirty="0" smtClea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S</a:t>
              </a:r>
              <a:endParaRPr lang="zh-CN" altLang="en-US" sz="11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40" name="椭圆 139">
              <a:extLst>
                <a:ext uri="{FF2B5EF4-FFF2-40B4-BE49-F238E27FC236}">
                  <a16:creationId xmlns="" xmlns:a16="http://schemas.microsoft.com/office/drawing/2014/main" id="{7DBB15C3-7119-4BF5-AC36-6F6AFF9EB213}"/>
                </a:ext>
              </a:extLst>
            </p:cNvPr>
            <p:cNvSpPr/>
            <p:nvPr/>
          </p:nvSpPr>
          <p:spPr>
            <a:xfrm>
              <a:off x="4139000" y="3595371"/>
              <a:ext cx="216000" cy="216000"/>
            </a:xfrm>
            <a:prstGeom prst="ellipse">
              <a:avLst/>
            </a:prstGeom>
            <a:solidFill>
              <a:srgbClr val="8CCAA1"/>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100" b="1" dirty="0" smtClea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S</a:t>
              </a:r>
              <a:endParaRPr lang="zh-CN" altLang="en-US" sz="11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141" name="TextBox 120">
            <a:extLst>
              <a:ext uri="{FF2B5EF4-FFF2-40B4-BE49-F238E27FC236}">
                <a16:creationId xmlns="" xmlns:a16="http://schemas.microsoft.com/office/drawing/2014/main" id="{890033A1-CB2B-46C1-843C-A395BBB7F123}"/>
              </a:ext>
            </a:extLst>
          </p:cNvPr>
          <p:cNvSpPr txBox="1"/>
          <p:nvPr/>
        </p:nvSpPr>
        <p:spPr>
          <a:xfrm>
            <a:off x="2409972" y="4032955"/>
            <a:ext cx="1874368" cy="307657"/>
          </a:xfrm>
          <a:prstGeom prst="rect">
            <a:avLst/>
          </a:prstGeom>
          <a:noFill/>
        </p:spPr>
        <p:txBody>
          <a:bodyPr wrap="square" rtlCol="0" anchor="ctr">
            <a:spAutoFit/>
          </a:bodyPr>
          <a:lstStyle/>
          <a:p>
            <a:pPr algn="ctr"/>
            <a:r>
              <a:rPr lang="en-US" altLang="zh-CN" sz="1399" b="1" dirty="0">
                <a:latin typeface="Huawei Sans" panose="020C0503030203020204" pitchFamily="34" charset="0"/>
                <a:ea typeface="方正兰亭黑简体" panose="02000000000000000000" pitchFamily="2" charset="-122"/>
                <a:sym typeface="Huawei Sans" panose="020C0503030203020204" pitchFamily="34" charset="0"/>
              </a:rPr>
              <a:t>Eth-Trunk</a:t>
            </a:r>
            <a:endParaRPr lang="zh-CN" altLang="en-US" sz="1399" b="1" dirty="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150" name="直接连接符 149"/>
          <p:cNvCxnSpPr/>
          <p:nvPr/>
        </p:nvCxnSpPr>
        <p:spPr bwMode="auto">
          <a:xfrm flipV="1">
            <a:off x="6589936" y="2998544"/>
            <a:ext cx="0" cy="886448"/>
          </a:xfrm>
          <a:prstGeom prst="line">
            <a:avLst/>
          </a:prstGeom>
          <a:solidFill>
            <a:schemeClr val="accent1"/>
          </a:solidFill>
          <a:ln w="19050" cap="flat" cmpd="sng" algn="ctr">
            <a:solidFill>
              <a:schemeClr val="tx1"/>
            </a:solidFill>
            <a:prstDash val="solid"/>
            <a:round/>
            <a:headEnd type="none" w="med" len="med"/>
            <a:tailEnd type="none" w="med" len="med"/>
          </a:ln>
          <a:effectLst/>
        </p:spPr>
      </p:cxnSp>
      <p:sp>
        <p:nvSpPr>
          <p:cNvPr id="157" name="圆角矩形 156">
            <a:extLst>
              <a:ext uri="{FF2B5EF4-FFF2-40B4-BE49-F238E27FC236}">
                <a16:creationId xmlns="" xmlns:a16="http://schemas.microsoft.com/office/drawing/2014/main" id="{4C7C4E63-07F2-484E-A141-F01D18F8D379}"/>
              </a:ext>
            </a:extLst>
          </p:cNvPr>
          <p:cNvSpPr/>
          <p:nvPr/>
        </p:nvSpPr>
        <p:spPr>
          <a:xfrm>
            <a:off x="1364705" y="3027576"/>
            <a:ext cx="215916" cy="215916"/>
          </a:xfrm>
          <a:prstGeom prst="roundRect">
            <a:avLst/>
          </a:prstGeom>
          <a:solidFill>
            <a:srgbClr val="00B0F0"/>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altLang="zh-CN" sz="14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1</a:t>
            </a:r>
            <a:endParaRPr lang="zh-CN" altLang="en-US" sz="14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58" name="圆角矩形 157">
            <a:extLst>
              <a:ext uri="{FF2B5EF4-FFF2-40B4-BE49-F238E27FC236}">
                <a16:creationId xmlns="" xmlns:a16="http://schemas.microsoft.com/office/drawing/2014/main" id="{352BCEB5-AB85-452D-9AB6-2AC4F744ED9C}"/>
              </a:ext>
            </a:extLst>
          </p:cNvPr>
          <p:cNvSpPr/>
          <p:nvPr/>
        </p:nvSpPr>
        <p:spPr>
          <a:xfrm>
            <a:off x="1077438" y="3027576"/>
            <a:ext cx="215916" cy="215916"/>
          </a:xfrm>
          <a:prstGeom prst="roundRect">
            <a:avLst/>
          </a:prstGeom>
          <a:solidFill>
            <a:srgbClr val="00B0F0"/>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altLang="zh-CN" sz="14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2</a:t>
            </a:r>
            <a:endParaRPr lang="zh-CN" altLang="en-US" sz="14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59" name="圆角矩形 158">
            <a:extLst>
              <a:ext uri="{FF2B5EF4-FFF2-40B4-BE49-F238E27FC236}">
                <a16:creationId xmlns="" xmlns:a16="http://schemas.microsoft.com/office/drawing/2014/main" id="{0CA433C9-E4F6-43AA-A9E1-D899DC108CD8}"/>
              </a:ext>
            </a:extLst>
          </p:cNvPr>
          <p:cNvSpPr/>
          <p:nvPr/>
        </p:nvSpPr>
        <p:spPr>
          <a:xfrm>
            <a:off x="790171" y="3027576"/>
            <a:ext cx="215916" cy="215916"/>
          </a:xfrm>
          <a:prstGeom prst="roundRect">
            <a:avLst/>
          </a:prstGeom>
          <a:solidFill>
            <a:srgbClr val="00B0F0"/>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altLang="zh-CN" sz="14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3</a:t>
            </a:r>
            <a:endParaRPr lang="zh-CN" altLang="en-US" sz="14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164" name="直接箭头连接符 163"/>
          <p:cNvCxnSpPr/>
          <p:nvPr/>
        </p:nvCxnSpPr>
        <p:spPr>
          <a:xfrm>
            <a:off x="663202" y="3360757"/>
            <a:ext cx="681267" cy="0"/>
          </a:xfrm>
          <a:prstGeom prst="straightConnector1">
            <a:avLst/>
          </a:prstGeom>
          <a:noFill/>
          <a:ln w="25400" cap="flat" cmpd="sng" algn="ctr">
            <a:solidFill>
              <a:srgbClr val="00B0F0"/>
            </a:solidFill>
            <a:prstDash val="solid"/>
            <a:headEnd type="none" w="med" len="med"/>
            <a:tailEnd type="triangle" w="med" len="med"/>
          </a:ln>
          <a:effectLst>
            <a:outerShdw blurRad="152400" dist="38100" dir="5400000" algn="t" rotWithShape="0">
              <a:prstClr val="black">
                <a:alpha val="12000"/>
              </a:prstClr>
            </a:outerShdw>
          </a:effectLst>
        </p:spPr>
      </p:cxnSp>
      <p:sp>
        <p:nvSpPr>
          <p:cNvPr id="167" name="圆角矩形 166">
            <a:extLst>
              <a:ext uri="{FF2B5EF4-FFF2-40B4-BE49-F238E27FC236}">
                <a16:creationId xmlns="" xmlns:a16="http://schemas.microsoft.com/office/drawing/2014/main" id="{0CA433C9-E4F6-43AA-A9E1-D899DC108CD8}"/>
              </a:ext>
            </a:extLst>
          </p:cNvPr>
          <p:cNvSpPr/>
          <p:nvPr/>
        </p:nvSpPr>
        <p:spPr>
          <a:xfrm>
            <a:off x="2598584" y="3669076"/>
            <a:ext cx="215916" cy="215916"/>
          </a:xfrm>
          <a:prstGeom prst="roundRect">
            <a:avLst/>
          </a:prstGeom>
          <a:solidFill>
            <a:srgbClr val="00B0F0"/>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altLang="zh-CN" sz="14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3</a:t>
            </a:r>
            <a:endParaRPr lang="zh-CN" altLang="en-US" sz="14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73" name="圆角矩形 172">
            <a:extLst>
              <a:ext uri="{FF2B5EF4-FFF2-40B4-BE49-F238E27FC236}">
                <a16:creationId xmlns="" xmlns:a16="http://schemas.microsoft.com/office/drawing/2014/main" id="{4C7C4E63-07F2-484E-A141-F01D18F8D379}"/>
              </a:ext>
            </a:extLst>
          </p:cNvPr>
          <p:cNvSpPr/>
          <p:nvPr/>
        </p:nvSpPr>
        <p:spPr>
          <a:xfrm>
            <a:off x="5244743" y="3032229"/>
            <a:ext cx="215916" cy="215916"/>
          </a:xfrm>
          <a:prstGeom prst="roundRect">
            <a:avLst/>
          </a:prstGeom>
          <a:solidFill>
            <a:srgbClr val="00B0F0"/>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altLang="zh-CN" sz="14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1</a:t>
            </a:r>
            <a:endParaRPr lang="zh-CN" altLang="en-US" sz="14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82" name="圆角矩形 181">
            <a:extLst>
              <a:ext uri="{FF2B5EF4-FFF2-40B4-BE49-F238E27FC236}">
                <a16:creationId xmlns="" xmlns:a16="http://schemas.microsoft.com/office/drawing/2014/main" id="{352BCEB5-AB85-452D-9AB6-2AC4F744ED9C}"/>
              </a:ext>
            </a:extLst>
          </p:cNvPr>
          <p:cNvSpPr/>
          <p:nvPr/>
        </p:nvSpPr>
        <p:spPr>
          <a:xfrm>
            <a:off x="5520784" y="3032229"/>
            <a:ext cx="215916" cy="215916"/>
          </a:xfrm>
          <a:prstGeom prst="roundRect">
            <a:avLst/>
          </a:prstGeom>
          <a:solidFill>
            <a:srgbClr val="00B0F0"/>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altLang="zh-CN" sz="14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2</a:t>
            </a:r>
            <a:endParaRPr lang="zh-CN" altLang="en-US" sz="14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83" name="圆角矩形 182">
            <a:extLst>
              <a:ext uri="{FF2B5EF4-FFF2-40B4-BE49-F238E27FC236}">
                <a16:creationId xmlns="" xmlns:a16="http://schemas.microsoft.com/office/drawing/2014/main" id="{0CA433C9-E4F6-43AA-A9E1-D899DC108CD8}"/>
              </a:ext>
            </a:extLst>
          </p:cNvPr>
          <p:cNvSpPr/>
          <p:nvPr/>
        </p:nvSpPr>
        <p:spPr>
          <a:xfrm>
            <a:off x="4968703" y="3032229"/>
            <a:ext cx="215916" cy="215916"/>
          </a:xfrm>
          <a:prstGeom prst="roundRect">
            <a:avLst/>
          </a:prstGeom>
          <a:solidFill>
            <a:srgbClr val="00B0F0"/>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altLang="zh-CN" sz="14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3</a:t>
            </a:r>
            <a:endParaRPr lang="zh-CN" altLang="en-US" sz="14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186" name="直接箭头连接符 185"/>
          <p:cNvCxnSpPr/>
          <p:nvPr/>
        </p:nvCxnSpPr>
        <p:spPr>
          <a:xfrm>
            <a:off x="5155492" y="3360757"/>
            <a:ext cx="681267" cy="0"/>
          </a:xfrm>
          <a:prstGeom prst="straightConnector1">
            <a:avLst/>
          </a:prstGeom>
          <a:noFill/>
          <a:ln w="25400" cap="flat" cmpd="sng" algn="ctr">
            <a:solidFill>
              <a:srgbClr val="00B0F0"/>
            </a:solidFill>
            <a:prstDash val="solid"/>
            <a:headEnd type="none" w="med" len="med"/>
            <a:tailEnd type="triangle" w="med" len="med"/>
          </a:ln>
          <a:effectLst>
            <a:outerShdw blurRad="152400" dist="38100" dir="5400000" algn="t" rotWithShape="0">
              <a:prstClr val="black">
                <a:alpha val="12000"/>
              </a:prstClr>
            </a:outerShdw>
          </a:effectLst>
        </p:spPr>
      </p:cxnSp>
      <p:sp>
        <p:nvSpPr>
          <p:cNvPr id="188" name="圆角矩形 187"/>
          <p:cNvSpPr/>
          <p:nvPr/>
        </p:nvSpPr>
        <p:spPr>
          <a:xfrm>
            <a:off x="7419832" y="2577596"/>
            <a:ext cx="719719" cy="1580965"/>
          </a:xfrm>
          <a:prstGeom prst="roundRect">
            <a:avLst>
              <a:gd name="adj" fmla="val 7243"/>
            </a:avLst>
          </a:prstGeom>
          <a:solidFill>
            <a:srgbClr val="F4FBFE"/>
          </a:solidFill>
          <a:ln w="9525" cap="flat" cmpd="sng" algn="ctr">
            <a:solidFill>
              <a:srgbClr val="99DFF9"/>
            </a:solidFill>
            <a:prstDash val="solid"/>
          </a:ln>
          <a:effectLst/>
        </p:spPr>
        <p:txBody>
          <a:bodyPr rtlCol="0" anchor="ctr"/>
          <a:lstStyle/>
          <a:p>
            <a:pPr algn="ctr" defTabSz="914034" fontAlgn="t">
              <a:spcBef>
                <a:spcPct val="0"/>
              </a:spcBef>
              <a:spcAft>
                <a:spcPct val="0"/>
              </a:spcAft>
              <a:defRPr/>
            </a:pP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89" name="圆角矩形 188"/>
          <p:cNvSpPr/>
          <p:nvPr/>
        </p:nvSpPr>
        <p:spPr>
          <a:xfrm>
            <a:off x="9831933" y="2577596"/>
            <a:ext cx="719719" cy="1580965"/>
          </a:xfrm>
          <a:prstGeom prst="roundRect">
            <a:avLst>
              <a:gd name="adj" fmla="val 7243"/>
            </a:avLst>
          </a:prstGeom>
          <a:solidFill>
            <a:srgbClr val="F4FBFE"/>
          </a:solidFill>
          <a:ln w="9525" cap="flat" cmpd="sng" algn="ctr">
            <a:solidFill>
              <a:srgbClr val="99DFF9"/>
            </a:solidFill>
            <a:prstDash val="solid"/>
          </a:ln>
          <a:effectLst/>
        </p:spPr>
        <p:txBody>
          <a:bodyPr rtlCol="0" anchor="ctr"/>
          <a:lstStyle/>
          <a:p>
            <a:pPr algn="ctr" defTabSz="914034" fontAlgn="t">
              <a:spcBef>
                <a:spcPct val="0"/>
              </a:spcBef>
              <a:spcAft>
                <a:spcPct val="0"/>
              </a:spcAft>
              <a:defRPr/>
            </a:pP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90" name="矩形 189"/>
          <p:cNvSpPr/>
          <p:nvPr/>
        </p:nvSpPr>
        <p:spPr>
          <a:xfrm>
            <a:off x="7438568" y="2575809"/>
            <a:ext cx="663115" cy="307657"/>
          </a:xfrm>
          <a:prstGeom prst="rect">
            <a:avLst/>
          </a:prstGeom>
        </p:spPr>
        <p:txBody>
          <a:bodyPr wrap="square">
            <a:spAutoFit/>
          </a:bodyPr>
          <a:lstStyle/>
          <a:p>
            <a:pPr algn="ctr"/>
            <a:r>
              <a:rPr lang="en-US" altLang="zh-CN" sz="1399" b="1" dirty="0">
                <a:latin typeface="Huawei Sans" panose="020C0503030203020204" pitchFamily="34" charset="0"/>
                <a:ea typeface="方正兰亭黑简体" panose="02000000000000000000" pitchFamily="2" charset="-122"/>
                <a:sym typeface="Huawei Sans" panose="020C0503030203020204" pitchFamily="34" charset="0"/>
              </a:rPr>
              <a:t>SW1</a:t>
            </a:r>
            <a:endParaRPr lang="zh-CN" altLang="en-US" sz="1399"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91" name="矩形 190"/>
          <p:cNvSpPr/>
          <p:nvPr/>
        </p:nvSpPr>
        <p:spPr>
          <a:xfrm>
            <a:off x="9851302" y="2575042"/>
            <a:ext cx="663115" cy="307657"/>
          </a:xfrm>
          <a:prstGeom prst="rect">
            <a:avLst/>
          </a:prstGeom>
        </p:spPr>
        <p:txBody>
          <a:bodyPr wrap="square">
            <a:spAutoFit/>
          </a:bodyPr>
          <a:lstStyle/>
          <a:p>
            <a:pPr algn="ctr"/>
            <a:r>
              <a:rPr lang="en-US" altLang="zh-CN" sz="1399" b="1" dirty="0">
                <a:latin typeface="Huawei Sans" panose="020C0503030203020204" pitchFamily="34" charset="0"/>
                <a:ea typeface="方正兰亭黑简体" panose="02000000000000000000" pitchFamily="2" charset="-122"/>
                <a:sym typeface="Huawei Sans" panose="020C0503030203020204" pitchFamily="34" charset="0"/>
              </a:rPr>
              <a:t>SW2</a:t>
            </a:r>
            <a:endParaRPr lang="zh-CN" altLang="en-US" sz="1399" b="1"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193" name="组合 192">
            <a:extLst>
              <a:ext uri="{FF2B5EF4-FFF2-40B4-BE49-F238E27FC236}">
                <a16:creationId xmlns="" xmlns:a16="http://schemas.microsoft.com/office/drawing/2014/main" id="{2C6D8F46-1254-485A-AB3D-7A037411E3DA}"/>
              </a:ext>
            </a:extLst>
          </p:cNvPr>
          <p:cNvGrpSpPr/>
          <p:nvPr/>
        </p:nvGrpSpPr>
        <p:grpSpPr>
          <a:xfrm>
            <a:off x="8416103" y="2822020"/>
            <a:ext cx="1160129" cy="1175084"/>
            <a:chOff x="6623190" y="5220119"/>
            <a:chExt cx="1129417" cy="228830"/>
          </a:xfrm>
          <a:solidFill>
            <a:srgbClr val="F4FBFE"/>
          </a:solidFill>
        </p:grpSpPr>
        <p:sp>
          <p:nvSpPr>
            <p:cNvPr id="194" name="任意多边形: 形状 67">
              <a:extLst>
                <a:ext uri="{FF2B5EF4-FFF2-40B4-BE49-F238E27FC236}">
                  <a16:creationId xmlns="" xmlns:a16="http://schemas.microsoft.com/office/drawing/2014/main" id="{DDE7F5E3-EC99-4B98-9942-9CF564C3EC09}"/>
                </a:ext>
              </a:extLst>
            </p:cNvPr>
            <p:cNvSpPr/>
            <p:nvPr/>
          </p:nvSpPr>
          <p:spPr>
            <a:xfrm flipH="1">
              <a:off x="6623190" y="5220119"/>
              <a:ext cx="1075309" cy="228830"/>
            </a:xfrm>
            <a:custGeom>
              <a:avLst/>
              <a:gdLst>
                <a:gd name="connsiteX0" fmla="*/ 0 w 1703698"/>
                <a:gd name="connsiteY0" fmla="*/ 0 h 627538"/>
                <a:gd name="connsiteX1" fmla="*/ 1572253 w 1703698"/>
                <a:gd name="connsiteY1" fmla="*/ 0 h 627538"/>
                <a:gd name="connsiteX2" fmla="*/ 1703698 w 1703698"/>
                <a:gd name="connsiteY2" fmla="*/ 313769 h 627538"/>
                <a:gd name="connsiteX3" fmla="*/ 1572253 w 1703698"/>
                <a:gd name="connsiteY3" fmla="*/ 627538 h 627538"/>
                <a:gd name="connsiteX4" fmla="*/ 1572249 w 1703698"/>
                <a:gd name="connsiteY4" fmla="*/ 627537 h 627538"/>
                <a:gd name="connsiteX5" fmla="*/ 0 w 1703698"/>
                <a:gd name="connsiteY5" fmla="*/ 627537 h 627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03698" h="627538">
                  <a:moveTo>
                    <a:pt x="0" y="0"/>
                  </a:moveTo>
                  <a:lnTo>
                    <a:pt x="1572253" y="0"/>
                  </a:lnTo>
                  <a:cubicBezTo>
                    <a:pt x="1644848" y="0"/>
                    <a:pt x="1703698" y="140479"/>
                    <a:pt x="1703698" y="313769"/>
                  </a:cubicBezTo>
                  <a:cubicBezTo>
                    <a:pt x="1703698" y="487059"/>
                    <a:pt x="1644848" y="627538"/>
                    <a:pt x="1572253" y="627538"/>
                  </a:cubicBezTo>
                  <a:lnTo>
                    <a:pt x="1572249" y="627537"/>
                  </a:lnTo>
                  <a:lnTo>
                    <a:pt x="0" y="627537"/>
                  </a:lnTo>
                  <a:close/>
                </a:path>
              </a:pathLst>
            </a:custGeom>
            <a:grpFill/>
            <a:ln w="12700">
              <a:solidFill>
                <a:srgbClr val="99DFF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95" name="椭圆 194">
              <a:extLst>
                <a:ext uri="{FF2B5EF4-FFF2-40B4-BE49-F238E27FC236}">
                  <a16:creationId xmlns="" xmlns:a16="http://schemas.microsoft.com/office/drawing/2014/main" id="{7EEDE773-BD04-46B5-ACD7-D793E0BC1578}"/>
                </a:ext>
              </a:extLst>
            </p:cNvPr>
            <p:cNvSpPr/>
            <p:nvPr/>
          </p:nvSpPr>
          <p:spPr>
            <a:xfrm>
              <a:off x="7644390" y="5220119"/>
              <a:ext cx="108217" cy="228830"/>
            </a:xfrm>
            <a:prstGeom prst="ellipse">
              <a:avLst/>
            </a:prstGeom>
            <a:grpFill/>
            <a:ln w="12700">
              <a:solidFill>
                <a:srgbClr val="99DFF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nvGrpSpPr>
          <p:cNvPr id="8" name="组合 7"/>
          <p:cNvGrpSpPr/>
          <p:nvPr/>
        </p:nvGrpSpPr>
        <p:grpSpPr>
          <a:xfrm>
            <a:off x="8036300" y="2864382"/>
            <a:ext cx="1922960" cy="215916"/>
            <a:chOff x="8039439" y="2956237"/>
            <a:chExt cx="1923711" cy="216000"/>
          </a:xfrm>
        </p:grpSpPr>
        <p:sp>
          <p:nvSpPr>
            <p:cNvPr id="196" name="椭圆 195">
              <a:extLst>
                <a:ext uri="{FF2B5EF4-FFF2-40B4-BE49-F238E27FC236}">
                  <a16:creationId xmlns="" xmlns:a16="http://schemas.microsoft.com/office/drawing/2014/main" id="{7DBB15C3-7119-4BF5-AC36-6F6AFF9EB213}"/>
                </a:ext>
              </a:extLst>
            </p:cNvPr>
            <p:cNvSpPr/>
            <p:nvPr/>
          </p:nvSpPr>
          <p:spPr>
            <a:xfrm>
              <a:off x="8039439" y="2956237"/>
              <a:ext cx="216000" cy="216000"/>
            </a:xfrm>
            <a:prstGeom prst="ellipse">
              <a:avLst/>
            </a:prstGeom>
            <a:solidFill>
              <a:srgbClr val="8CCAA1"/>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100" b="1" dirty="0" smtClea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S</a:t>
              </a:r>
              <a:endParaRPr lang="zh-CN" altLang="en-US" sz="11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98" name="椭圆 197">
              <a:extLst>
                <a:ext uri="{FF2B5EF4-FFF2-40B4-BE49-F238E27FC236}">
                  <a16:creationId xmlns="" xmlns:a16="http://schemas.microsoft.com/office/drawing/2014/main" id="{7DBB15C3-7119-4BF5-AC36-6F6AFF9EB213}"/>
                </a:ext>
              </a:extLst>
            </p:cNvPr>
            <p:cNvSpPr/>
            <p:nvPr/>
          </p:nvSpPr>
          <p:spPr>
            <a:xfrm>
              <a:off x="9747150" y="2956237"/>
              <a:ext cx="216000" cy="216000"/>
            </a:xfrm>
            <a:prstGeom prst="ellipse">
              <a:avLst/>
            </a:prstGeom>
            <a:solidFill>
              <a:srgbClr val="8CCAA1"/>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100" b="1" dirty="0" smtClea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S</a:t>
              </a:r>
              <a:endParaRPr lang="zh-CN" altLang="en-US" sz="11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200" name="直接连接符 199"/>
            <p:cNvCxnSpPr>
              <a:stCxn id="198" idx="2"/>
              <a:endCxn id="196" idx="6"/>
            </p:cNvCxnSpPr>
            <p:nvPr/>
          </p:nvCxnSpPr>
          <p:spPr bwMode="auto">
            <a:xfrm flipH="1">
              <a:off x="8255439" y="3064237"/>
              <a:ext cx="1491711" cy="0"/>
            </a:xfrm>
            <a:prstGeom prst="line">
              <a:avLst/>
            </a:prstGeom>
            <a:solidFill>
              <a:schemeClr val="accent1"/>
            </a:solidFill>
            <a:ln w="19050" cap="flat" cmpd="sng" algn="ctr">
              <a:solidFill>
                <a:schemeClr val="tx1"/>
              </a:solidFill>
              <a:prstDash val="solid"/>
              <a:round/>
              <a:headEnd type="none" w="med" len="med"/>
              <a:tailEnd type="none" w="med" len="med"/>
            </a:ln>
            <a:effectLst/>
          </p:spPr>
        </p:cxnSp>
      </p:grpSp>
      <p:grpSp>
        <p:nvGrpSpPr>
          <p:cNvPr id="7" name="组合 6"/>
          <p:cNvGrpSpPr/>
          <p:nvPr/>
        </p:nvGrpSpPr>
        <p:grpSpPr>
          <a:xfrm>
            <a:off x="8036300" y="3181166"/>
            <a:ext cx="1922960" cy="215916"/>
            <a:chOff x="8039439" y="3252730"/>
            <a:chExt cx="1923711" cy="216000"/>
          </a:xfrm>
        </p:grpSpPr>
        <p:cxnSp>
          <p:nvCxnSpPr>
            <p:cNvPr id="199" name="直接连接符 198"/>
            <p:cNvCxnSpPr>
              <a:stCxn id="203" idx="2"/>
              <a:endCxn id="202" idx="6"/>
            </p:cNvCxnSpPr>
            <p:nvPr/>
          </p:nvCxnSpPr>
          <p:spPr bwMode="auto">
            <a:xfrm flipH="1">
              <a:off x="8255439" y="3360730"/>
              <a:ext cx="1491711" cy="0"/>
            </a:xfrm>
            <a:prstGeom prst="line">
              <a:avLst/>
            </a:prstGeom>
            <a:solidFill>
              <a:schemeClr val="accent1"/>
            </a:solidFill>
            <a:ln w="19050" cap="flat" cmpd="sng" algn="ctr">
              <a:solidFill>
                <a:schemeClr val="tx1"/>
              </a:solidFill>
              <a:prstDash val="solid"/>
              <a:round/>
              <a:headEnd type="none" w="med" len="med"/>
              <a:tailEnd type="none" w="med" len="med"/>
            </a:ln>
            <a:effectLst/>
          </p:spPr>
        </p:cxnSp>
        <p:sp>
          <p:nvSpPr>
            <p:cNvPr id="202" name="椭圆 201">
              <a:extLst>
                <a:ext uri="{FF2B5EF4-FFF2-40B4-BE49-F238E27FC236}">
                  <a16:creationId xmlns="" xmlns:a16="http://schemas.microsoft.com/office/drawing/2014/main" id="{7DBB15C3-7119-4BF5-AC36-6F6AFF9EB213}"/>
                </a:ext>
              </a:extLst>
            </p:cNvPr>
            <p:cNvSpPr/>
            <p:nvPr/>
          </p:nvSpPr>
          <p:spPr>
            <a:xfrm>
              <a:off x="8039439" y="3252730"/>
              <a:ext cx="216000" cy="216000"/>
            </a:xfrm>
            <a:prstGeom prst="ellipse">
              <a:avLst/>
            </a:prstGeom>
            <a:solidFill>
              <a:srgbClr val="8CCAA1"/>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100" b="1" dirty="0" smtClea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S</a:t>
              </a:r>
              <a:endParaRPr lang="zh-CN" altLang="en-US" sz="11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03" name="椭圆 202">
              <a:extLst>
                <a:ext uri="{FF2B5EF4-FFF2-40B4-BE49-F238E27FC236}">
                  <a16:creationId xmlns="" xmlns:a16="http://schemas.microsoft.com/office/drawing/2014/main" id="{7DBB15C3-7119-4BF5-AC36-6F6AFF9EB213}"/>
                </a:ext>
              </a:extLst>
            </p:cNvPr>
            <p:cNvSpPr/>
            <p:nvPr/>
          </p:nvSpPr>
          <p:spPr>
            <a:xfrm>
              <a:off x="9747150" y="3252730"/>
              <a:ext cx="216000" cy="216000"/>
            </a:xfrm>
            <a:prstGeom prst="ellipse">
              <a:avLst/>
            </a:prstGeom>
            <a:solidFill>
              <a:srgbClr val="8CCAA1"/>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100" b="1" dirty="0" smtClea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S</a:t>
              </a:r>
              <a:endParaRPr lang="zh-CN" altLang="en-US" sz="11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nvGrpSpPr>
          <p:cNvPr id="6" name="组合 5"/>
          <p:cNvGrpSpPr/>
          <p:nvPr/>
        </p:nvGrpSpPr>
        <p:grpSpPr>
          <a:xfrm>
            <a:off x="8036300" y="3497949"/>
            <a:ext cx="1922960" cy="215916"/>
            <a:chOff x="8039439" y="3595371"/>
            <a:chExt cx="1923711" cy="216000"/>
          </a:xfrm>
        </p:grpSpPr>
        <p:cxnSp>
          <p:nvCxnSpPr>
            <p:cNvPr id="201" name="直接连接符 200"/>
            <p:cNvCxnSpPr>
              <a:stCxn id="205" idx="2"/>
              <a:endCxn id="204" idx="6"/>
            </p:cNvCxnSpPr>
            <p:nvPr/>
          </p:nvCxnSpPr>
          <p:spPr bwMode="auto">
            <a:xfrm flipH="1">
              <a:off x="8255439" y="3703371"/>
              <a:ext cx="1491711" cy="0"/>
            </a:xfrm>
            <a:prstGeom prst="line">
              <a:avLst/>
            </a:prstGeom>
            <a:solidFill>
              <a:schemeClr val="accent1"/>
            </a:solidFill>
            <a:ln w="19050" cap="flat" cmpd="sng" algn="ctr">
              <a:solidFill>
                <a:schemeClr val="tx1"/>
              </a:solidFill>
              <a:prstDash val="solid"/>
              <a:round/>
              <a:headEnd type="none" w="med" len="med"/>
              <a:tailEnd type="none" w="med" len="med"/>
            </a:ln>
            <a:effectLst/>
          </p:spPr>
        </p:cxnSp>
        <p:sp>
          <p:nvSpPr>
            <p:cNvPr id="204" name="椭圆 203">
              <a:extLst>
                <a:ext uri="{FF2B5EF4-FFF2-40B4-BE49-F238E27FC236}">
                  <a16:creationId xmlns="" xmlns:a16="http://schemas.microsoft.com/office/drawing/2014/main" id="{7DBB15C3-7119-4BF5-AC36-6F6AFF9EB213}"/>
                </a:ext>
              </a:extLst>
            </p:cNvPr>
            <p:cNvSpPr/>
            <p:nvPr/>
          </p:nvSpPr>
          <p:spPr>
            <a:xfrm>
              <a:off x="8039439" y="3595371"/>
              <a:ext cx="216000" cy="216000"/>
            </a:xfrm>
            <a:prstGeom prst="ellipse">
              <a:avLst/>
            </a:prstGeom>
            <a:solidFill>
              <a:srgbClr val="8CCAA1"/>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100" b="1" dirty="0" smtClea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S</a:t>
              </a:r>
              <a:endParaRPr lang="zh-CN" altLang="en-US" sz="11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05" name="椭圆 204">
              <a:extLst>
                <a:ext uri="{FF2B5EF4-FFF2-40B4-BE49-F238E27FC236}">
                  <a16:creationId xmlns="" xmlns:a16="http://schemas.microsoft.com/office/drawing/2014/main" id="{7DBB15C3-7119-4BF5-AC36-6F6AFF9EB213}"/>
                </a:ext>
              </a:extLst>
            </p:cNvPr>
            <p:cNvSpPr/>
            <p:nvPr/>
          </p:nvSpPr>
          <p:spPr>
            <a:xfrm>
              <a:off x="9747150" y="3595371"/>
              <a:ext cx="216000" cy="216000"/>
            </a:xfrm>
            <a:prstGeom prst="ellipse">
              <a:avLst/>
            </a:prstGeom>
            <a:solidFill>
              <a:srgbClr val="8CCAA1"/>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100" b="1" dirty="0" smtClea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S</a:t>
              </a:r>
              <a:endParaRPr lang="zh-CN" altLang="en-US" sz="11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206" name="TextBox 120">
            <a:extLst>
              <a:ext uri="{FF2B5EF4-FFF2-40B4-BE49-F238E27FC236}">
                <a16:creationId xmlns="" xmlns:a16="http://schemas.microsoft.com/office/drawing/2014/main" id="{890033A1-CB2B-46C1-843C-A395BBB7F123}"/>
              </a:ext>
            </a:extLst>
          </p:cNvPr>
          <p:cNvSpPr txBox="1"/>
          <p:nvPr/>
        </p:nvSpPr>
        <p:spPr>
          <a:xfrm>
            <a:off x="8091318" y="4032955"/>
            <a:ext cx="1874368" cy="307657"/>
          </a:xfrm>
          <a:prstGeom prst="rect">
            <a:avLst/>
          </a:prstGeom>
          <a:noFill/>
        </p:spPr>
        <p:txBody>
          <a:bodyPr wrap="square" rtlCol="0" anchor="ctr">
            <a:spAutoFit/>
          </a:bodyPr>
          <a:lstStyle/>
          <a:p>
            <a:pPr algn="ctr"/>
            <a:r>
              <a:rPr lang="en-US" altLang="zh-CN" sz="1399" b="1" dirty="0">
                <a:latin typeface="Huawei Sans" panose="020C0503030203020204" pitchFamily="34" charset="0"/>
                <a:ea typeface="方正兰亭黑简体" panose="02000000000000000000" pitchFamily="2" charset="-122"/>
                <a:sym typeface="Huawei Sans" panose="020C0503030203020204" pitchFamily="34" charset="0"/>
              </a:rPr>
              <a:t>Eth-Trunk</a:t>
            </a:r>
            <a:endParaRPr lang="zh-CN" altLang="en-US" sz="1399"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2" name="任意多边形 11"/>
          <p:cNvSpPr/>
          <p:nvPr/>
        </p:nvSpPr>
        <p:spPr>
          <a:xfrm>
            <a:off x="6718686" y="3063854"/>
            <a:ext cx="611761" cy="216732"/>
          </a:xfrm>
          <a:custGeom>
            <a:avLst/>
            <a:gdLst>
              <a:gd name="connsiteX0" fmla="*/ 0 w 593889"/>
              <a:gd name="connsiteY0" fmla="*/ 0 h 216817"/>
              <a:gd name="connsiteX1" fmla="*/ 0 w 593889"/>
              <a:gd name="connsiteY1" fmla="*/ 216817 h 216817"/>
              <a:gd name="connsiteX2" fmla="*/ 593889 w 593889"/>
              <a:gd name="connsiteY2" fmla="*/ 216817 h 216817"/>
            </a:gdLst>
            <a:ahLst/>
            <a:cxnLst>
              <a:cxn ang="0">
                <a:pos x="connsiteX0" y="connsiteY0"/>
              </a:cxn>
              <a:cxn ang="0">
                <a:pos x="connsiteX1" y="connsiteY1"/>
              </a:cxn>
              <a:cxn ang="0">
                <a:pos x="connsiteX2" y="connsiteY2"/>
              </a:cxn>
            </a:cxnLst>
            <a:rect l="l" t="t" r="r" b="b"/>
            <a:pathLst>
              <a:path w="593889" h="216817">
                <a:moveTo>
                  <a:pt x="0" y="0"/>
                </a:moveTo>
                <a:lnTo>
                  <a:pt x="0" y="216817"/>
                </a:lnTo>
                <a:lnTo>
                  <a:pt x="593889" y="216817"/>
                </a:lnTo>
              </a:path>
            </a:pathLst>
          </a:custGeom>
          <a:noFill/>
          <a:ln w="19050" cap="flat" cmpd="sng" algn="ctr">
            <a:solidFill>
              <a:srgbClr val="EC7061"/>
            </a:solidFill>
            <a:prstDash val="sysDash"/>
            <a:headEnd type="none" w="med" len="med"/>
            <a:tailEnd type="triangle" w="med" len="med"/>
          </a:ln>
          <a:effectLst>
            <a:outerShdw blurRad="152400" dist="38100" dir="5400000" algn="t" rotWithShape="0">
              <a:prstClr val="black">
                <a:alpha val="12000"/>
              </a:prstClr>
            </a:outerShdw>
          </a:effectLst>
        </p:spPr>
        <p:txBody>
          <a:bodyPr rtlCol="0" anchor="ctr"/>
          <a:lstStyle/>
          <a:p>
            <a:pPr algn="ctr"/>
            <a:endParaRPr lang="zh-CN" altLang="en-US"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13" name="任意多边形 212"/>
          <p:cNvSpPr/>
          <p:nvPr/>
        </p:nvSpPr>
        <p:spPr>
          <a:xfrm flipV="1">
            <a:off x="6718686" y="3536783"/>
            <a:ext cx="611761" cy="215916"/>
          </a:xfrm>
          <a:custGeom>
            <a:avLst/>
            <a:gdLst>
              <a:gd name="connsiteX0" fmla="*/ 0 w 593889"/>
              <a:gd name="connsiteY0" fmla="*/ 0 h 216817"/>
              <a:gd name="connsiteX1" fmla="*/ 0 w 593889"/>
              <a:gd name="connsiteY1" fmla="*/ 216817 h 216817"/>
              <a:gd name="connsiteX2" fmla="*/ 593889 w 593889"/>
              <a:gd name="connsiteY2" fmla="*/ 216817 h 216817"/>
            </a:gdLst>
            <a:ahLst/>
            <a:cxnLst>
              <a:cxn ang="0">
                <a:pos x="connsiteX0" y="connsiteY0"/>
              </a:cxn>
              <a:cxn ang="0">
                <a:pos x="connsiteX1" y="connsiteY1"/>
              </a:cxn>
              <a:cxn ang="0">
                <a:pos x="connsiteX2" y="connsiteY2"/>
              </a:cxn>
            </a:cxnLst>
            <a:rect l="l" t="t" r="r" b="b"/>
            <a:pathLst>
              <a:path w="593889" h="216817">
                <a:moveTo>
                  <a:pt x="0" y="0"/>
                </a:moveTo>
                <a:lnTo>
                  <a:pt x="0" y="216817"/>
                </a:lnTo>
                <a:lnTo>
                  <a:pt x="593889" y="216817"/>
                </a:lnTo>
              </a:path>
            </a:pathLst>
          </a:custGeom>
          <a:noFill/>
          <a:ln w="19050" cap="flat" cmpd="sng" algn="ctr">
            <a:solidFill>
              <a:srgbClr val="00B0F0"/>
            </a:solidFill>
            <a:prstDash val="dash"/>
            <a:headEnd type="none" w="med" len="med"/>
            <a:tailEnd type="triangle" w="med" len="med"/>
          </a:ln>
          <a:effectLst>
            <a:outerShdw blurRad="152400" dist="38100" dir="5400000" algn="t" rotWithShape="0">
              <a:prstClr val="black">
                <a:alpha val="12000"/>
              </a:prstClr>
            </a:outerShdw>
          </a:effectLst>
        </p:spPr>
        <p:txBody>
          <a:bodyPr rtlCol="0" anchor="ctr"/>
          <a:lstStyle/>
          <a:p>
            <a:pPr algn="ctr"/>
            <a:endParaRPr lang="zh-CN" altLang="en-US"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3" name="任意多边形 12"/>
          <p:cNvSpPr/>
          <p:nvPr/>
        </p:nvSpPr>
        <p:spPr>
          <a:xfrm>
            <a:off x="10610437" y="2987710"/>
            <a:ext cx="611761" cy="215916"/>
          </a:xfrm>
          <a:custGeom>
            <a:avLst/>
            <a:gdLst>
              <a:gd name="connsiteX0" fmla="*/ 0 w 622170"/>
              <a:gd name="connsiteY0" fmla="*/ 235670 h 235670"/>
              <a:gd name="connsiteX1" fmla="*/ 622170 w 622170"/>
              <a:gd name="connsiteY1" fmla="*/ 235670 h 235670"/>
              <a:gd name="connsiteX2" fmla="*/ 622170 w 622170"/>
              <a:gd name="connsiteY2" fmla="*/ 0 h 235670"/>
            </a:gdLst>
            <a:ahLst/>
            <a:cxnLst>
              <a:cxn ang="0">
                <a:pos x="connsiteX0" y="connsiteY0"/>
              </a:cxn>
              <a:cxn ang="0">
                <a:pos x="connsiteX1" y="connsiteY1"/>
              </a:cxn>
              <a:cxn ang="0">
                <a:pos x="connsiteX2" y="connsiteY2"/>
              </a:cxn>
            </a:cxnLst>
            <a:rect l="l" t="t" r="r" b="b"/>
            <a:pathLst>
              <a:path w="622170" h="235670">
                <a:moveTo>
                  <a:pt x="0" y="235670"/>
                </a:moveTo>
                <a:lnTo>
                  <a:pt x="622170" y="235670"/>
                </a:lnTo>
                <a:lnTo>
                  <a:pt x="622170" y="0"/>
                </a:lnTo>
              </a:path>
            </a:pathLst>
          </a:custGeom>
          <a:noFill/>
          <a:ln w="19050" cap="flat" cmpd="sng" algn="ctr">
            <a:solidFill>
              <a:srgbClr val="EC7061"/>
            </a:solidFill>
            <a:prstDash val="sysDash"/>
            <a:headEnd type="none" w="med" len="med"/>
            <a:tailEnd type="triangle" w="med" len="med"/>
          </a:ln>
          <a:effectLst>
            <a:outerShdw blurRad="152400" dist="38100" dir="5400000" algn="t" rotWithShape="0">
              <a:prstClr val="black">
                <a:alpha val="12000"/>
              </a:prstClr>
            </a:outerShdw>
          </a:effectLst>
        </p:spPr>
        <p:txBody>
          <a:bodyPr rtlCol="0" anchor="ctr"/>
          <a:lstStyle/>
          <a:p>
            <a:pPr algn="ctr"/>
            <a:endParaRPr lang="zh-CN" altLang="en-US"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14" name="任意多边形 213"/>
          <p:cNvSpPr/>
          <p:nvPr/>
        </p:nvSpPr>
        <p:spPr>
          <a:xfrm flipV="1">
            <a:off x="10610437" y="3532750"/>
            <a:ext cx="611761" cy="215916"/>
          </a:xfrm>
          <a:custGeom>
            <a:avLst/>
            <a:gdLst>
              <a:gd name="connsiteX0" fmla="*/ 0 w 622170"/>
              <a:gd name="connsiteY0" fmla="*/ 235670 h 235670"/>
              <a:gd name="connsiteX1" fmla="*/ 622170 w 622170"/>
              <a:gd name="connsiteY1" fmla="*/ 235670 h 235670"/>
              <a:gd name="connsiteX2" fmla="*/ 622170 w 622170"/>
              <a:gd name="connsiteY2" fmla="*/ 0 h 235670"/>
            </a:gdLst>
            <a:ahLst/>
            <a:cxnLst>
              <a:cxn ang="0">
                <a:pos x="connsiteX0" y="connsiteY0"/>
              </a:cxn>
              <a:cxn ang="0">
                <a:pos x="connsiteX1" y="connsiteY1"/>
              </a:cxn>
              <a:cxn ang="0">
                <a:pos x="connsiteX2" y="connsiteY2"/>
              </a:cxn>
            </a:cxnLst>
            <a:rect l="l" t="t" r="r" b="b"/>
            <a:pathLst>
              <a:path w="622170" h="235670">
                <a:moveTo>
                  <a:pt x="0" y="235670"/>
                </a:moveTo>
                <a:lnTo>
                  <a:pt x="622170" y="235670"/>
                </a:lnTo>
                <a:lnTo>
                  <a:pt x="622170" y="0"/>
                </a:lnTo>
              </a:path>
            </a:pathLst>
          </a:custGeom>
          <a:noFill/>
          <a:ln w="19050" cap="flat" cmpd="sng" algn="ctr">
            <a:solidFill>
              <a:srgbClr val="00B0F0"/>
            </a:solidFill>
            <a:prstDash val="dash"/>
            <a:headEnd type="none" w="med" len="med"/>
            <a:tailEnd type="triangle" w="med" len="med"/>
          </a:ln>
          <a:effectLst>
            <a:outerShdw blurRad="152400" dist="38100" dir="5400000" algn="t" rotWithShape="0">
              <a:prstClr val="black">
                <a:alpha val="12000"/>
              </a:prstClr>
            </a:outerShdw>
          </a:effectLst>
        </p:spPr>
        <p:txBody>
          <a:bodyPr rtlCol="0" anchor="ctr"/>
          <a:lstStyle/>
          <a:p>
            <a:pPr algn="ctr"/>
            <a:endParaRPr lang="zh-CN" altLang="en-US" sz="1799">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217" name="直接箭头连接符 216">
            <a:extLst>
              <a:ext uri="{FF2B5EF4-FFF2-40B4-BE49-F238E27FC236}">
                <a16:creationId xmlns="" xmlns:a16="http://schemas.microsoft.com/office/drawing/2014/main" id="{FC940677-F915-4522-BB5D-950A0690E721}"/>
              </a:ext>
            </a:extLst>
          </p:cNvPr>
          <p:cNvCxnSpPr>
            <a:cxnSpLocks/>
          </p:cNvCxnSpPr>
          <p:nvPr/>
        </p:nvCxnSpPr>
        <p:spPr>
          <a:xfrm>
            <a:off x="8328326" y="2893097"/>
            <a:ext cx="578894" cy="0"/>
          </a:xfrm>
          <a:prstGeom prst="straightConnector1">
            <a:avLst/>
          </a:prstGeom>
          <a:noFill/>
          <a:ln w="19050" cap="flat" cmpd="sng" algn="ctr">
            <a:solidFill>
              <a:srgbClr val="EC7061"/>
            </a:solidFill>
            <a:prstDash val="sysDash"/>
            <a:headEnd type="none" w="med" len="med"/>
            <a:tailEnd type="triangle" w="med" len="med"/>
          </a:ln>
          <a:effectLst>
            <a:outerShdw blurRad="152400" dist="38100" dir="5400000" algn="t" rotWithShape="0">
              <a:prstClr val="black">
                <a:alpha val="12000"/>
              </a:prstClr>
            </a:outerShdw>
          </a:effectLst>
        </p:spPr>
      </p:cxnSp>
      <p:cxnSp>
        <p:nvCxnSpPr>
          <p:cNvPr id="221" name="直接箭头连接符 220">
            <a:extLst>
              <a:ext uri="{FF2B5EF4-FFF2-40B4-BE49-F238E27FC236}">
                <a16:creationId xmlns="" xmlns:a16="http://schemas.microsoft.com/office/drawing/2014/main" id="{392BBF19-BFF5-4826-B492-9FF0DE47E265}"/>
              </a:ext>
            </a:extLst>
          </p:cNvPr>
          <p:cNvCxnSpPr>
            <a:cxnSpLocks/>
          </p:cNvCxnSpPr>
          <p:nvPr/>
        </p:nvCxnSpPr>
        <p:spPr>
          <a:xfrm>
            <a:off x="8328326" y="3181166"/>
            <a:ext cx="578894" cy="0"/>
          </a:xfrm>
          <a:prstGeom prst="straightConnector1">
            <a:avLst/>
          </a:prstGeom>
          <a:noFill/>
          <a:ln w="19050" cap="flat" cmpd="sng" algn="ctr">
            <a:solidFill>
              <a:srgbClr val="00B0F0"/>
            </a:solidFill>
            <a:prstDash val="dash"/>
            <a:headEnd type="none" w="med" len="med"/>
            <a:tailEnd type="triangle" w="med" len="med"/>
          </a:ln>
          <a:effectLst>
            <a:outerShdw blurRad="152400" dist="38100" dir="5400000" algn="t" rotWithShape="0">
              <a:prstClr val="black">
                <a:alpha val="12000"/>
              </a:prstClr>
            </a:outerShdw>
          </a:effectLst>
        </p:spPr>
      </p:cxnSp>
      <p:sp>
        <p:nvSpPr>
          <p:cNvPr id="75" name="圆角矩形 74">
            <a:extLst>
              <a:ext uri="{FF2B5EF4-FFF2-40B4-BE49-F238E27FC236}">
                <a16:creationId xmlns="" xmlns:a16="http://schemas.microsoft.com/office/drawing/2014/main" id="{0CA433C9-E4F6-43AA-A9E1-D899DC108CD8}"/>
              </a:ext>
            </a:extLst>
          </p:cNvPr>
          <p:cNvSpPr/>
          <p:nvPr/>
        </p:nvSpPr>
        <p:spPr>
          <a:xfrm>
            <a:off x="502905" y="3027576"/>
            <a:ext cx="215916" cy="215916"/>
          </a:xfrm>
          <a:prstGeom prst="roundRect">
            <a:avLst/>
          </a:prstGeom>
          <a:solidFill>
            <a:srgbClr val="00B0F0"/>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altLang="zh-CN" sz="14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4</a:t>
            </a:r>
            <a:endParaRPr lang="zh-CN" altLang="en-US" sz="14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6" name="矩形 75"/>
          <p:cNvSpPr/>
          <p:nvPr/>
        </p:nvSpPr>
        <p:spPr bwMode="auto">
          <a:xfrm>
            <a:off x="897363" y="1805317"/>
            <a:ext cx="934685" cy="248147"/>
          </a:xfrm>
          <a:prstGeom prst="rect">
            <a:avLst/>
          </a:prstGeom>
          <a:noFill/>
          <a:ln w="9525" cap="flat" cmpd="sng" algn="ctr">
            <a:noFill/>
            <a:prstDash val="dash"/>
            <a:round/>
            <a:headEnd type="none" w="med" len="med"/>
            <a:tailEnd type="none" w="med" len="med"/>
          </a:ln>
          <a:effectLst/>
        </p:spPr>
        <p:txBody>
          <a:bodyPr vert="horz" wrap="square" lIns="91404" tIns="45702" rIns="91404" bIns="45702" numCol="1" rtlCol="0" anchor="ctr" anchorCtr="0" compatLnSpc="1">
            <a:prstTxWarp prst="textNoShape">
              <a:avLst/>
            </a:prstTxWarp>
          </a:bodyPr>
          <a:lstStyle/>
          <a:p>
            <a:pPr defTabSz="1001248" eaLnBrk="0" fontAlgn="b" hangingPunct="0"/>
            <a:r>
              <a:rPr lang="zh-CN" altLang="en-US" sz="1400" dirty="0">
                <a:solidFill>
                  <a:srgbClr val="000000"/>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活动接口</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7" name="椭圆 76">
            <a:extLst>
              <a:ext uri="{FF2B5EF4-FFF2-40B4-BE49-F238E27FC236}">
                <a16:creationId xmlns="" xmlns:a16="http://schemas.microsoft.com/office/drawing/2014/main" id="{7DBB15C3-7119-4BF5-AC36-6F6AFF9EB213}"/>
              </a:ext>
            </a:extLst>
          </p:cNvPr>
          <p:cNvSpPr/>
          <p:nvPr/>
        </p:nvSpPr>
        <p:spPr>
          <a:xfrm>
            <a:off x="610862" y="1821432"/>
            <a:ext cx="215916" cy="215916"/>
          </a:xfrm>
          <a:prstGeom prst="ellipse">
            <a:avLst/>
          </a:prstGeom>
          <a:solidFill>
            <a:srgbClr val="8CCAA1"/>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100" b="1" dirty="0" smtClea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S</a:t>
            </a:r>
            <a:endParaRPr lang="zh-CN" altLang="en-US" sz="11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8" name="矩形 77"/>
          <p:cNvSpPr/>
          <p:nvPr/>
        </p:nvSpPr>
        <p:spPr bwMode="auto">
          <a:xfrm>
            <a:off x="6651864" y="1805317"/>
            <a:ext cx="934685" cy="248147"/>
          </a:xfrm>
          <a:prstGeom prst="rect">
            <a:avLst/>
          </a:prstGeom>
          <a:noFill/>
          <a:ln w="9525" cap="flat" cmpd="sng" algn="ctr">
            <a:noFill/>
            <a:prstDash val="dash"/>
            <a:round/>
            <a:headEnd type="none" w="med" len="med"/>
            <a:tailEnd type="none" w="med" len="med"/>
          </a:ln>
          <a:effectLst/>
        </p:spPr>
        <p:txBody>
          <a:bodyPr vert="horz" wrap="square" lIns="91404" tIns="45702" rIns="91404" bIns="45702" numCol="1" rtlCol="0" anchor="ctr" anchorCtr="0" compatLnSpc="1">
            <a:prstTxWarp prst="textNoShape">
              <a:avLst/>
            </a:prstTxWarp>
          </a:bodyPr>
          <a:lstStyle/>
          <a:p>
            <a:pPr defTabSz="1001248" eaLnBrk="0" hangingPunct="0"/>
            <a:r>
              <a:rPr lang="zh-CN" altLang="en-US" sz="1400" dirty="0">
                <a:solidFill>
                  <a:srgbClr val="000000"/>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活动接口</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9" name="椭圆 78">
            <a:extLst>
              <a:ext uri="{FF2B5EF4-FFF2-40B4-BE49-F238E27FC236}">
                <a16:creationId xmlns="" xmlns:a16="http://schemas.microsoft.com/office/drawing/2014/main" id="{7DBB15C3-7119-4BF5-AC36-6F6AFF9EB213}"/>
              </a:ext>
            </a:extLst>
          </p:cNvPr>
          <p:cNvSpPr/>
          <p:nvPr/>
        </p:nvSpPr>
        <p:spPr>
          <a:xfrm>
            <a:off x="6267407" y="1821432"/>
            <a:ext cx="215916" cy="215916"/>
          </a:xfrm>
          <a:prstGeom prst="ellipse">
            <a:avLst/>
          </a:prstGeom>
          <a:solidFill>
            <a:srgbClr val="8CCAA1"/>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100" b="1" smtClea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S</a:t>
            </a:r>
            <a:endParaRPr lang="zh-CN" altLang="en-US" sz="11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80" name="组合 79"/>
          <p:cNvGrpSpPr/>
          <p:nvPr/>
        </p:nvGrpSpPr>
        <p:grpSpPr>
          <a:xfrm>
            <a:off x="2243600" y="3392410"/>
            <a:ext cx="2109700" cy="215916"/>
            <a:chOff x="2244476" y="3595371"/>
            <a:chExt cx="2110524" cy="216000"/>
          </a:xfrm>
        </p:grpSpPr>
        <p:cxnSp>
          <p:nvCxnSpPr>
            <p:cNvPr id="81" name="直接连接符 80"/>
            <p:cNvCxnSpPr>
              <a:stCxn id="83" idx="2"/>
              <a:endCxn id="82" idx="6"/>
            </p:cNvCxnSpPr>
            <p:nvPr/>
          </p:nvCxnSpPr>
          <p:spPr bwMode="auto">
            <a:xfrm flipH="1">
              <a:off x="2460476" y="3703371"/>
              <a:ext cx="1678524" cy="0"/>
            </a:xfrm>
            <a:prstGeom prst="line">
              <a:avLst/>
            </a:prstGeom>
            <a:solidFill>
              <a:schemeClr val="accent1"/>
            </a:solidFill>
            <a:ln w="19050" cap="flat" cmpd="sng" algn="ctr">
              <a:solidFill>
                <a:schemeClr val="tx1"/>
              </a:solidFill>
              <a:prstDash val="solid"/>
              <a:round/>
              <a:headEnd type="none" w="med" len="med"/>
              <a:tailEnd type="none" w="med" len="med"/>
            </a:ln>
            <a:effectLst/>
          </p:spPr>
        </p:cxnSp>
        <p:sp>
          <p:nvSpPr>
            <p:cNvPr id="82" name="椭圆 81">
              <a:extLst>
                <a:ext uri="{FF2B5EF4-FFF2-40B4-BE49-F238E27FC236}">
                  <a16:creationId xmlns="" xmlns:a16="http://schemas.microsoft.com/office/drawing/2014/main" id="{7DBB15C3-7119-4BF5-AC36-6F6AFF9EB213}"/>
                </a:ext>
              </a:extLst>
            </p:cNvPr>
            <p:cNvSpPr/>
            <p:nvPr/>
          </p:nvSpPr>
          <p:spPr>
            <a:xfrm>
              <a:off x="2244476" y="3595371"/>
              <a:ext cx="216000" cy="216000"/>
            </a:xfrm>
            <a:prstGeom prst="ellipse">
              <a:avLst/>
            </a:prstGeom>
            <a:solidFill>
              <a:srgbClr val="8CCAA1"/>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100" b="1" dirty="0" smtClea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S</a:t>
              </a:r>
              <a:endParaRPr lang="zh-CN" altLang="en-US" sz="11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3" name="椭圆 82">
              <a:extLst>
                <a:ext uri="{FF2B5EF4-FFF2-40B4-BE49-F238E27FC236}">
                  <a16:creationId xmlns="" xmlns:a16="http://schemas.microsoft.com/office/drawing/2014/main" id="{7DBB15C3-7119-4BF5-AC36-6F6AFF9EB213}"/>
                </a:ext>
              </a:extLst>
            </p:cNvPr>
            <p:cNvSpPr/>
            <p:nvPr/>
          </p:nvSpPr>
          <p:spPr>
            <a:xfrm>
              <a:off x="4139000" y="3595371"/>
              <a:ext cx="216000" cy="216000"/>
            </a:xfrm>
            <a:prstGeom prst="ellipse">
              <a:avLst/>
            </a:prstGeom>
            <a:solidFill>
              <a:srgbClr val="8CCAA1"/>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100" b="1" dirty="0" smtClea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S</a:t>
              </a:r>
              <a:endParaRPr lang="zh-CN" altLang="en-US" sz="11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nvGrpSpPr>
          <p:cNvPr id="84" name="组合 83"/>
          <p:cNvGrpSpPr/>
          <p:nvPr/>
        </p:nvGrpSpPr>
        <p:grpSpPr>
          <a:xfrm>
            <a:off x="2243600" y="3098111"/>
            <a:ext cx="2109700" cy="215916"/>
            <a:chOff x="2244476" y="3595371"/>
            <a:chExt cx="2110524" cy="216000"/>
          </a:xfrm>
        </p:grpSpPr>
        <p:cxnSp>
          <p:nvCxnSpPr>
            <p:cNvPr id="85" name="直接连接符 84"/>
            <p:cNvCxnSpPr>
              <a:stCxn id="87" idx="2"/>
              <a:endCxn id="86" idx="6"/>
            </p:cNvCxnSpPr>
            <p:nvPr/>
          </p:nvCxnSpPr>
          <p:spPr bwMode="auto">
            <a:xfrm flipH="1">
              <a:off x="2460476" y="3703371"/>
              <a:ext cx="1678524" cy="0"/>
            </a:xfrm>
            <a:prstGeom prst="line">
              <a:avLst/>
            </a:prstGeom>
            <a:solidFill>
              <a:schemeClr val="accent1"/>
            </a:solidFill>
            <a:ln w="19050" cap="flat" cmpd="sng" algn="ctr">
              <a:solidFill>
                <a:schemeClr val="tx1"/>
              </a:solidFill>
              <a:prstDash val="solid"/>
              <a:round/>
              <a:headEnd type="none" w="med" len="med"/>
              <a:tailEnd type="none" w="med" len="med"/>
            </a:ln>
            <a:effectLst/>
          </p:spPr>
        </p:cxnSp>
        <p:sp>
          <p:nvSpPr>
            <p:cNvPr id="86" name="椭圆 85">
              <a:extLst>
                <a:ext uri="{FF2B5EF4-FFF2-40B4-BE49-F238E27FC236}">
                  <a16:creationId xmlns="" xmlns:a16="http://schemas.microsoft.com/office/drawing/2014/main" id="{7DBB15C3-7119-4BF5-AC36-6F6AFF9EB213}"/>
                </a:ext>
              </a:extLst>
            </p:cNvPr>
            <p:cNvSpPr/>
            <p:nvPr/>
          </p:nvSpPr>
          <p:spPr>
            <a:xfrm>
              <a:off x="2244476" y="3595371"/>
              <a:ext cx="216000" cy="216000"/>
            </a:xfrm>
            <a:prstGeom prst="ellipse">
              <a:avLst/>
            </a:prstGeom>
            <a:solidFill>
              <a:srgbClr val="8CCAA1"/>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100" b="1" dirty="0" smtClea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S</a:t>
              </a:r>
              <a:endParaRPr lang="zh-CN" altLang="en-US" sz="11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7" name="椭圆 86">
              <a:extLst>
                <a:ext uri="{FF2B5EF4-FFF2-40B4-BE49-F238E27FC236}">
                  <a16:creationId xmlns="" xmlns:a16="http://schemas.microsoft.com/office/drawing/2014/main" id="{7DBB15C3-7119-4BF5-AC36-6F6AFF9EB213}"/>
                </a:ext>
              </a:extLst>
            </p:cNvPr>
            <p:cNvSpPr/>
            <p:nvPr/>
          </p:nvSpPr>
          <p:spPr>
            <a:xfrm>
              <a:off x="4139000" y="3595371"/>
              <a:ext cx="216000" cy="216000"/>
            </a:xfrm>
            <a:prstGeom prst="ellipse">
              <a:avLst/>
            </a:prstGeom>
            <a:solidFill>
              <a:srgbClr val="8CCAA1"/>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100" b="1" dirty="0" smtClea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S</a:t>
              </a:r>
              <a:endParaRPr lang="zh-CN" altLang="en-US" sz="11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nvGrpSpPr>
          <p:cNvPr id="91" name="组合 90"/>
          <p:cNvGrpSpPr/>
          <p:nvPr/>
        </p:nvGrpSpPr>
        <p:grpSpPr>
          <a:xfrm>
            <a:off x="2243600" y="2803812"/>
            <a:ext cx="2109700" cy="215916"/>
            <a:chOff x="2244476" y="3595371"/>
            <a:chExt cx="2110524" cy="216000"/>
          </a:xfrm>
        </p:grpSpPr>
        <p:cxnSp>
          <p:nvCxnSpPr>
            <p:cNvPr id="92" name="直接连接符 91"/>
            <p:cNvCxnSpPr>
              <a:stCxn id="95" idx="2"/>
              <a:endCxn id="93" idx="6"/>
            </p:cNvCxnSpPr>
            <p:nvPr/>
          </p:nvCxnSpPr>
          <p:spPr bwMode="auto">
            <a:xfrm flipH="1">
              <a:off x="2460476" y="3703371"/>
              <a:ext cx="1678524" cy="0"/>
            </a:xfrm>
            <a:prstGeom prst="line">
              <a:avLst/>
            </a:prstGeom>
            <a:solidFill>
              <a:schemeClr val="accent1"/>
            </a:solidFill>
            <a:ln w="19050" cap="flat" cmpd="sng" algn="ctr">
              <a:solidFill>
                <a:schemeClr val="tx1"/>
              </a:solidFill>
              <a:prstDash val="solid"/>
              <a:round/>
              <a:headEnd type="none" w="med" len="med"/>
              <a:tailEnd type="none" w="med" len="med"/>
            </a:ln>
            <a:effectLst/>
          </p:spPr>
        </p:cxnSp>
        <p:sp>
          <p:nvSpPr>
            <p:cNvPr id="93" name="椭圆 92">
              <a:extLst>
                <a:ext uri="{FF2B5EF4-FFF2-40B4-BE49-F238E27FC236}">
                  <a16:creationId xmlns="" xmlns:a16="http://schemas.microsoft.com/office/drawing/2014/main" id="{7DBB15C3-7119-4BF5-AC36-6F6AFF9EB213}"/>
                </a:ext>
              </a:extLst>
            </p:cNvPr>
            <p:cNvSpPr/>
            <p:nvPr/>
          </p:nvSpPr>
          <p:spPr>
            <a:xfrm>
              <a:off x="2244476" y="3595371"/>
              <a:ext cx="216000" cy="216000"/>
            </a:xfrm>
            <a:prstGeom prst="ellipse">
              <a:avLst/>
            </a:prstGeom>
            <a:solidFill>
              <a:srgbClr val="8CCAA1"/>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100" b="1" dirty="0" smtClea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S</a:t>
              </a:r>
              <a:endParaRPr lang="zh-CN" altLang="en-US" sz="11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5" name="椭圆 94">
              <a:extLst>
                <a:ext uri="{FF2B5EF4-FFF2-40B4-BE49-F238E27FC236}">
                  <a16:creationId xmlns="" xmlns:a16="http://schemas.microsoft.com/office/drawing/2014/main" id="{7DBB15C3-7119-4BF5-AC36-6F6AFF9EB213}"/>
                </a:ext>
              </a:extLst>
            </p:cNvPr>
            <p:cNvSpPr/>
            <p:nvPr/>
          </p:nvSpPr>
          <p:spPr>
            <a:xfrm>
              <a:off x="4139000" y="3595371"/>
              <a:ext cx="216000" cy="216000"/>
            </a:xfrm>
            <a:prstGeom prst="ellipse">
              <a:avLst/>
            </a:prstGeom>
            <a:solidFill>
              <a:srgbClr val="8CCAA1"/>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100" b="1" dirty="0" smtClea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S</a:t>
              </a:r>
              <a:endParaRPr lang="zh-CN" altLang="en-US" sz="11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96" name="圆角矩形 95">
            <a:extLst>
              <a:ext uri="{FF2B5EF4-FFF2-40B4-BE49-F238E27FC236}">
                <a16:creationId xmlns="" xmlns:a16="http://schemas.microsoft.com/office/drawing/2014/main" id="{0CA433C9-E4F6-43AA-A9E1-D899DC108CD8}"/>
              </a:ext>
            </a:extLst>
          </p:cNvPr>
          <p:cNvSpPr/>
          <p:nvPr/>
        </p:nvSpPr>
        <p:spPr>
          <a:xfrm>
            <a:off x="3811663" y="3379390"/>
            <a:ext cx="215916" cy="215916"/>
          </a:xfrm>
          <a:prstGeom prst="roundRect">
            <a:avLst/>
          </a:prstGeom>
          <a:solidFill>
            <a:srgbClr val="00B0F0"/>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altLang="zh-CN" sz="14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4</a:t>
            </a:r>
            <a:endParaRPr lang="zh-CN" altLang="en-US" sz="14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7" name="圆角矩形 96">
            <a:extLst>
              <a:ext uri="{FF2B5EF4-FFF2-40B4-BE49-F238E27FC236}">
                <a16:creationId xmlns="" xmlns:a16="http://schemas.microsoft.com/office/drawing/2014/main" id="{352BCEB5-AB85-452D-9AB6-2AC4F744ED9C}"/>
              </a:ext>
            </a:extLst>
          </p:cNvPr>
          <p:cNvSpPr/>
          <p:nvPr/>
        </p:nvSpPr>
        <p:spPr>
          <a:xfrm>
            <a:off x="5796823" y="3032229"/>
            <a:ext cx="215916" cy="215916"/>
          </a:xfrm>
          <a:prstGeom prst="roundRect">
            <a:avLst/>
          </a:prstGeom>
          <a:solidFill>
            <a:srgbClr val="00B0F0"/>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altLang="zh-CN" sz="14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4</a:t>
            </a:r>
            <a:endParaRPr lang="zh-CN" altLang="en-US" sz="14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5" name="组合 4"/>
          <p:cNvGrpSpPr/>
          <p:nvPr/>
        </p:nvGrpSpPr>
        <p:grpSpPr>
          <a:xfrm>
            <a:off x="8036300" y="3814733"/>
            <a:ext cx="1922960" cy="215916"/>
            <a:chOff x="8039439" y="3906959"/>
            <a:chExt cx="1923711" cy="216000"/>
          </a:xfrm>
        </p:grpSpPr>
        <p:cxnSp>
          <p:nvCxnSpPr>
            <p:cNvPr id="99" name="直接连接符 98"/>
            <p:cNvCxnSpPr>
              <a:stCxn id="101" idx="2"/>
              <a:endCxn id="100" idx="6"/>
            </p:cNvCxnSpPr>
            <p:nvPr/>
          </p:nvCxnSpPr>
          <p:spPr bwMode="auto">
            <a:xfrm flipH="1">
              <a:off x="8255439" y="4014959"/>
              <a:ext cx="1491711" cy="0"/>
            </a:xfrm>
            <a:prstGeom prst="line">
              <a:avLst/>
            </a:prstGeom>
            <a:solidFill>
              <a:schemeClr val="accent1"/>
            </a:solidFill>
            <a:ln w="19050" cap="flat" cmpd="sng" algn="ctr">
              <a:solidFill>
                <a:schemeClr val="tx1"/>
              </a:solidFill>
              <a:prstDash val="solid"/>
              <a:round/>
              <a:headEnd type="none" w="med" len="med"/>
              <a:tailEnd type="none" w="med" len="med"/>
            </a:ln>
            <a:effectLst/>
          </p:spPr>
        </p:cxnSp>
        <p:sp>
          <p:nvSpPr>
            <p:cNvPr id="100" name="椭圆 99">
              <a:extLst>
                <a:ext uri="{FF2B5EF4-FFF2-40B4-BE49-F238E27FC236}">
                  <a16:creationId xmlns="" xmlns:a16="http://schemas.microsoft.com/office/drawing/2014/main" id="{7DBB15C3-7119-4BF5-AC36-6F6AFF9EB213}"/>
                </a:ext>
              </a:extLst>
            </p:cNvPr>
            <p:cNvSpPr/>
            <p:nvPr/>
          </p:nvSpPr>
          <p:spPr>
            <a:xfrm>
              <a:off x="8039439" y="3906959"/>
              <a:ext cx="216000" cy="216000"/>
            </a:xfrm>
            <a:prstGeom prst="ellipse">
              <a:avLst/>
            </a:prstGeom>
            <a:solidFill>
              <a:srgbClr val="8CCAA1"/>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100" b="1" dirty="0" smtClea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S</a:t>
              </a:r>
              <a:endParaRPr lang="zh-CN" altLang="en-US" sz="11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1" name="椭圆 100">
              <a:extLst>
                <a:ext uri="{FF2B5EF4-FFF2-40B4-BE49-F238E27FC236}">
                  <a16:creationId xmlns="" xmlns:a16="http://schemas.microsoft.com/office/drawing/2014/main" id="{7DBB15C3-7119-4BF5-AC36-6F6AFF9EB213}"/>
                </a:ext>
              </a:extLst>
            </p:cNvPr>
            <p:cNvSpPr/>
            <p:nvPr/>
          </p:nvSpPr>
          <p:spPr>
            <a:xfrm>
              <a:off x="9747150" y="3906959"/>
              <a:ext cx="216000" cy="216000"/>
            </a:xfrm>
            <a:prstGeom prst="ellipse">
              <a:avLst/>
            </a:prstGeom>
            <a:solidFill>
              <a:srgbClr val="8CCAA1"/>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100" b="1" dirty="0" smtClea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S</a:t>
              </a:r>
              <a:endParaRPr lang="zh-CN" altLang="en-US" sz="11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166" name="圆角矩形 165">
            <a:extLst>
              <a:ext uri="{FF2B5EF4-FFF2-40B4-BE49-F238E27FC236}">
                <a16:creationId xmlns="" xmlns:a16="http://schemas.microsoft.com/office/drawing/2014/main" id="{352BCEB5-AB85-452D-9AB6-2AC4F744ED9C}"/>
              </a:ext>
            </a:extLst>
          </p:cNvPr>
          <p:cNvSpPr/>
          <p:nvPr/>
        </p:nvSpPr>
        <p:spPr>
          <a:xfrm>
            <a:off x="3434235" y="3087298"/>
            <a:ext cx="215916" cy="215916"/>
          </a:xfrm>
          <a:prstGeom prst="roundRect">
            <a:avLst/>
          </a:prstGeom>
          <a:solidFill>
            <a:srgbClr val="00B0F0"/>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altLang="zh-CN" sz="14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2</a:t>
            </a:r>
            <a:endParaRPr lang="zh-CN" altLang="en-US" sz="14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65" name="圆角矩形 164">
            <a:extLst>
              <a:ext uri="{FF2B5EF4-FFF2-40B4-BE49-F238E27FC236}">
                <a16:creationId xmlns="" xmlns:a16="http://schemas.microsoft.com/office/drawing/2014/main" id="{4C7C4E63-07F2-484E-A141-F01D18F8D379}"/>
              </a:ext>
            </a:extLst>
          </p:cNvPr>
          <p:cNvSpPr/>
          <p:nvPr/>
        </p:nvSpPr>
        <p:spPr>
          <a:xfrm>
            <a:off x="3007790" y="2798147"/>
            <a:ext cx="215916" cy="215916"/>
          </a:xfrm>
          <a:prstGeom prst="roundRect">
            <a:avLst/>
          </a:prstGeom>
          <a:solidFill>
            <a:srgbClr val="00B0F0"/>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altLang="zh-CN" sz="14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1</a:t>
            </a:r>
            <a:endParaRPr lang="zh-CN" altLang="en-US" sz="14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8" name="五边形 97"/>
          <p:cNvSpPr/>
          <p:nvPr/>
        </p:nvSpPr>
        <p:spPr bwMode="auto">
          <a:xfrm>
            <a:off x="7562321" y="126000"/>
            <a:ext cx="899749" cy="213037"/>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报文介绍</a:t>
            </a:r>
          </a:p>
        </p:txBody>
      </p:sp>
      <p:sp>
        <p:nvSpPr>
          <p:cNvPr id="102" name="燕尾形 101"/>
          <p:cNvSpPr/>
          <p:nvPr/>
        </p:nvSpPr>
        <p:spPr bwMode="auto">
          <a:xfrm>
            <a:off x="8383481" y="126000"/>
            <a:ext cx="1367951" cy="213037"/>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最大活动接口数</a:t>
            </a:r>
          </a:p>
        </p:txBody>
      </p:sp>
      <p:sp>
        <p:nvSpPr>
          <p:cNvPr id="103" name="燕尾形 102"/>
          <p:cNvSpPr/>
          <p:nvPr/>
        </p:nvSpPr>
        <p:spPr bwMode="auto">
          <a:xfrm>
            <a:off x="9667454" y="126000"/>
            <a:ext cx="1223658" cy="213037"/>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活动链路选举</a:t>
            </a:r>
          </a:p>
        </p:txBody>
      </p:sp>
      <p:sp>
        <p:nvSpPr>
          <p:cNvPr id="104" name="燕尾形 103"/>
          <p:cNvSpPr/>
          <p:nvPr/>
        </p:nvSpPr>
        <p:spPr bwMode="auto">
          <a:xfrm>
            <a:off x="10812767" y="126000"/>
            <a:ext cx="1223658" cy="213037"/>
          </a:xfrm>
          <a:prstGeom prst="chevron">
            <a:avLst/>
          </a:prstGeom>
          <a:solidFill>
            <a:srgbClr val="00B0F0"/>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负载分担</a:t>
            </a:r>
          </a:p>
        </p:txBody>
      </p:sp>
    </p:spTree>
    <p:extLst>
      <p:ext uri="{BB962C8B-B14F-4D97-AF65-F5344CB8AC3E}">
        <p14:creationId xmlns:p14="http://schemas.microsoft.com/office/powerpoint/2010/main" val="359686052"/>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负载分担模式</a:t>
            </a:r>
            <a:endParaRPr lang="zh-CN" altLang="en-US" dirty="0"/>
          </a:p>
        </p:txBody>
      </p:sp>
      <p:sp>
        <p:nvSpPr>
          <p:cNvPr id="8" name="文本占位符 7"/>
          <p:cNvSpPr>
            <a:spLocks noGrp="1"/>
          </p:cNvSpPr>
          <p:nvPr>
            <p:ph type="body" sz="quarter" idx="10"/>
          </p:nvPr>
        </p:nvSpPr>
        <p:spPr/>
        <p:txBody>
          <a:bodyPr/>
          <a:lstStyle/>
          <a:p>
            <a:pPr fontAlgn="base">
              <a:lnSpc>
                <a:spcPct val="130000"/>
              </a:lnSpc>
              <a:buSzPct val="100000"/>
            </a:pPr>
            <a:r>
              <a:rPr lang="en-US" altLang="zh-CN" sz="1600"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Eth-trunk</a:t>
            </a:r>
            <a:r>
              <a:rPr lang="zh-CN" altLang="en-US" sz="1600"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支持基于报文的</a:t>
            </a:r>
            <a:r>
              <a:rPr lang="en-US" altLang="zh-CN" sz="1600"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IP</a:t>
            </a:r>
            <a:r>
              <a:rPr lang="zh-CN" altLang="en-US" sz="1600"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地址或</a:t>
            </a:r>
            <a:r>
              <a:rPr lang="en-US" altLang="zh-CN" sz="1600"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MAC</a:t>
            </a:r>
            <a:r>
              <a:rPr lang="zh-CN" altLang="en-US" sz="1600"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地址来进行负载分担，可以配置不同的模式（本地有效，对出方向报文生效）将数据流分担到不同的成员接口上。</a:t>
            </a:r>
            <a:endParaRPr lang="en-US" altLang="zh-CN" sz="1600"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fontAlgn="base">
              <a:lnSpc>
                <a:spcPct val="130000"/>
              </a:lnSpc>
              <a:buSzPct val="100000"/>
            </a:pPr>
            <a:r>
              <a:rPr lang="zh-CN" altLang="en-US" sz="1600"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常见的模式有：源</a:t>
            </a:r>
            <a:r>
              <a:rPr lang="en-US" altLang="zh-CN" sz="1600"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IP</a:t>
            </a:r>
            <a:r>
              <a:rPr lang="zh-CN" altLang="en-US" sz="1600"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、源</a:t>
            </a:r>
            <a:r>
              <a:rPr lang="en-US" altLang="zh-CN" sz="1600"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MAC</a:t>
            </a:r>
            <a:r>
              <a:rPr lang="zh-CN" altLang="en-US" sz="1600"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、目的</a:t>
            </a:r>
            <a:r>
              <a:rPr lang="en-US" altLang="zh-CN" sz="1600"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IP</a:t>
            </a:r>
            <a:r>
              <a:rPr lang="zh-CN" altLang="en-US" sz="1600"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、目的</a:t>
            </a:r>
            <a:r>
              <a:rPr lang="en-US" altLang="zh-CN" sz="1600"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MAC</a:t>
            </a:r>
            <a:r>
              <a:rPr lang="zh-CN" altLang="en-US" sz="1600"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、源目</a:t>
            </a:r>
            <a:r>
              <a:rPr lang="en-US" altLang="zh-CN" sz="1600"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IP</a:t>
            </a:r>
            <a:r>
              <a:rPr lang="zh-CN" altLang="en-US" sz="1600"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、源目</a:t>
            </a:r>
            <a:r>
              <a:rPr lang="en-US" altLang="zh-CN" sz="1600"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MAC</a:t>
            </a:r>
            <a:r>
              <a:rPr lang="zh-CN" altLang="en-US" sz="1600"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a:t>
            </a:r>
            <a:endParaRPr lang="en-US" altLang="zh-CN" sz="1600"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fontAlgn="base">
              <a:lnSpc>
                <a:spcPct val="130000"/>
              </a:lnSpc>
              <a:buSzPct val="100000"/>
            </a:pPr>
            <a:r>
              <a:rPr lang="zh-CN" altLang="en-US" sz="1600"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实际业务中用户需要根据业务流量特征选择配置合适的负载分担方式。业务流量中某种参数变化越频繁，选择与此参数相关的负载分担方式就越容易实现负载均衡。</a:t>
            </a:r>
            <a:endParaRPr lang="en-US" altLang="zh-CN" sz="1600"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endParaRPr lang="zh-CN" altLang="en-US" sz="1600" dirty="0"/>
          </a:p>
        </p:txBody>
      </p:sp>
      <p:sp>
        <p:nvSpPr>
          <p:cNvPr id="16" name="圆角矩形 15"/>
          <p:cNvSpPr/>
          <p:nvPr/>
        </p:nvSpPr>
        <p:spPr>
          <a:xfrm>
            <a:off x="2867366" y="3843879"/>
            <a:ext cx="719719" cy="1580965"/>
          </a:xfrm>
          <a:prstGeom prst="roundRect">
            <a:avLst>
              <a:gd name="adj" fmla="val 7243"/>
            </a:avLst>
          </a:prstGeom>
          <a:solidFill>
            <a:srgbClr val="F4FBFE"/>
          </a:solidFill>
          <a:ln w="9525" cap="flat" cmpd="sng" algn="ctr">
            <a:solidFill>
              <a:srgbClr val="99DFF9"/>
            </a:solidFill>
            <a:prstDash val="solid"/>
          </a:ln>
          <a:effectLst/>
        </p:spPr>
        <p:txBody>
          <a:bodyPr rtlCol="0" anchor="ctr"/>
          <a:lstStyle/>
          <a:p>
            <a:pPr algn="ctr" defTabSz="914034" fontAlgn="t">
              <a:spcBef>
                <a:spcPct val="0"/>
              </a:spcBef>
              <a:spcAft>
                <a:spcPct val="0"/>
              </a:spcAft>
              <a:defRPr/>
            </a:pP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7" name="圆角矩形 16"/>
          <p:cNvSpPr/>
          <p:nvPr/>
        </p:nvSpPr>
        <p:spPr>
          <a:xfrm>
            <a:off x="5279467" y="3843879"/>
            <a:ext cx="719719" cy="1580965"/>
          </a:xfrm>
          <a:prstGeom prst="roundRect">
            <a:avLst>
              <a:gd name="adj" fmla="val 7243"/>
            </a:avLst>
          </a:prstGeom>
          <a:solidFill>
            <a:srgbClr val="F4FBFE"/>
          </a:solidFill>
          <a:ln w="9525" cap="flat" cmpd="sng" algn="ctr">
            <a:solidFill>
              <a:srgbClr val="99DFF9"/>
            </a:solidFill>
            <a:prstDash val="solid"/>
          </a:ln>
          <a:effectLst/>
        </p:spPr>
        <p:txBody>
          <a:bodyPr rtlCol="0" anchor="ctr"/>
          <a:lstStyle/>
          <a:p>
            <a:pPr algn="ctr" defTabSz="914034" fontAlgn="t">
              <a:spcBef>
                <a:spcPct val="0"/>
              </a:spcBef>
              <a:spcAft>
                <a:spcPct val="0"/>
              </a:spcAft>
              <a:defRPr/>
            </a:pP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8" name="矩形 17"/>
          <p:cNvSpPr/>
          <p:nvPr/>
        </p:nvSpPr>
        <p:spPr>
          <a:xfrm>
            <a:off x="2886102" y="3842092"/>
            <a:ext cx="663115" cy="307657"/>
          </a:xfrm>
          <a:prstGeom prst="rect">
            <a:avLst/>
          </a:prstGeom>
        </p:spPr>
        <p:txBody>
          <a:bodyPr wrap="square">
            <a:spAutoFit/>
          </a:bodyPr>
          <a:lstStyle/>
          <a:p>
            <a:pPr algn="ctr"/>
            <a:r>
              <a:rPr lang="en-US" altLang="zh-CN" sz="1399" b="1" dirty="0">
                <a:latin typeface="Huawei Sans" panose="020C0503030203020204" pitchFamily="34" charset="0"/>
                <a:ea typeface="方正兰亭黑简体" panose="02000000000000000000" pitchFamily="2" charset="-122"/>
                <a:sym typeface="Huawei Sans" panose="020C0503030203020204" pitchFamily="34" charset="0"/>
              </a:rPr>
              <a:t>SW1</a:t>
            </a:r>
            <a:endParaRPr lang="zh-CN" altLang="en-US" sz="1399"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9" name="矩形 18"/>
          <p:cNvSpPr/>
          <p:nvPr/>
        </p:nvSpPr>
        <p:spPr>
          <a:xfrm>
            <a:off x="5298836" y="3841325"/>
            <a:ext cx="663115" cy="307657"/>
          </a:xfrm>
          <a:prstGeom prst="rect">
            <a:avLst/>
          </a:prstGeom>
        </p:spPr>
        <p:txBody>
          <a:bodyPr wrap="square">
            <a:spAutoFit/>
          </a:bodyPr>
          <a:lstStyle/>
          <a:p>
            <a:pPr algn="ctr"/>
            <a:r>
              <a:rPr lang="en-US" altLang="zh-CN" sz="1399" b="1" dirty="0">
                <a:latin typeface="Huawei Sans" panose="020C0503030203020204" pitchFamily="34" charset="0"/>
                <a:ea typeface="方正兰亭黑简体" panose="02000000000000000000" pitchFamily="2" charset="-122"/>
                <a:sym typeface="Huawei Sans" panose="020C0503030203020204" pitchFamily="34" charset="0"/>
              </a:rPr>
              <a:t>SW2</a:t>
            </a:r>
            <a:endParaRPr lang="zh-CN" altLang="en-US" sz="1399" b="1"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20" name="组合 19">
            <a:extLst>
              <a:ext uri="{FF2B5EF4-FFF2-40B4-BE49-F238E27FC236}">
                <a16:creationId xmlns="" xmlns:a16="http://schemas.microsoft.com/office/drawing/2014/main" id="{2C6D8F46-1254-485A-AB3D-7A037411E3DA}"/>
              </a:ext>
            </a:extLst>
          </p:cNvPr>
          <p:cNvGrpSpPr/>
          <p:nvPr/>
        </p:nvGrpSpPr>
        <p:grpSpPr>
          <a:xfrm>
            <a:off x="3863637" y="4088303"/>
            <a:ext cx="1160129" cy="1175084"/>
            <a:chOff x="6623190" y="5220119"/>
            <a:chExt cx="1129417" cy="228830"/>
          </a:xfrm>
          <a:solidFill>
            <a:srgbClr val="F4FBFE"/>
          </a:solidFill>
        </p:grpSpPr>
        <p:sp>
          <p:nvSpPr>
            <p:cNvPr id="21" name="任意多边形: 形状 67">
              <a:extLst>
                <a:ext uri="{FF2B5EF4-FFF2-40B4-BE49-F238E27FC236}">
                  <a16:creationId xmlns="" xmlns:a16="http://schemas.microsoft.com/office/drawing/2014/main" id="{DDE7F5E3-EC99-4B98-9942-9CF564C3EC09}"/>
                </a:ext>
              </a:extLst>
            </p:cNvPr>
            <p:cNvSpPr/>
            <p:nvPr/>
          </p:nvSpPr>
          <p:spPr>
            <a:xfrm flipH="1">
              <a:off x="6623190" y="5220119"/>
              <a:ext cx="1075309" cy="228830"/>
            </a:xfrm>
            <a:custGeom>
              <a:avLst/>
              <a:gdLst>
                <a:gd name="connsiteX0" fmla="*/ 0 w 1703698"/>
                <a:gd name="connsiteY0" fmla="*/ 0 h 627538"/>
                <a:gd name="connsiteX1" fmla="*/ 1572253 w 1703698"/>
                <a:gd name="connsiteY1" fmla="*/ 0 h 627538"/>
                <a:gd name="connsiteX2" fmla="*/ 1703698 w 1703698"/>
                <a:gd name="connsiteY2" fmla="*/ 313769 h 627538"/>
                <a:gd name="connsiteX3" fmla="*/ 1572253 w 1703698"/>
                <a:gd name="connsiteY3" fmla="*/ 627538 h 627538"/>
                <a:gd name="connsiteX4" fmla="*/ 1572249 w 1703698"/>
                <a:gd name="connsiteY4" fmla="*/ 627537 h 627538"/>
                <a:gd name="connsiteX5" fmla="*/ 0 w 1703698"/>
                <a:gd name="connsiteY5" fmla="*/ 627537 h 627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03698" h="627538">
                  <a:moveTo>
                    <a:pt x="0" y="0"/>
                  </a:moveTo>
                  <a:lnTo>
                    <a:pt x="1572253" y="0"/>
                  </a:lnTo>
                  <a:cubicBezTo>
                    <a:pt x="1644848" y="0"/>
                    <a:pt x="1703698" y="140479"/>
                    <a:pt x="1703698" y="313769"/>
                  </a:cubicBezTo>
                  <a:cubicBezTo>
                    <a:pt x="1703698" y="487059"/>
                    <a:pt x="1644848" y="627538"/>
                    <a:pt x="1572253" y="627538"/>
                  </a:cubicBezTo>
                  <a:lnTo>
                    <a:pt x="1572249" y="627537"/>
                  </a:lnTo>
                  <a:lnTo>
                    <a:pt x="0" y="627537"/>
                  </a:lnTo>
                  <a:close/>
                </a:path>
              </a:pathLst>
            </a:custGeom>
            <a:grpFill/>
            <a:ln w="12700">
              <a:solidFill>
                <a:srgbClr val="99DFF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2" name="椭圆 21">
              <a:extLst>
                <a:ext uri="{FF2B5EF4-FFF2-40B4-BE49-F238E27FC236}">
                  <a16:creationId xmlns="" xmlns:a16="http://schemas.microsoft.com/office/drawing/2014/main" id="{7EEDE773-BD04-46B5-ACD7-D793E0BC1578}"/>
                </a:ext>
              </a:extLst>
            </p:cNvPr>
            <p:cNvSpPr/>
            <p:nvPr/>
          </p:nvSpPr>
          <p:spPr>
            <a:xfrm>
              <a:off x="7644390" y="5220119"/>
              <a:ext cx="108217" cy="228830"/>
            </a:xfrm>
            <a:prstGeom prst="ellipse">
              <a:avLst/>
            </a:prstGeom>
            <a:grpFill/>
            <a:ln w="12700">
              <a:solidFill>
                <a:srgbClr val="99DFF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nvGrpSpPr>
          <p:cNvPr id="23" name="组合 22"/>
          <p:cNvGrpSpPr/>
          <p:nvPr/>
        </p:nvGrpSpPr>
        <p:grpSpPr>
          <a:xfrm>
            <a:off x="3483834" y="4130665"/>
            <a:ext cx="1922960" cy="215916"/>
            <a:chOff x="8039439" y="2956237"/>
            <a:chExt cx="1923711" cy="216000"/>
          </a:xfrm>
        </p:grpSpPr>
        <p:sp>
          <p:nvSpPr>
            <p:cNvPr id="24" name="椭圆 23">
              <a:extLst>
                <a:ext uri="{FF2B5EF4-FFF2-40B4-BE49-F238E27FC236}">
                  <a16:creationId xmlns="" xmlns:a16="http://schemas.microsoft.com/office/drawing/2014/main" id="{7DBB15C3-7119-4BF5-AC36-6F6AFF9EB213}"/>
                </a:ext>
              </a:extLst>
            </p:cNvPr>
            <p:cNvSpPr/>
            <p:nvPr/>
          </p:nvSpPr>
          <p:spPr>
            <a:xfrm>
              <a:off x="8039439" y="2956237"/>
              <a:ext cx="216000" cy="216000"/>
            </a:xfrm>
            <a:prstGeom prst="ellipse">
              <a:avLst/>
            </a:prstGeom>
            <a:solidFill>
              <a:srgbClr val="8CCAA1"/>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100" b="1" dirty="0" smtClea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S</a:t>
              </a:r>
              <a:endParaRPr lang="zh-CN" altLang="en-US" sz="11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5" name="椭圆 24">
              <a:extLst>
                <a:ext uri="{FF2B5EF4-FFF2-40B4-BE49-F238E27FC236}">
                  <a16:creationId xmlns="" xmlns:a16="http://schemas.microsoft.com/office/drawing/2014/main" id="{7DBB15C3-7119-4BF5-AC36-6F6AFF9EB213}"/>
                </a:ext>
              </a:extLst>
            </p:cNvPr>
            <p:cNvSpPr/>
            <p:nvPr/>
          </p:nvSpPr>
          <p:spPr>
            <a:xfrm>
              <a:off x="9747150" y="2956237"/>
              <a:ext cx="216000" cy="216000"/>
            </a:xfrm>
            <a:prstGeom prst="ellipse">
              <a:avLst/>
            </a:prstGeom>
            <a:solidFill>
              <a:srgbClr val="8CCAA1"/>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100" b="1" dirty="0" smtClea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S</a:t>
              </a:r>
              <a:endParaRPr lang="zh-CN" altLang="en-US" sz="11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26" name="直接连接符 25"/>
            <p:cNvCxnSpPr>
              <a:stCxn id="25" idx="2"/>
              <a:endCxn id="24" idx="6"/>
            </p:cNvCxnSpPr>
            <p:nvPr/>
          </p:nvCxnSpPr>
          <p:spPr bwMode="auto">
            <a:xfrm flipH="1">
              <a:off x="8255439" y="3064237"/>
              <a:ext cx="1491711" cy="0"/>
            </a:xfrm>
            <a:prstGeom prst="line">
              <a:avLst/>
            </a:prstGeom>
            <a:solidFill>
              <a:schemeClr val="accent1"/>
            </a:solidFill>
            <a:ln w="19050" cap="flat" cmpd="sng" algn="ctr">
              <a:solidFill>
                <a:schemeClr val="tx1"/>
              </a:solidFill>
              <a:prstDash val="solid"/>
              <a:round/>
              <a:headEnd type="none" w="med" len="med"/>
              <a:tailEnd type="none" w="med" len="med"/>
            </a:ln>
            <a:effectLst/>
          </p:spPr>
        </p:cxnSp>
      </p:grpSp>
      <p:grpSp>
        <p:nvGrpSpPr>
          <p:cNvPr id="27" name="组合 26"/>
          <p:cNvGrpSpPr/>
          <p:nvPr/>
        </p:nvGrpSpPr>
        <p:grpSpPr>
          <a:xfrm>
            <a:off x="3483834" y="4447449"/>
            <a:ext cx="1922960" cy="215916"/>
            <a:chOff x="8039439" y="3252730"/>
            <a:chExt cx="1923711" cy="216000"/>
          </a:xfrm>
        </p:grpSpPr>
        <p:cxnSp>
          <p:nvCxnSpPr>
            <p:cNvPr id="28" name="直接连接符 27"/>
            <p:cNvCxnSpPr>
              <a:stCxn id="30" idx="2"/>
              <a:endCxn id="29" idx="6"/>
            </p:cNvCxnSpPr>
            <p:nvPr/>
          </p:nvCxnSpPr>
          <p:spPr bwMode="auto">
            <a:xfrm flipH="1">
              <a:off x="8255439" y="3360730"/>
              <a:ext cx="1491711" cy="0"/>
            </a:xfrm>
            <a:prstGeom prst="line">
              <a:avLst/>
            </a:prstGeom>
            <a:solidFill>
              <a:schemeClr val="accent1"/>
            </a:solidFill>
            <a:ln w="19050" cap="flat" cmpd="sng" algn="ctr">
              <a:solidFill>
                <a:schemeClr val="tx1"/>
              </a:solidFill>
              <a:prstDash val="solid"/>
              <a:round/>
              <a:headEnd type="none" w="med" len="med"/>
              <a:tailEnd type="none" w="med" len="med"/>
            </a:ln>
            <a:effectLst/>
          </p:spPr>
        </p:cxnSp>
        <p:sp>
          <p:nvSpPr>
            <p:cNvPr id="29" name="椭圆 28">
              <a:extLst>
                <a:ext uri="{FF2B5EF4-FFF2-40B4-BE49-F238E27FC236}">
                  <a16:creationId xmlns="" xmlns:a16="http://schemas.microsoft.com/office/drawing/2014/main" id="{7DBB15C3-7119-4BF5-AC36-6F6AFF9EB213}"/>
                </a:ext>
              </a:extLst>
            </p:cNvPr>
            <p:cNvSpPr/>
            <p:nvPr/>
          </p:nvSpPr>
          <p:spPr>
            <a:xfrm>
              <a:off x="8039439" y="3252730"/>
              <a:ext cx="216000" cy="216000"/>
            </a:xfrm>
            <a:prstGeom prst="ellipse">
              <a:avLst/>
            </a:prstGeom>
            <a:solidFill>
              <a:srgbClr val="8CCAA1"/>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100" b="1" dirty="0" smtClea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S</a:t>
              </a:r>
              <a:endParaRPr lang="zh-CN" altLang="en-US" sz="11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0" name="椭圆 29">
              <a:extLst>
                <a:ext uri="{FF2B5EF4-FFF2-40B4-BE49-F238E27FC236}">
                  <a16:creationId xmlns="" xmlns:a16="http://schemas.microsoft.com/office/drawing/2014/main" id="{7DBB15C3-7119-4BF5-AC36-6F6AFF9EB213}"/>
                </a:ext>
              </a:extLst>
            </p:cNvPr>
            <p:cNvSpPr/>
            <p:nvPr/>
          </p:nvSpPr>
          <p:spPr>
            <a:xfrm>
              <a:off x="9747150" y="3252730"/>
              <a:ext cx="216000" cy="216000"/>
            </a:xfrm>
            <a:prstGeom prst="ellipse">
              <a:avLst/>
            </a:prstGeom>
            <a:solidFill>
              <a:srgbClr val="8CCAA1"/>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100" b="1" dirty="0" smtClea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S</a:t>
              </a:r>
              <a:endParaRPr lang="zh-CN" altLang="en-US" sz="11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nvGrpSpPr>
          <p:cNvPr id="31" name="组合 30"/>
          <p:cNvGrpSpPr/>
          <p:nvPr/>
        </p:nvGrpSpPr>
        <p:grpSpPr>
          <a:xfrm>
            <a:off x="3483834" y="4764232"/>
            <a:ext cx="1922960" cy="215916"/>
            <a:chOff x="8039439" y="3595371"/>
            <a:chExt cx="1923711" cy="216000"/>
          </a:xfrm>
        </p:grpSpPr>
        <p:cxnSp>
          <p:nvCxnSpPr>
            <p:cNvPr id="32" name="直接连接符 31"/>
            <p:cNvCxnSpPr>
              <a:stCxn id="34" idx="2"/>
              <a:endCxn id="33" idx="6"/>
            </p:cNvCxnSpPr>
            <p:nvPr/>
          </p:nvCxnSpPr>
          <p:spPr bwMode="auto">
            <a:xfrm flipH="1">
              <a:off x="8255439" y="3703371"/>
              <a:ext cx="1491711" cy="0"/>
            </a:xfrm>
            <a:prstGeom prst="line">
              <a:avLst/>
            </a:prstGeom>
            <a:solidFill>
              <a:schemeClr val="accent1"/>
            </a:solidFill>
            <a:ln w="19050" cap="flat" cmpd="sng" algn="ctr">
              <a:solidFill>
                <a:schemeClr val="tx1"/>
              </a:solidFill>
              <a:prstDash val="solid"/>
              <a:round/>
              <a:headEnd type="none" w="med" len="med"/>
              <a:tailEnd type="none" w="med" len="med"/>
            </a:ln>
            <a:effectLst/>
          </p:spPr>
        </p:cxnSp>
        <p:sp>
          <p:nvSpPr>
            <p:cNvPr id="33" name="椭圆 32">
              <a:extLst>
                <a:ext uri="{FF2B5EF4-FFF2-40B4-BE49-F238E27FC236}">
                  <a16:creationId xmlns="" xmlns:a16="http://schemas.microsoft.com/office/drawing/2014/main" id="{7DBB15C3-7119-4BF5-AC36-6F6AFF9EB213}"/>
                </a:ext>
              </a:extLst>
            </p:cNvPr>
            <p:cNvSpPr/>
            <p:nvPr/>
          </p:nvSpPr>
          <p:spPr>
            <a:xfrm>
              <a:off x="8039439" y="3595371"/>
              <a:ext cx="216000" cy="216000"/>
            </a:xfrm>
            <a:prstGeom prst="ellipse">
              <a:avLst/>
            </a:prstGeom>
            <a:solidFill>
              <a:srgbClr val="8CCAA1"/>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100" b="1" dirty="0" smtClea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S</a:t>
              </a:r>
              <a:endParaRPr lang="zh-CN" altLang="en-US" sz="11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4" name="椭圆 33">
              <a:extLst>
                <a:ext uri="{FF2B5EF4-FFF2-40B4-BE49-F238E27FC236}">
                  <a16:creationId xmlns="" xmlns:a16="http://schemas.microsoft.com/office/drawing/2014/main" id="{7DBB15C3-7119-4BF5-AC36-6F6AFF9EB213}"/>
                </a:ext>
              </a:extLst>
            </p:cNvPr>
            <p:cNvSpPr/>
            <p:nvPr/>
          </p:nvSpPr>
          <p:spPr>
            <a:xfrm>
              <a:off x="9747150" y="3595371"/>
              <a:ext cx="216000" cy="216000"/>
            </a:xfrm>
            <a:prstGeom prst="ellipse">
              <a:avLst/>
            </a:prstGeom>
            <a:solidFill>
              <a:srgbClr val="8CCAA1"/>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100" b="1" dirty="0" smtClea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S</a:t>
              </a:r>
              <a:endParaRPr lang="zh-CN" altLang="en-US" sz="11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35" name="TextBox 120">
            <a:extLst>
              <a:ext uri="{FF2B5EF4-FFF2-40B4-BE49-F238E27FC236}">
                <a16:creationId xmlns="" xmlns:a16="http://schemas.microsoft.com/office/drawing/2014/main" id="{890033A1-CB2B-46C1-843C-A395BBB7F123}"/>
              </a:ext>
            </a:extLst>
          </p:cNvPr>
          <p:cNvSpPr txBox="1"/>
          <p:nvPr/>
        </p:nvSpPr>
        <p:spPr>
          <a:xfrm>
            <a:off x="3538852" y="5263387"/>
            <a:ext cx="1874368" cy="307657"/>
          </a:xfrm>
          <a:prstGeom prst="rect">
            <a:avLst/>
          </a:prstGeom>
          <a:noFill/>
        </p:spPr>
        <p:txBody>
          <a:bodyPr wrap="square" rtlCol="0" anchor="ctr">
            <a:spAutoFit/>
          </a:bodyPr>
          <a:lstStyle/>
          <a:p>
            <a:pPr algn="ctr"/>
            <a:r>
              <a:rPr lang="en-US" altLang="zh-CN" sz="1399" b="1" dirty="0">
                <a:latin typeface="Huawei Sans" panose="020C0503030203020204" pitchFamily="34" charset="0"/>
                <a:ea typeface="方正兰亭黑简体" panose="02000000000000000000" pitchFamily="2" charset="-122"/>
                <a:sym typeface="Huawei Sans" panose="020C0503030203020204" pitchFamily="34" charset="0"/>
              </a:rPr>
              <a:t>Eth-Trunk</a:t>
            </a:r>
            <a:endParaRPr lang="zh-CN" altLang="en-US" sz="1399" b="1"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43" name="组合 42"/>
          <p:cNvGrpSpPr/>
          <p:nvPr/>
        </p:nvGrpSpPr>
        <p:grpSpPr>
          <a:xfrm>
            <a:off x="3483834" y="5081016"/>
            <a:ext cx="1922960" cy="215916"/>
            <a:chOff x="8039439" y="3906959"/>
            <a:chExt cx="1923711" cy="216000"/>
          </a:xfrm>
        </p:grpSpPr>
        <p:cxnSp>
          <p:nvCxnSpPr>
            <p:cNvPr id="44" name="直接连接符 43"/>
            <p:cNvCxnSpPr>
              <a:stCxn id="46" idx="2"/>
              <a:endCxn id="45" idx="6"/>
            </p:cNvCxnSpPr>
            <p:nvPr/>
          </p:nvCxnSpPr>
          <p:spPr bwMode="auto">
            <a:xfrm flipH="1">
              <a:off x="8255439" y="4014959"/>
              <a:ext cx="1491711" cy="0"/>
            </a:xfrm>
            <a:prstGeom prst="line">
              <a:avLst/>
            </a:prstGeom>
            <a:solidFill>
              <a:schemeClr val="accent1"/>
            </a:solidFill>
            <a:ln w="19050" cap="flat" cmpd="sng" algn="ctr">
              <a:solidFill>
                <a:schemeClr val="tx1"/>
              </a:solidFill>
              <a:prstDash val="solid"/>
              <a:round/>
              <a:headEnd type="none" w="med" len="med"/>
              <a:tailEnd type="none" w="med" len="med"/>
            </a:ln>
            <a:effectLst/>
          </p:spPr>
        </p:cxnSp>
        <p:sp>
          <p:nvSpPr>
            <p:cNvPr id="45" name="椭圆 44">
              <a:extLst>
                <a:ext uri="{FF2B5EF4-FFF2-40B4-BE49-F238E27FC236}">
                  <a16:creationId xmlns="" xmlns:a16="http://schemas.microsoft.com/office/drawing/2014/main" id="{7DBB15C3-7119-4BF5-AC36-6F6AFF9EB213}"/>
                </a:ext>
              </a:extLst>
            </p:cNvPr>
            <p:cNvSpPr/>
            <p:nvPr/>
          </p:nvSpPr>
          <p:spPr>
            <a:xfrm>
              <a:off x="8039439" y="3906959"/>
              <a:ext cx="216000" cy="216000"/>
            </a:xfrm>
            <a:prstGeom prst="ellipse">
              <a:avLst/>
            </a:prstGeom>
            <a:solidFill>
              <a:srgbClr val="8CCAA1"/>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100" b="1" dirty="0" smtClea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S</a:t>
              </a:r>
              <a:endParaRPr lang="zh-CN" altLang="en-US" sz="11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6" name="椭圆 45">
              <a:extLst>
                <a:ext uri="{FF2B5EF4-FFF2-40B4-BE49-F238E27FC236}">
                  <a16:creationId xmlns="" xmlns:a16="http://schemas.microsoft.com/office/drawing/2014/main" id="{7DBB15C3-7119-4BF5-AC36-6F6AFF9EB213}"/>
                </a:ext>
              </a:extLst>
            </p:cNvPr>
            <p:cNvSpPr/>
            <p:nvPr/>
          </p:nvSpPr>
          <p:spPr>
            <a:xfrm>
              <a:off x="9747150" y="3906959"/>
              <a:ext cx="216000" cy="216000"/>
            </a:xfrm>
            <a:prstGeom prst="ellipse">
              <a:avLst/>
            </a:prstGeom>
            <a:solidFill>
              <a:srgbClr val="8CCAA1"/>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100" b="1" dirty="0" smtClea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S</a:t>
              </a:r>
              <a:endParaRPr lang="zh-CN" altLang="en-US" sz="11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cxnSp>
        <p:nvCxnSpPr>
          <p:cNvPr id="40" name="直接箭头连接符 39">
            <a:extLst>
              <a:ext uri="{FF2B5EF4-FFF2-40B4-BE49-F238E27FC236}">
                <a16:creationId xmlns="" xmlns:a16="http://schemas.microsoft.com/office/drawing/2014/main" id="{FC940677-F915-4522-BB5D-950A0690E721}"/>
              </a:ext>
            </a:extLst>
          </p:cNvPr>
          <p:cNvCxnSpPr>
            <a:cxnSpLocks/>
          </p:cNvCxnSpPr>
          <p:nvPr/>
        </p:nvCxnSpPr>
        <p:spPr>
          <a:xfrm>
            <a:off x="1355032" y="4339843"/>
            <a:ext cx="578894" cy="0"/>
          </a:xfrm>
          <a:prstGeom prst="straightConnector1">
            <a:avLst/>
          </a:prstGeom>
          <a:noFill/>
          <a:ln w="19050" cap="flat" cmpd="sng" algn="ctr">
            <a:solidFill>
              <a:srgbClr val="EC7061"/>
            </a:solidFill>
            <a:prstDash val="sysDash"/>
            <a:headEnd type="none" w="med" len="med"/>
            <a:tailEnd type="triangle" w="med" len="med"/>
          </a:ln>
          <a:effectLst>
            <a:outerShdw blurRad="152400" dist="38100" dir="5400000" algn="t" rotWithShape="0">
              <a:prstClr val="black">
                <a:alpha val="12000"/>
              </a:prstClr>
            </a:outerShdw>
          </a:effectLst>
        </p:spPr>
      </p:cxnSp>
      <p:cxnSp>
        <p:nvCxnSpPr>
          <p:cNvPr id="41" name="直接箭头连接符 40">
            <a:extLst>
              <a:ext uri="{FF2B5EF4-FFF2-40B4-BE49-F238E27FC236}">
                <a16:creationId xmlns="" xmlns:a16="http://schemas.microsoft.com/office/drawing/2014/main" id="{392BBF19-BFF5-4826-B492-9FF0DE47E265}"/>
              </a:ext>
            </a:extLst>
          </p:cNvPr>
          <p:cNvCxnSpPr>
            <a:cxnSpLocks/>
          </p:cNvCxnSpPr>
          <p:nvPr/>
        </p:nvCxnSpPr>
        <p:spPr>
          <a:xfrm>
            <a:off x="1355032" y="4587624"/>
            <a:ext cx="578894" cy="0"/>
          </a:xfrm>
          <a:prstGeom prst="straightConnector1">
            <a:avLst/>
          </a:prstGeom>
          <a:noFill/>
          <a:ln w="19050" cap="flat" cmpd="sng" algn="ctr">
            <a:solidFill>
              <a:srgbClr val="00B0F0"/>
            </a:solidFill>
            <a:prstDash val="dash"/>
            <a:headEnd type="none" w="med" len="med"/>
            <a:tailEnd type="triangle" w="med" len="med"/>
          </a:ln>
          <a:effectLst>
            <a:outerShdw blurRad="152400" dist="38100" dir="5400000" algn="t" rotWithShape="0">
              <a:prstClr val="black">
                <a:alpha val="12000"/>
              </a:prstClr>
            </a:outerShdw>
          </a:effectLst>
        </p:spPr>
      </p:cxnSp>
      <p:sp>
        <p:nvSpPr>
          <p:cNvPr id="57" name="矩形 56">
            <a:extLst>
              <a:ext uri="{FF2B5EF4-FFF2-40B4-BE49-F238E27FC236}">
                <a16:creationId xmlns:a16="http://schemas.microsoft.com/office/drawing/2014/main" xmlns="" id="{63EC1A45-DE44-4732-A300-8A63DEFB1977}"/>
              </a:ext>
            </a:extLst>
          </p:cNvPr>
          <p:cNvSpPr/>
          <p:nvPr/>
        </p:nvSpPr>
        <p:spPr>
          <a:xfrm>
            <a:off x="951059" y="4220398"/>
            <a:ext cx="1386840" cy="734120"/>
          </a:xfrm>
          <a:prstGeom prst="rect">
            <a:avLst/>
          </a:prstGeom>
          <a:noFill/>
          <a:ln w="12700">
            <a:solidFill>
              <a:schemeClr val="bg1">
                <a:lumMod val="6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8" name="TextBox 120">
            <a:extLst>
              <a:ext uri="{FF2B5EF4-FFF2-40B4-BE49-F238E27FC236}">
                <a16:creationId xmlns:a16="http://schemas.microsoft.com/office/drawing/2014/main" xmlns="" id="{5323F67A-9438-4080-AB0F-1592FD1B35BB}"/>
              </a:ext>
            </a:extLst>
          </p:cNvPr>
          <p:cNvSpPr txBox="1"/>
          <p:nvPr/>
        </p:nvSpPr>
        <p:spPr>
          <a:xfrm>
            <a:off x="589756" y="4986388"/>
            <a:ext cx="2277610" cy="276999"/>
          </a:xfrm>
          <a:prstGeom prst="rect">
            <a:avLst/>
          </a:prstGeom>
          <a:noFill/>
          <a:ln>
            <a:noFill/>
          </a:ln>
        </p:spPr>
        <p:txBody>
          <a:bodyPr wrap="square" rtlCol="0">
            <a:spAutoFit/>
          </a:bodyPr>
          <a:lstStyle/>
          <a:p>
            <a:r>
              <a:rPr lang="zh-CN" altLang="en-US" sz="1200" dirty="0" smtClean="0">
                <a:latin typeface="Huawei Sans" panose="020C0503030203020204" pitchFamily="34" charset="0"/>
                <a:ea typeface="方正兰亭黑简体" panose="02000000000000000000" pitchFamily="2" charset="-122"/>
                <a:sym typeface="Huawei Sans" panose="020C0503030203020204" pitchFamily="34" charset="0"/>
              </a:rPr>
              <a:t>源目</a:t>
            </a:r>
            <a:r>
              <a:rPr lang="en-US" altLang="zh-CN" sz="1200" dirty="0" smtClean="0">
                <a:latin typeface="Huawei Sans" panose="020C0503030203020204" pitchFamily="34" charset="0"/>
                <a:ea typeface="方正兰亭黑简体" panose="02000000000000000000" pitchFamily="2" charset="-122"/>
                <a:sym typeface="Huawei Sans" panose="020C0503030203020204" pitchFamily="34" charset="0"/>
              </a:rPr>
              <a:t>MAC</a:t>
            </a:r>
            <a:r>
              <a:rPr lang="zh-CN" altLang="en-US" sz="1200" dirty="0" smtClean="0">
                <a:latin typeface="Huawei Sans" panose="020C0503030203020204" pitchFamily="34" charset="0"/>
                <a:ea typeface="方正兰亭黑简体" panose="02000000000000000000" pitchFamily="2" charset="-122"/>
                <a:sym typeface="Huawei Sans" panose="020C0503030203020204" pitchFamily="34" charset="0"/>
              </a:rPr>
              <a:t>相同，源目</a:t>
            </a:r>
            <a:r>
              <a:rPr lang="en-US" altLang="zh-CN" sz="1200" dirty="0" smtClean="0">
                <a:latin typeface="Huawei Sans" panose="020C0503030203020204" pitchFamily="34" charset="0"/>
                <a:ea typeface="方正兰亭黑简体" panose="02000000000000000000" pitchFamily="2" charset="-122"/>
                <a:sym typeface="Huawei Sans" panose="020C0503030203020204" pitchFamily="34" charset="0"/>
              </a:rPr>
              <a:t>IP</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不同</a:t>
            </a:r>
          </a:p>
        </p:txBody>
      </p:sp>
      <p:cxnSp>
        <p:nvCxnSpPr>
          <p:cNvPr id="61" name="直接箭头连接符 60">
            <a:extLst>
              <a:ext uri="{FF2B5EF4-FFF2-40B4-BE49-F238E27FC236}">
                <a16:creationId xmlns="" xmlns:a16="http://schemas.microsoft.com/office/drawing/2014/main" id="{392BBF19-BFF5-4826-B492-9FF0DE47E265}"/>
              </a:ext>
            </a:extLst>
          </p:cNvPr>
          <p:cNvCxnSpPr>
            <a:cxnSpLocks/>
          </p:cNvCxnSpPr>
          <p:nvPr/>
        </p:nvCxnSpPr>
        <p:spPr>
          <a:xfrm>
            <a:off x="1355032" y="4835405"/>
            <a:ext cx="578894" cy="0"/>
          </a:xfrm>
          <a:prstGeom prst="straightConnector1">
            <a:avLst/>
          </a:prstGeom>
          <a:noFill/>
          <a:ln w="19050" cap="flat" cmpd="sng" algn="ctr">
            <a:solidFill>
              <a:schemeClr val="tx1"/>
            </a:solidFill>
            <a:prstDash val="dashDot"/>
            <a:headEnd type="none" w="med" len="med"/>
            <a:tailEnd type="triangle" w="med" len="med"/>
          </a:ln>
          <a:effectLst>
            <a:outerShdw blurRad="152400" dist="38100" dir="5400000" algn="t" rotWithShape="0">
              <a:prstClr val="black">
                <a:alpha val="12000"/>
              </a:prstClr>
            </a:outerShdw>
          </a:effectLst>
        </p:spPr>
      </p:cxnSp>
      <p:cxnSp>
        <p:nvCxnSpPr>
          <p:cNvPr id="64" name="直接箭头连接符 63">
            <a:extLst>
              <a:ext uri="{FF2B5EF4-FFF2-40B4-BE49-F238E27FC236}">
                <a16:creationId xmlns="" xmlns:a16="http://schemas.microsoft.com/office/drawing/2014/main" id="{FC940677-F915-4522-BB5D-950A0690E721}"/>
              </a:ext>
            </a:extLst>
          </p:cNvPr>
          <p:cNvCxnSpPr>
            <a:cxnSpLocks/>
          </p:cNvCxnSpPr>
          <p:nvPr/>
        </p:nvCxnSpPr>
        <p:spPr>
          <a:xfrm>
            <a:off x="4148770" y="4130665"/>
            <a:ext cx="578894" cy="0"/>
          </a:xfrm>
          <a:prstGeom prst="straightConnector1">
            <a:avLst/>
          </a:prstGeom>
          <a:noFill/>
          <a:ln w="19050" cap="flat" cmpd="sng" algn="ctr">
            <a:solidFill>
              <a:srgbClr val="EC7061"/>
            </a:solidFill>
            <a:prstDash val="sysDash"/>
            <a:headEnd type="none" w="med" len="med"/>
            <a:tailEnd type="triangle" w="med" len="med"/>
          </a:ln>
          <a:effectLst>
            <a:outerShdw blurRad="152400" dist="38100" dir="5400000" algn="t" rotWithShape="0">
              <a:prstClr val="black">
                <a:alpha val="12000"/>
              </a:prstClr>
            </a:outerShdw>
          </a:effectLst>
        </p:spPr>
      </p:cxnSp>
      <p:cxnSp>
        <p:nvCxnSpPr>
          <p:cNvPr id="65" name="直接箭头连接符 64">
            <a:extLst>
              <a:ext uri="{FF2B5EF4-FFF2-40B4-BE49-F238E27FC236}">
                <a16:creationId xmlns="" xmlns:a16="http://schemas.microsoft.com/office/drawing/2014/main" id="{392BBF19-BFF5-4826-B492-9FF0DE47E265}"/>
              </a:ext>
            </a:extLst>
          </p:cNvPr>
          <p:cNvCxnSpPr>
            <a:cxnSpLocks/>
          </p:cNvCxnSpPr>
          <p:nvPr/>
        </p:nvCxnSpPr>
        <p:spPr>
          <a:xfrm>
            <a:off x="4148770" y="4444793"/>
            <a:ext cx="578894" cy="0"/>
          </a:xfrm>
          <a:prstGeom prst="straightConnector1">
            <a:avLst/>
          </a:prstGeom>
          <a:noFill/>
          <a:ln w="19050" cap="flat" cmpd="sng" algn="ctr">
            <a:solidFill>
              <a:srgbClr val="00B0F0"/>
            </a:solidFill>
            <a:prstDash val="dash"/>
            <a:headEnd type="none" w="med" len="med"/>
            <a:tailEnd type="triangle" w="med" len="med"/>
          </a:ln>
          <a:effectLst>
            <a:outerShdw blurRad="152400" dist="38100" dir="5400000" algn="t" rotWithShape="0">
              <a:prstClr val="black">
                <a:alpha val="12000"/>
              </a:prstClr>
            </a:outerShdw>
          </a:effectLst>
        </p:spPr>
      </p:cxnSp>
      <p:cxnSp>
        <p:nvCxnSpPr>
          <p:cNvPr id="66" name="直接箭头连接符 65">
            <a:extLst>
              <a:ext uri="{FF2B5EF4-FFF2-40B4-BE49-F238E27FC236}">
                <a16:creationId xmlns="" xmlns:a16="http://schemas.microsoft.com/office/drawing/2014/main" id="{392BBF19-BFF5-4826-B492-9FF0DE47E265}"/>
              </a:ext>
            </a:extLst>
          </p:cNvPr>
          <p:cNvCxnSpPr>
            <a:cxnSpLocks/>
          </p:cNvCxnSpPr>
          <p:nvPr/>
        </p:nvCxnSpPr>
        <p:spPr>
          <a:xfrm>
            <a:off x="4148770" y="4750718"/>
            <a:ext cx="578894" cy="0"/>
          </a:xfrm>
          <a:prstGeom prst="straightConnector1">
            <a:avLst/>
          </a:prstGeom>
          <a:noFill/>
          <a:ln w="19050" cap="flat" cmpd="sng" algn="ctr">
            <a:solidFill>
              <a:schemeClr val="tx1"/>
            </a:solidFill>
            <a:prstDash val="dashDot"/>
            <a:headEnd type="none" w="med" len="med"/>
            <a:tailEnd type="triangle" w="med" len="med"/>
          </a:ln>
          <a:effectLst>
            <a:outerShdw blurRad="152400" dist="38100" dir="5400000" algn="t" rotWithShape="0">
              <a:prstClr val="black">
                <a:alpha val="12000"/>
              </a:prstClr>
            </a:outerShdw>
          </a:effectLst>
        </p:spPr>
      </p:cxnSp>
      <p:cxnSp>
        <p:nvCxnSpPr>
          <p:cNvPr id="69" name="直接箭头连接符 68"/>
          <p:cNvCxnSpPr>
            <a:stCxn id="70" idx="0"/>
            <a:endCxn id="16" idx="2"/>
          </p:cNvCxnSpPr>
          <p:nvPr/>
        </p:nvCxnSpPr>
        <p:spPr>
          <a:xfrm flipV="1">
            <a:off x="3227226" y="5424844"/>
            <a:ext cx="0" cy="382290"/>
          </a:xfrm>
          <a:prstGeom prst="straightConnector1">
            <a:avLst/>
          </a:prstGeom>
          <a:noFill/>
          <a:ln w="28575" cap="flat" cmpd="sng" algn="ctr">
            <a:solidFill>
              <a:srgbClr val="00B0F0"/>
            </a:solidFill>
            <a:prstDash val="solid"/>
            <a:miter lim="800000"/>
            <a:tailEnd type="triangle"/>
          </a:ln>
          <a:effectLst/>
        </p:spPr>
      </p:cxnSp>
      <p:sp>
        <p:nvSpPr>
          <p:cNvPr id="70" name="圆角矩形 69"/>
          <p:cNvSpPr/>
          <p:nvPr/>
        </p:nvSpPr>
        <p:spPr>
          <a:xfrm>
            <a:off x="2418052" y="5807134"/>
            <a:ext cx="1618347" cy="338009"/>
          </a:xfrm>
          <a:prstGeom prst="roundRect">
            <a:avLst>
              <a:gd name="adj" fmla="val 2303"/>
            </a:avLst>
          </a:prstGeom>
          <a:solidFill>
            <a:srgbClr val="FFFFCC"/>
          </a:solidFill>
          <a:ln w="12700" cap="flat" cmpd="sng" algn="ctr">
            <a:solidFill>
              <a:srgbClr val="FFD17D"/>
            </a:solidFill>
            <a:prstDash val="solid"/>
            <a:miter lim="800000"/>
          </a:ln>
          <a:effectLst/>
        </p:spPr>
        <p:txBody>
          <a:bodyPr rtlCol="0" anchor="ctr"/>
          <a:lstStyle/>
          <a:p>
            <a:pPr marL="0" marR="0" lvl="0" indent="0" algn="ctr" defTabSz="914400" eaLnBrk="1" fontAlgn="auto" latinLnBrk="0" hangingPunct="1">
              <a:lnSpc>
                <a:spcPts val="2200"/>
              </a:lnSpc>
              <a:spcBef>
                <a:spcPts val="0"/>
              </a:spcBef>
              <a:spcAft>
                <a:spcPts val="0"/>
              </a:spcAft>
              <a:buClrTx/>
              <a:buSzTx/>
              <a:buFontTx/>
              <a:buNone/>
              <a:tabLst/>
              <a:defRPr/>
            </a:pPr>
            <a:r>
              <a:rPr lang="zh-CN" altLang="en-US" sz="1400" kern="0" noProof="0" dirty="0" smtClean="0">
                <a:latin typeface="Huawei Sans"/>
                <a:ea typeface="方正兰亭黑简体"/>
                <a:sym typeface="Huawei Sans" panose="020C0503030203020204" pitchFamily="34" charset="0"/>
              </a:rPr>
              <a:t>采用源目</a:t>
            </a:r>
            <a:r>
              <a:rPr lang="en-US" altLang="zh-CN" sz="1400" kern="0" noProof="0" dirty="0" smtClean="0">
                <a:latin typeface="Huawei Sans"/>
                <a:ea typeface="方正兰亭黑简体"/>
                <a:sym typeface="Huawei Sans" panose="020C0503030203020204" pitchFamily="34" charset="0"/>
              </a:rPr>
              <a:t>IP</a:t>
            </a:r>
            <a:r>
              <a:rPr lang="zh-CN" altLang="en-US" sz="1400" kern="0" noProof="0" dirty="0" smtClean="0">
                <a:latin typeface="Huawei Sans"/>
                <a:ea typeface="方正兰亭黑简体"/>
                <a:sym typeface="Huawei Sans" panose="020C0503030203020204" pitchFamily="34" charset="0"/>
              </a:rPr>
              <a:t>模式</a:t>
            </a:r>
            <a:endParaRPr kumimoji="0" lang="zh-CN" altLang="en-US" sz="1400" u="none" strike="noStrike" kern="0" cap="none" spc="0" normalizeH="0" baseline="0" noProof="0" dirty="0" smtClean="0">
              <a:ln>
                <a:noFill/>
              </a:ln>
              <a:effectLst/>
              <a:uLnTx/>
              <a:uFillTx/>
              <a:latin typeface="Huawei Sans"/>
              <a:ea typeface="方正兰亭黑简体"/>
              <a:sym typeface="Huawei Sans" panose="020C0503030203020204" pitchFamily="34" charset="0"/>
            </a:endParaRPr>
          </a:p>
        </p:txBody>
      </p:sp>
      <p:sp>
        <p:nvSpPr>
          <p:cNvPr id="74" name="圆角矩形 75"/>
          <p:cNvSpPr/>
          <p:nvPr/>
        </p:nvSpPr>
        <p:spPr>
          <a:xfrm>
            <a:off x="497869" y="3184916"/>
            <a:ext cx="5609250" cy="395845"/>
          </a:xfrm>
          <a:prstGeom prst="roundRect">
            <a:avLst>
              <a:gd name="adj" fmla="val 10604"/>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合适的负载分担算法</a:t>
            </a:r>
          </a:p>
        </p:txBody>
      </p:sp>
      <p:sp>
        <p:nvSpPr>
          <p:cNvPr id="75" name="圆角矩形 75"/>
          <p:cNvSpPr/>
          <p:nvPr/>
        </p:nvSpPr>
        <p:spPr>
          <a:xfrm>
            <a:off x="509318" y="3611934"/>
            <a:ext cx="5580362" cy="2758272"/>
          </a:xfrm>
          <a:prstGeom prst="roundRect">
            <a:avLst>
              <a:gd name="adj" fmla="val 874"/>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fontAlgn="ctr"/>
            <a:endParaRPr lang="en-US" altLang="zh-CN" sz="1599" b="1" dirty="0">
              <a:solidFill>
                <a:schemeClr val="tx1">
                  <a:lumMod val="75000"/>
                  <a:lumOff val="25000"/>
                </a:schemeClr>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76" name="圆角矩形 75"/>
          <p:cNvSpPr/>
          <p:nvPr/>
        </p:nvSpPr>
        <p:spPr>
          <a:xfrm>
            <a:off x="8510552" y="3843879"/>
            <a:ext cx="719719" cy="1580965"/>
          </a:xfrm>
          <a:prstGeom prst="roundRect">
            <a:avLst>
              <a:gd name="adj" fmla="val 7243"/>
            </a:avLst>
          </a:prstGeom>
          <a:solidFill>
            <a:srgbClr val="F4FBFE"/>
          </a:solidFill>
          <a:ln w="9525" cap="flat" cmpd="sng" algn="ctr">
            <a:solidFill>
              <a:srgbClr val="99DFF9"/>
            </a:solidFill>
            <a:prstDash val="solid"/>
          </a:ln>
          <a:effectLst/>
        </p:spPr>
        <p:txBody>
          <a:bodyPr rtlCol="0" anchor="ctr"/>
          <a:lstStyle/>
          <a:p>
            <a:pPr algn="ctr" defTabSz="914034" fontAlgn="t">
              <a:spcBef>
                <a:spcPct val="0"/>
              </a:spcBef>
              <a:spcAft>
                <a:spcPct val="0"/>
              </a:spcAft>
              <a:defRPr/>
            </a:pP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7" name="圆角矩形 76"/>
          <p:cNvSpPr/>
          <p:nvPr/>
        </p:nvSpPr>
        <p:spPr>
          <a:xfrm>
            <a:off x="10922653" y="3843879"/>
            <a:ext cx="719719" cy="1580965"/>
          </a:xfrm>
          <a:prstGeom prst="roundRect">
            <a:avLst>
              <a:gd name="adj" fmla="val 7243"/>
            </a:avLst>
          </a:prstGeom>
          <a:solidFill>
            <a:srgbClr val="F4FBFE"/>
          </a:solidFill>
          <a:ln w="9525" cap="flat" cmpd="sng" algn="ctr">
            <a:solidFill>
              <a:srgbClr val="99DFF9"/>
            </a:solidFill>
            <a:prstDash val="solid"/>
          </a:ln>
          <a:effectLst/>
        </p:spPr>
        <p:txBody>
          <a:bodyPr rtlCol="0" anchor="ctr"/>
          <a:lstStyle/>
          <a:p>
            <a:pPr algn="ctr" defTabSz="914034" fontAlgn="t">
              <a:spcBef>
                <a:spcPct val="0"/>
              </a:spcBef>
              <a:spcAft>
                <a:spcPct val="0"/>
              </a:spcAft>
              <a:defRPr/>
            </a:pP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8" name="矩形 77"/>
          <p:cNvSpPr/>
          <p:nvPr/>
        </p:nvSpPr>
        <p:spPr>
          <a:xfrm>
            <a:off x="8529288" y="3842092"/>
            <a:ext cx="663115" cy="307657"/>
          </a:xfrm>
          <a:prstGeom prst="rect">
            <a:avLst/>
          </a:prstGeom>
        </p:spPr>
        <p:txBody>
          <a:bodyPr wrap="square">
            <a:spAutoFit/>
          </a:bodyPr>
          <a:lstStyle/>
          <a:p>
            <a:pPr algn="ctr"/>
            <a:r>
              <a:rPr lang="en-US" altLang="zh-CN" sz="1399" b="1" dirty="0">
                <a:latin typeface="Huawei Sans" panose="020C0503030203020204" pitchFamily="34" charset="0"/>
                <a:ea typeface="方正兰亭黑简体" panose="02000000000000000000" pitchFamily="2" charset="-122"/>
                <a:sym typeface="Huawei Sans" panose="020C0503030203020204" pitchFamily="34" charset="0"/>
              </a:rPr>
              <a:t>SW1</a:t>
            </a:r>
            <a:endParaRPr lang="zh-CN" altLang="en-US" sz="1399"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9" name="矩形 78"/>
          <p:cNvSpPr/>
          <p:nvPr/>
        </p:nvSpPr>
        <p:spPr>
          <a:xfrm>
            <a:off x="10942022" y="3841325"/>
            <a:ext cx="663115" cy="307657"/>
          </a:xfrm>
          <a:prstGeom prst="rect">
            <a:avLst/>
          </a:prstGeom>
        </p:spPr>
        <p:txBody>
          <a:bodyPr wrap="square">
            <a:spAutoFit/>
          </a:bodyPr>
          <a:lstStyle/>
          <a:p>
            <a:pPr algn="ctr"/>
            <a:r>
              <a:rPr lang="en-US" altLang="zh-CN" sz="1399" b="1" dirty="0">
                <a:latin typeface="Huawei Sans" panose="020C0503030203020204" pitchFamily="34" charset="0"/>
                <a:ea typeface="方正兰亭黑简体" panose="02000000000000000000" pitchFamily="2" charset="-122"/>
                <a:sym typeface="Huawei Sans" panose="020C0503030203020204" pitchFamily="34" charset="0"/>
              </a:rPr>
              <a:t>SW2</a:t>
            </a:r>
            <a:endParaRPr lang="zh-CN" altLang="en-US" sz="1399" b="1"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80" name="组合 79">
            <a:extLst>
              <a:ext uri="{FF2B5EF4-FFF2-40B4-BE49-F238E27FC236}">
                <a16:creationId xmlns="" xmlns:a16="http://schemas.microsoft.com/office/drawing/2014/main" id="{2C6D8F46-1254-485A-AB3D-7A037411E3DA}"/>
              </a:ext>
            </a:extLst>
          </p:cNvPr>
          <p:cNvGrpSpPr/>
          <p:nvPr/>
        </p:nvGrpSpPr>
        <p:grpSpPr>
          <a:xfrm>
            <a:off x="9506823" y="4088303"/>
            <a:ext cx="1160129" cy="1175084"/>
            <a:chOff x="6623190" y="5220119"/>
            <a:chExt cx="1129417" cy="228830"/>
          </a:xfrm>
          <a:solidFill>
            <a:srgbClr val="F4FBFE"/>
          </a:solidFill>
        </p:grpSpPr>
        <p:sp>
          <p:nvSpPr>
            <p:cNvPr id="81" name="任意多边形: 形状 67">
              <a:extLst>
                <a:ext uri="{FF2B5EF4-FFF2-40B4-BE49-F238E27FC236}">
                  <a16:creationId xmlns="" xmlns:a16="http://schemas.microsoft.com/office/drawing/2014/main" id="{DDE7F5E3-EC99-4B98-9942-9CF564C3EC09}"/>
                </a:ext>
              </a:extLst>
            </p:cNvPr>
            <p:cNvSpPr/>
            <p:nvPr/>
          </p:nvSpPr>
          <p:spPr>
            <a:xfrm flipH="1">
              <a:off x="6623190" y="5220119"/>
              <a:ext cx="1075309" cy="228830"/>
            </a:xfrm>
            <a:custGeom>
              <a:avLst/>
              <a:gdLst>
                <a:gd name="connsiteX0" fmla="*/ 0 w 1703698"/>
                <a:gd name="connsiteY0" fmla="*/ 0 h 627538"/>
                <a:gd name="connsiteX1" fmla="*/ 1572253 w 1703698"/>
                <a:gd name="connsiteY1" fmla="*/ 0 h 627538"/>
                <a:gd name="connsiteX2" fmla="*/ 1703698 w 1703698"/>
                <a:gd name="connsiteY2" fmla="*/ 313769 h 627538"/>
                <a:gd name="connsiteX3" fmla="*/ 1572253 w 1703698"/>
                <a:gd name="connsiteY3" fmla="*/ 627538 h 627538"/>
                <a:gd name="connsiteX4" fmla="*/ 1572249 w 1703698"/>
                <a:gd name="connsiteY4" fmla="*/ 627537 h 627538"/>
                <a:gd name="connsiteX5" fmla="*/ 0 w 1703698"/>
                <a:gd name="connsiteY5" fmla="*/ 627537 h 627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03698" h="627538">
                  <a:moveTo>
                    <a:pt x="0" y="0"/>
                  </a:moveTo>
                  <a:lnTo>
                    <a:pt x="1572253" y="0"/>
                  </a:lnTo>
                  <a:cubicBezTo>
                    <a:pt x="1644848" y="0"/>
                    <a:pt x="1703698" y="140479"/>
                    <a:pt x="1703698" y="313769"/>
                  </a:cubicBezTo>
                  <a:cubicBezTo>
                    <a:pt x="1703698" y="487059"/>
                    <a:pt x="1644848" y="627538"/>
                    <a:pt x="1572253" y="627538"/>
                  </a:cubicBezTo>
                  <a:lnTo>
                    <a:pt x="1572249" y="627537"/>
                  </a:lnTo>
                  <a:lnTo>
                    <a:pt x="0" y="627537"/>
                  </a:lnTo>
                  <a:close/>
                </a:path>
              </a:pathLst>
            </a:custGeom>
            <a:grpFill/>
            <a:ln w="12700">
              <a:solidFill>
                <a:srgbClr val="99DFF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2" name="椭圆 81">
              <a:extLst>
                <a:ext uri="{FF2B5EF4-FFF2-40B4-BE49-F238E27FC236}">
                  <a16:creationId xmlns="" xmlns:a16="http://schemas.microsoft.com/office/drawing/2014/main" id="{7EEDE773-BD04-46B5-ACD7-D793E0BC1578}"/>
                </a:ext>
              </a:extLst>
            </p:cNvPr>
            <p:cNvSpPr/>
            <p:nvPr/>
          </p:nvSpPr>
          <p:spPr>
            <a:xfrm>
              <a:off x="7644390" y="5220119"/>
              <a:ext cx="108217" cy="228830"/>
            </a:xfrm>
            <a:prstGeom prst="ellipse">
              <a:avLst/>
            </a:prstGeom>
            <a:grpFill/>
            <a:ln w="12700">
              <a:solidFill>
                <a:srgbClr val="99DFF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nvGrpSpPr>
          <p:cNvPr id="83" name="组合 82"/>
          <p:cNvGrpSpPr/>
          <p:nvPr/>
        </p:nvGrpSpPr>
        <p:grpSpPr>
          <a:xfrm>
            <a:off x="9127020" y="4130665"/>
            <a:ext cx="1922960" cy="215916"/>
            <a:chOff x="8039439" y="2956237"/>
            <a:chExt cx="1923711" cy="216000"/>
          </a:xfrm>
        </p:grpSpPr>
        <p:sp>
          <p:nvSpPr>
            <p:cNvPr id="84" name="椭圆 83">
              <a:extLst>
                <a:ext uri="{FF2B5EF4-FFF2-40B4-BE49-F238E27FC236}">
                  <a16:creationId xmlns="" xmlns:a16="http://schemas.microsoft.com/office/drawing/2014/main" id="{7DBB15C3-7119-4BF5-AC36-6F6AFF9EB213}"/>
                </a:ext>
              </a:extLst>
            </p:cNvPr>
            <p:cNvSpPr/>
            <p:nvPr/>
          </p:nvSpPr>
          <p:spPr>
            <a:xfrm>
              <a:off x="8039439" y="2956237"/>
              <a:ext cx="216000" cy="216000"/>
            </a:xfrm>
            <a:prstGeom prst="ellipse">
              <a:avLst/>
            </a:prstGeom>
            <a:solidFill>
              <a:srgbClr val="8CCAA1"/>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100" b="1" dirty="0" smtClea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S</a:t>
              </a:r>
              <a:endParaRPr lang="zh-CN" altLang="en-US" sz="11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5" name="椭圆 84">
              <a:extLst>
                <a:ext uri="{FF2B5EF4-FFF2-40B4-BE49-F238E27FC236}">
                  <a16:creationId xmlns="" xmlns:a16="http://schemas.microsoft.com/office/drawing/2014/main" id="{7DBB15C3-7119-4BF5-AC36-6F6AFF9EB213}"/>
                </a:ext>
              </a:extLst>
            </p:cNvPr>
            <p:cNvSpPr/>
            <p:nvPr/>
          </p:nvSpPr>
          <p:spPr>
            <a:xfrm>
              <a:off x="9747150" y="2956237"/>
              <a:ext cx="216000" cy="216000"/>
            </a:xfrm>
            <a:prstGeom prst="ellipse">
              <a:avLst/>
            </a:prstGeom>
            <a:solidFill>
              <a:srgbClr val="8CCAA1"/>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100" b="1" dirty="0" smtClea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S</a:t>
              </a:r>
              <a:endParaRPr lang="zh-CN" altLang="en-US" sz="11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86" name="直接连接符 85"/>
            <p:cNvCxnSpPr>
              <a:stCxn id="85" idx="2"/>
              <a:endCxn id="84" idx="6"/>
            </p:cNvCxnSpPr>
            <p:nvPr/>
          </p:nvCxnSpPr>
          <p:spPr bwMode="auto">
            <a:xfrm flipH="1">
              <a:off x="8255439" y="3064237"/>
              <a:ext cx="1491711" cy="0"/>
            </a:xfrm>
            <a:prstGeom prst="line">
              <a:avLst/>
            </a:prstGeom>
            <a:solidFill>
              <a:schemeClr val="accent1"/>
            </a:solidFill>
            <a:ln w="19050" cap="flat" cmpd="sng" algn="ctr">
              <a:solidFill>
                <a:schemeClr val="tx1"/>
              </a:solidFill>
              <a:prstDash val="solid"/>
              <a:round/>
              <a:headEnd type="none" w="med" len="med"/>
              <a:tailEnd type="none" w="med" len="med"/>
            </a:ln>
            <a:effectLst/>
          </p:spPr>
        </p:cxnSp>
      </p:grpSp>
      <p:grpSp>
        <p:nvGrpSpPr>
          <p:cNvPr id="87" name="组合 86"/>
          <p:cNvGrpSpPr/>
          <p:nvPr/>
        </p:nvGrpSpPr>
        <p:grpSpPr>
          <a:xfrm>
            <a:off x="9127020" y="4447449"/>
            <a:ext cx="1922960" cy="215916"/>
            <a:chOff x="8039439" y="3252730"/>
            <a:chExt cx="1923711" cy="216000"/>
          </a:xfrm>
        </p:grpSpPr>
        <p:cxnSp>
          <p:nvCxnSpPr>
            <p:cNvPr id="88" name="直接连接符 87"/>
            <p:cNvCxnSpPr>
              <a:stCxn id="90" idx="2"/>
              <a:endCxn id="89" idx="6"/>
            </p:cNvCxnSpPr>
            <p:nvPr/>
          </p:nvCxnSpPr>
          <p:spPr bwMode="auto">
            <a:xfrm flipH="1">
              <a:off x="8255439" y="3360730"/>
              <a:ext cx="1491711" cy="0"/>
            </a:xfrm>
            <a:prstGeom prst="line">
              <a:avLst/>
            </a:prstGeom>
            <a:solidFill>
              <a:schemeClr val="accent1"/>
            </a:solidFill>
            <a:ln w="19050" cap="flat" cmpd="sng" algn="ctr">
              <a:solidFill>
                <a:schemeClr val="tx1"/>
              </a:solidFill>
              <a:prstDash val="solid"/>
              <a:round/>
              <a:headEnd type="none" w="med" len="med"/>
              <a:tailEnd type="none" w="med" len="med"/>
            </a:ln>
            <a:effectLst/>
          </p:spPr>
        </p:cxnSp>
        <p:sp>
          <p:nvSpPr>
            <p:cNvPr id="89" name="椭圆 88">
              <a:extLst>
                <a:ext uri="{FF2B5EF4-FFF2-40B4-BE49-F238E27FC236}">
                  <a16:creationId xmlns="" xmlns:a16="http://schemas.microsoft.com/office/drawing/2014/main" id="{7DBB15C3-7119-4BF5-AC36-6F6AFF9EB213}"/>
                </a:ext>
              </a:extLst>
            </p:cNvPr>
            <p:cNvSpPr/>
            <p:nvPr/>
          </p:nvSpPr>
          <p:spPr>
            <a:xfrm>
              <a:off x="8039439" y="3252730"/>
              <a:ext cx="216000" cy="216000"/>
            </a:xfrm>
            <a:prstGeom prst="ellipse">
              <a:avLst/>
            </a:prstGeom>
            <a:solidFill>
              <a:srgbClr val="8CCAA1"/>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100" b="1" dirty="0" smtClea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S</a:t>
              </a:r>
              <a:endParaRPr lang="zh-CN" altLang="en-US" sz="11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0" name="椭圆 89">
              <a:extLst>
                <a:ext uri="{FF2B5EF4-FFF2-40B4-BE49-F238E27FC236}">
                  <a16:creationId xmlns="" xmlns:a16="http://schemas.microsoft.com/office/drawing/2014/main" id="{7DBB15C3-7119-4BF5-AC36-6F6AFF9EB213}"/>
                </a:ext>
              </a:extLst>
            </p:cNvPr>
            <p:cNvSpPr/>
            <p:nvPr/>
          </p:nvSpPr>
          <p:spPr>
            <a:xfrm>
              <a:off x="9747150" y="3252730"/>
              <a:ext cx="216000" cy="216000"/>
            </a:xfrm>
            <a:prstGeom prst="ellipse">
              <a:avLst/>
            </a:prstGeom>
            <a:solidFill>
              <a:srgbClr val="8CCAA1"/>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100" b="1" dirty="0" smtClea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S</a:t>
              </a:r>
              <a:endParaRPr lang="zh-CN" altLang="en-US" sz="11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nvGrpSpPr>
          <p:cNvPr id="91" name="组合 90"/>
          <p:cNvGrpSpPr/>
          <p:nvPr/>
        </p:nvGrpSpPr>
        <p:grpSpPr>
          <a:xfrm>
            <a:off x="9127020" y="4764232"/>
            <a:ext cx="1922960" cy="215916"/>
            <a:chOff x="8039439" y="3595371"/>
            <a:chExt cx="1923711" cy="216000"/>
          </a:xfrm>
        </p:grpSpPr>
        <p:cxnSp>
          <p:nvCxnSpPr>
            <p:cNvPr id="92" name="直接连接符 91"/>
            <p:cNvCxnSpPr>
              <a:stCxn id="94" idx="2"/>
              <a:endCxn id="93" idx="6"/>
            </p:cNvCxnSpPr>
            <p:nvPr/>
          </p:nvCxnSpPr>
          <p:spPr bwMode="auto">
            <a:xfrm flipH="1">
              <a:off x="8255439" y="3703371"/>
              <a:ext cx="1491711" cy="0"/>
            </a:xfrm>
            <a:prstGeom prst="line">
              <a:avLst/>
            </a:prstGeom>
            <a:solidFill>
              <a:schemeClr val="accent1"/>
            </a:solidFill>
            <a:ln w="19050" cap="flat" cmpd="sng" algn="ctr">
              <a:solidFill>
                <a:schemeClr val="tx1"/>
              </a:solidFill>
              <a:prstDash val="solid"/>
              <a:round/>
              <a:headEnd type="none" w="med" len="med"/>
              <a:tailEnd type="none" w="med" len="med"/>
            </a:ln>
            <a:effectLst/>
          </p:spPr>
        </p:cxnSp>
        <p:sp>
          <p:nvSpPr>
            <p:cNvPr id="93" name="椭圆 92">
              <a:extLst>
                <a:ext uri="{FF2B5EF4-FFF2-40B4-BE49-F238E27FC236}">
                  <a16:creationId xmlns="" xmlns:a16="http://schemas.microsoft.com/office/drawing/2014/main" id="{7DBB15C3-7119-4BF5-AC36-6F6AFF9EB213}"/>
                </a:ext>
              </a:extLst>
            </p:cNvPr>
            <p:cNvSpPr/>
            <p:nvPr/>
          </p:nvSpPr>
          <p:spPr>
            <a:xfrm>
              <a:off x="8039439" y="3595371"/>
              <a:ext cx="216000" cy="216000"/>
            </a:xfrm>
            <a:prstGeom prst="ellipse">
              <a:avLst/>
            </a:prstGeom>
            <a:solidFill>
              <a:srgbClr val="8CCAA1"/>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100" b="1" dirty="0" smtClea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S</a:t>
              </a:r>
              <a:endParaRPr lang="zh-CN" altLang="en-US" sz="11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4" name="椭圆 93">
              <a:extLst>
                <a:ext uri="{FF2B5EF4-FFF2-40B4-BE49-F238E27FC236}">
                  <a16:creationId xmlns="" xmlns:a16="http://schemas.microsoft.com/office/drawing/2014/main" id="{7DBB15C3-7119-4BF5-AC36-6F6AFF9EB213}"/>
                </a:ext>
              </a:extLst>
            </p:cNvPr>
            <p:cNvSpPr/>
            <p:nvPr/>
          </p:nvSpPr>
          <p:spPr>
            <a:xfrm>
              <a:off x="9747150" y="3595371"/>
              <a:ext cx="216000" cy="216000"/>
            </a:xfrm>
            <a:prstGeom prst="ellipse">
              <a:avLst/>
            </a:prstGeom>
            <a:solidFill>
              <a:srgbClr val="8CCAA1"/>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100" b="1" dirty="0" smtClea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S</a:t>
              </a:r>
              <a:endParaRPr lang="zh-CN" altLang="en-US" sz="11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95" name="TextBox 120">
            <a:extLst>
              <a:ext uri="{FF2B5EF4-FFF2-40B4-BE49-F238E27FC236}">
                <a16:creationId xmlns="" xmlns:a16="http://schemas.microsoft.com/office/drawing/2014/main" id="{890033A1-CB2B-46C1-843C-A395BBB7F123}"/>
              </a:ext>
            </a:extLst>
          </p:cNvPr>
          <p:cNvSpPr txBox="1"/>
          <p:nvPr/>
        </p:nvSpPr>
        <p:spPr>
          <a:xfrm>
            <a:off x="9182038" y="5263387"/>
            <a:ext cx="1874368" cy="307657"/>
          </a:xfrm>
          <a:prstGeom prst="rect">
            <a:avLst/>
          </a:prstGeom>
          <a:noFill/>
        </p:spPr>
        <p:txBody>
          <a:bodyPr wrap="square" rtlCol="0" anchor="ctr">
            <a:spAutoFit/>
          </a:bodyPr>
          <a:lstStyle/>
          <a:p>
            <a:pPr algn="ctr"/>
            <a:r>
              <a:rPr lang="en-US" altLang="zh-CN" sz="1399" b="1" dirty="0">
                <a:latin typeface="Huawei Sans" panose="020C0503030203020204" pitchFamily="34" charset="0"/>
                <a:ea typeface="方正兰亭黑简体" panose="02000000000000000000" pitchFamily="2" charset="-122"/>
                <a:sym typeface="Huawei Sans" panose="020C0503030203020204" pitchFamily="34" charset="0"/>
              </a:rPr>
              <a:t>Eth-Trunk</a:t>
            </a:r>
            <a:endParaRPr lang="zh-CN" altLang="en-US" sz="1399" b="1"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96" name="组合 95"/>
          <p:cNvGrpSpPr/>
          <p:nvPr/>
        </p:nvGrpSpPr>
        <p:grpSpPr>
          <a:xfrm>
            <a:off x="9127020" y="5081016"/>
            <a:ext cx="1922960" cy="215916"/>
            <a:chOff x="8039439" y="3906959"/>
            <a:chExt cx="1923711" cy="216000"/>
          </a:xfrm>
        </p:grpSpPr>
        <p:cxnSp>
          <p:nvCxnSpPr>
            <p:cNvPr id="97" name="直接连接符 96"/>
            <p:cNvCxnSpPr>
              <a:stCxn id="99" idx="2"/>
              <a:endCxn id="98" idx="6"/>
            </p:cNvCxnSpPr>
            <p:nvPr/>
          </p:nvCxnSpPr>
          <p:spPr bwMode="auto">
            <a:xfrm flipH="1">
              <a:off x="8255439" y="4014959"/>
              <a:ext cx="1491711" cy="0"/>
            </a:xfrm>
            <a:prstGeom prst="line">
              <a:avLst/>
            </a:prstGeom>
            <a:solidFill>
              <a:schemeClr val="accent1"/>
            </a:solidFill>
            <a:ln w="19050" cap="flat" cmpd="sng" algn="ctr">
              <a:solidFill>
                <a:schemeClr val="tx1"/>
              </a:solidFill>
              <a:prstDash val="solid"/>
              <a:round/>
              <a:headEnd type="none" w="med" len="med"/>
              <a:tailEnd type="none" w="med" len="med"/>
            </a:ln>
            <a:effectLst/>
          </p:spPr>
        </p:cxnSp>
        <p:sp>
          <p:nvSpPr>
            <p:cNvPr id="98" name="椭圆 97">
              <a:extLst>
                <a:ext uri="{FF2B5EF4-FFF2-40B4-BE49-F238E27FC236}">
                  <a16:creationId xmlns="" xmlns:a16="http://schemas.microsoft.com/office/drawing/2014/main" id="{7DBB15C3-7119-4BF5-AC36-6F6AFF9EB213}"/>
                </a:ext>
              </a:extLst>
            </p:cNvPr>
            <p:cNvSpPr/>
            <p:nvPr/>
          </p:nvSpPr>
          <p:spPr>
            <a:xfrm>
              <a:off x="8039439" y="3906959"/>
              <a:ext cx="216000" cy="216000"/>
            </a:xfrm>
            <a:prstGeom prst="ellipse">
              <a:avLst/>
            </a:prstGeom>
            <a:solidFill>
              <a:srgbClr val="8CCAA1"/>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100" b="1" dirty="0" smtClea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S</a:t>
              </a:r>
              <a:endParaRPr lang="zh-CN" altLang="en-US" sz="11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9" name="椭圆 98">
              <a:extLst>
                <a:ext uri="{FF2B5EF4-FFF2-40B4-BE49-F238E27FC236}">
                  <a16:creationId xmlns="" xmlns:a16="http://schemas.microsoft.com/office/drawing/2014/main" id="{7DBB15C3-7119-4BF5-AC36-6F6AFF9EB213}"/>
                </a:ext>
              </a:extLst>
            </p:cNvPr>
            <p:cNvSpPr/>
            <p:nvPr/>
          </p:nvSpPr>
          <p:spPr>
            <a:xfrm>
              <a:off x="9747150" y="3906959"/>
              <a:ext cx="216000" cy="216000"/>
            </a:xfrm>
            <a:prstGeom prst="ellipse">
              <a:avLst/>
            </a:prstGeom>
            <a:solidFill>
              <a:srgbClr val="8CCAA1"/>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100" b="1" dirty="0" smtClea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S</a:t>
              </a:r>
              <a:endParaRPr lang="zh-CN" altLang="en-US" sz="11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cxnSp>
        <p:nvCxnSpPr>
          <p:cNvPr id="100" name="直接箭头连接符 99">
            <a:extLst>
              <a:ext uri="{FF2B5EF4-FFF2-40B4-BE49-F238E27FC236}">
                <a16:creationId xmlns="" xmlns:a16="http://schemas.microsoft.com/office/drawing/2014/main" id="{FC940677-F915-4522-BB5D-950A0690E721}"/>
              </a:ext>
            </a:extLst>
          </p:cNvPr>
          <p:cNvCxnSpPr>
            <a:cxnSpLocks/>
          </p:cNvCxnSpPr>
          <p:nvPr/>
        </p:nvCxnSpPr>
        <p:spPr>
          <a:xfrm>
            <a:off x="6998218" y="4339843"/>
            <a:ext cx="578894" cy="0"/>
          </a:xfrm>
          <a:prstGeom prst="straightConnector1">
            <a:avLst/>
          </a:prstGeom>
          <a:noFill/>
          <a:ln w="19050" cap="flat" cmpd="sng" algn="ctr">
            <a:solidFill>
              <a:srgbClr val="EC7061"/>
            </a:solidFill>
            <a:prstDash val="sysDash"/>
            <a:headEnd type="none" w="med" len="med"/>
            <a:tailEnd type="triangle" w="med" len="med"/>
          </a:ln>
          <a:effectLst>
            <a:outerShdw blurRad="152400" dist="38100" dir="5400000" algn="t" rotWithShape="0">
              <a:prstClr val="black">
                <a:alpha val="12000"/>
              </a:prstClr>
            </a:outerShdw>
          </a:effectLst>
        </p:spPr>
      </p:cxnSp>
      <p:cxnSp>
        <p:nvCxnSpPr>
          <p:cNvPr id="101" name="直接箭头连接符 100">
            <a:extLst>
              <a:ext uri="{FF2B5EF4-FFF2-40B4-BE49-F238E27FC236}">
                <a16:creationId xmlns="" xmlns:a16="http://schemas.microsoft.com/office/drawing/2014/main" id="{392BBF19-BFF5-4826-B492-9FF0DE47E265}"/>
              </a:ext>
            </a:extLst>
          </p:cNvPr>
          <p:cNvCxnSpPr>
            <a:cxnSpLocks/>
          </p:cNvCxnSpPr>
          <p:nvPr/>
        </p:nvCxnSpPr>
        <p:spPr>
          <a:xfrm>
            <a:off x="6998218" y="4587624"/>
            <a:ext cx="578894" cy="0"/>
          </a:xfrm>
          <a:prstGeom prst="straightConnector1">
            <a:avLst/>
          </a:prstGeom>
          <a:noFill/>
          <a:ln w="19050" cap="flat" cmpd="sng" algn="ctr">
            <a:solidFill>
              <a:srgbClr val="00B0F0"/>
            </a:solidFill>
            <a:prstDash val="dash"/>
            <a:headEnd type="none" w="med" len="med"/>
            <a:tailEnd type="triangle" w="med" len="med"/>
          </a:ln>
          <a:effectLst>
            <a:outerShdw blurRad="152400" dist="38100" dir="5400000" algn="t" rotWithShape="0">
              <a:prstClr val="black">
                <a:alpha val="12000"/>
              </a:prstClr>
            </a:outerShdw>
          </a:effectLst>
        </p:spPr>
      </p:cxnSp>
      <p:sp>
        <p:nvSpPr>
          <p:cNvPr id="102" name="矩形 101">
            <a:extLst>
              <a:ext uri="{FF2B5EF4-FFF2-40B4-BE49-F238E27FC236}">
                <a16:creationId xmlns:a16="http://schemas.microsoft.com/office/drawing/2014/main" xmlns="" id="{63EC1A45-DE44-4732-A300-8A63DEFB1977}"/>
              </a:ext>
            </a:extLst>
          </p:cNvPr>
          <p:cNvSpPr/>
          <p:nvPr/>
        </p:nvSpPr>
        <p:spPr>
          <a:xfrm>
            <a:off x="6594245" y="4220398"/>
            <a:ext cx="1386840" cy="734120"/>
          </a:xfrm>
          <a:prstGeom prst="rect">
            <a:avLst/>
          </a:prstGeom>
          <a:noFill/>
          <a:ln w="12700">
            <a:solidFill>
              <a:schemeClr val="bg1">
                <a:lumMod val="6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3" name="TextBox 120">
            <a:extLst>
              <a:ext uri="{FF2B5EF4-FFF2-40B4-BE49-F238E27FC236}">
                <a16:creationId xmlns:a16="http://schemas.microsoft.com/office/drawing/2014/main" xmlns="" id="{5323F67A-9438-4080-AB0F-1592FD1B35BB}"/>
              </a:ext>
            </a:extLst>
          </p:cNvPr>
          <p:cNvSpPr txBox="1"/>
          <p:nvPr/>
        </p:nvSpPr>
        <p:spPr>
          <a:xfrm>
            <a:off x="6232942" y="4986388"/>
            <a:ext cx="2277610" cy="276999"/>
          </a:xfrm>
          <a:prstGeom prst="rect">
            <a:avLst/>
          </a:prstGeom>
          <a:noFill/>
          <a:ln>
            <a:noFill/>
          </a:ln>
        </p:spPr>
        <p:txBody>
          <a:bodyPr wrap="square" rtlCol="0">
            <a:spAutoFit/>
          </a:bodyPr>
          <a:lstStyle/>
          <a:p>
            <a:r>
              <a:rPr lang="zh-CN" altLang="en-US" sz="1200" dirty="0" smtClean="0">
                <a:latin typeface="Huawei Sans" panose="020C0503030203020204" pitchFamily="34" charset="0"/>
                <a:ea typeface="方正兰亭黑简体" panose="02000000000000000000" pitchFamily="2" charset="-122"/>
                <a:sym typeface="Huawei Sans" panose="020C0503030203020204" pitchFamily="34" charset="0"/>
              </a:rPr>
              <a:t>源目</a:t>
            </a:r>
            <a:r>
              <a:rPr lang="en-US" altLang="zh-CN" sz="1200" dirty="0" smtClean="0">
                <a:latin typeface="Huawei Sans" panose="020C0503030203020204" pitchFamily="34" charset="0"/>
                <a:ea typeface="方正兰亭黑简体" panose="02000000000000000000" pitchFamily="2" charset="-122"/>
                <a:sym typeface="Huawei Sans" panose="020C0503030203020204" pitchFamily="34" charset="0"/>
              </a:rPr>
              <a:t>MAC</a:t>
            </a:r>
            <a:r>
              <a:rPr lang="zh-CN" altLang="en-US" sz="1200" dirty="0" smtClean="0">
                <a:latin typeface="Huawei Sans" panose="020C0503030203020204" pitchFamily="34" charset="0"/>
                <a:ea typeface="方正兰亭黑简体" panose="02000000000000000000" pitchFamily="2" charset="-122"/>
                <a:sym typeface="Huawei Sans" panose="020C0503030203020204" pitchFamily="34" charset="0"/>
              </a:rPr>
              <a:t>相同，源目</a:t>
            </a:r>
            <a:r>
              <a:rPr lang="en-US" altLang="zh-CN" sz="1200" dirty="0" smtClean="0">
                <a:latin typeface="Huawei Sans" panose="020C0503030203020204" pitchFamily="34" charset="0"/>
                <a:ea typeface="方正兰亭黑简体" panose="02000000000000000000" pitchFamily="2" charset="-122"/>
                <a:sym typeface="Huawei Sans" panose="020C0503030203020204" pitchFamily="34" charset="0"/>
              </a:rPr>
              <a:t>IP</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不同</a:t>
            </a:r>
          </a:p>
        </p:txBody>
      </p:sp>
      <p:cxnSp>
        <p:nvCxnSpPr>
          <p:cNvPr id="104" name="直接箭头连接符 103">
            <a:extLst>
              <a:ext uri="{FF2B5EF4-FFF2-40B4-BE49-F238E27FC236}">
                <a16:creationId xmlns="" xmlns:a16="http://schemas.microsoft.com/office/drawing/2014/main" id="{392BBF19-BFF5-4826-B492-9FF0DE47E265}"/>
              </a:ext>
            </a:extLst>
          </p:cNvPr>
          <p:cNvCxnSpPr>
            <a:cxnSpLocks/>
          </p:cNvCxnSpPr>
          <p:nvPr/>
        </p:nvCxnSpPr>
        <p:spPr>
          <a:xfrm>
            <a:off x="6998218" y="4835405"/>
            <a:ext cx="578894" cy="0"/>
          </a:xfrm>
          <a:prstGeom prst="straightConnector1">
            <a:avLst/>
          </a:prstGeom>
          <a:noFill/>
          <a:ln w="19050" cap="flat" cmpd="sng" algn="ctr">
            <a:solidFill>
              <a:schemeClr val="tx1"/>
            </a:solidFill>
            <a:prstDash val="dashDot"/>
            <a:headEnd type="none" w="med" len="med"/>
            <a:tailEnd type="triangle" w="med" len="med"/>
          </a:ln>
          <a:effectLst>
            <a:outerShdw blurRad="152400" dist="38100" dir="5400000" algn="t" rotWithShape="0">
              <a:prstClr val="black">
                <a:alpha val="12000"/>
              </a:prstClr>
            </a:outerShdw>
          </a:effectLst>
        </p:spPr>
      </p:cxnSp>
      <p:cxnSp>
        <p:nvCxnSpPr>
          <p:cNvPr id="105" name="直接箭头连接符 104">
            <a:extLst>
              <a:ext uri="{FF2B5EF4-FFF2-40B4-BE49-F238E27FC236}">
                <a16:creationId xmlns="" xmlns:a16="http://schemas.microsoft.com/office/drawing/2014/main" id="{FC940677-F915-4522-BB5D-950A0690E721}"/>
              </a:ext>
            </a:extLst>
          </p:cNvPr>
          <p:cNvCxnSpPr>
            <a:cxnSpLocks/>
          </p:cNvCxnSpPr>
          <p:nvPr/>
        </p:nvCxnSpPr>
        <p:spPr>
          <a:xfrm>
            <a:off x="9791956" y="3928040"/>
            <a:ext cx="578894" cy="0"/>
          </a:xfrm>
          <a:prstGeom prst="straightConnector1">
            <a:avLst/>
          </a:prstGeom>
          <a:noFill/>
          <a:ln w="19050" cap="flat" cmpd="sng" algn="ctr">
            <a:solidFill>
              <a:srgbClr val="EC7061"/>
            </a:solidFill>
            <a:prstDash val="sysDash"/>
            <a:headEnd type="none" w="med" len="med"/>
            <a:tailEnd type="triangle" w="med" len="med"/>
          </a:ln>
          <a:effectLst>
            <a:outerShdw blurRad="152400" dist="38100" dir="5400000" algn="t" rotWithShape="0">
              <a:prstClr val="black">
                <a:alpha val="12000"/>
              </a:prstClr>
            </a:outerShdw>
          </a:effectLst>
        </p:spPr>
      </p:cxnSp>
      <p:cxnSp>
        <p:nvCxnSpPr>
          <p:cNvPr id="106" name="直接箭头连接符 105">
            <a:extLst>
              <a:ext uri="{FF2B5EF4-FFF2-40B4-BE49-F238E27FC236}">
                <a16:creationId xmlns="" xmlns:a16="http://schemas.microsoft.com/office/drawing/2014/main" id="{392BBF19-BFF5-4826-B492-9FF0DE47E265}"/>
              </a:ext>
            </a:extLst>
          </p:cNvPr>
          <p:cNvCxnSpPr>
            <a:cxnSpLocks/>
          </p:cNvCxnSpPr>
          <p:nvPr/>
        </p:nvCxnSpPr>
        <p:spPr>
          <a:xfrm>
            <a:off x="9791956" y="4041024"/>
            <a:ext cx="578894" cy="0"/>
          </a:xfrm>
          <a:prstGeom prst="straightConnector1">
            <a:avLst/>
          </a:prstGeom>
          <a:noFill/>
          <a:ln w="19050" cap="flat" cmpd="sng" algn="ctr">
            <a:solidFill>
              <a:srgbClr val="00B0F0"/>
            </a:solidFill>
            <a:prstDash val="dash"/>
            <a:headEnd type="none" w="med" len="med"/>
            <a:tailEnd type="triangle" w="med" len="med"/>
          </a:ln>
          <a:effectLst>
            <a:outerShdw blurRad="152400" dist="38100" dir="5400000" algn="t" rotWithShape="0">
              <a:prstClr val="black">
                <a:alpha val="12000"/>
              </a:prstClr>
            </a:outerShdw>
          </a:effectLst>
        </p:spPr>
      </p:cxnSp>
      <p:cxnSp>
        <p:nvCxnSpPr>
          <p:cNvPr id="107" name="直接箭头连接符 106">
            <a:extLst>
              <a:ext uri="{FF2B5EF4-FFF2-40B4-BE49-F238E27FC236}">
                <a16:creationId xmlns="" xmlns:a16="http://schemas.microsoft.com/office/drawing/2014/main" id="{392BBF19-BFF5-4826-B492-9FF0DE47E265}"/>
              </a:ext>
            </a:extLst>
          </p:cNvPr>
          <p:cNvCxnSpPr>
            <a:cxnSpLocks/>
          </p:cNvCxnSpPr>
          <p:nvPr/>
        </p:nvCxnSpPr>
        <p:spPr>
          <a:xfrm>
            <a:off x="9791956" y="4148982"/>
            <a:ext cx="578894" cy="0"/>
          </a:xfrm>
          <a:prstGeom prst="straightConnector1">
            <a:avLst/>
          </a:prstGeom>
          <a:noFill/>
          <a:ln w="19050" cap="flat" cmpd="sng" algn="ctr">
            <a:solidFill>
              <a:schemeClr val="tx1"/>
            </a:solidFill>
            <a:prstDash val="dashDot"/>
            <a:headEnd type="none" w="med" len="med"/>
            <a:tailEnd type="triangle" w="med" len="med"/>
          </a:ln>
          <a:effectLst>
            <a:outerShdw blurRad="152400" dist="38100" dir="5400000" algn="t" rotWithShape="0">
              <a:prstClr val="black">
                <a:alpha val="12000"/>
              </a:prstClr>
            </a:outerShdw>
          </a:effectLst>
        </p:spPr>
      </p:cxnSp>
      <p:cxnSp>
        <p:nvCxnSpPr>
          <p:cNvPr id="108" name="直接箭头连接符 107"/>
          <p:cNvCxnSpPr>
            <a:stCxn id="109" idx="0"/>
            <a:endCxn id="76" idx="2"/>
          </p:cNvCxnSpPr>
          <p:nvPr/>
        </p:nvCxnSpPr>
        <p:spPr>
          <a:xfrm flipH="1" flipV="1">
            <a:off x="8870412" y="5424844"/>
            <a:ext cx="0" cy="382290"/>
          </a:xfrm>
          <a:prstGeom prst="straightConnector1">
            <a:avLst/>
          </a:prstGeom>
          <a:noFill/>
          <a:ln w="28575" cap="flat" cmpd="sng" algn="ctr">
            <a:solidFill>
              <a:srgbClr val="00B0F0"/>
            </a:solidFill>
            <a:prstDash val="solid"/>
            <a:miter lim="800000"/>
            <a:tailEnd type="triangle"/>
          </a:ln>
          <a:effectLst/>
        </p:spPr>
      </p:cxnSp>
      <p:sp>
        <p:nvSpPr>
          <p:cNvPr id="109" name="圆角矩形 108"/>
          <p:cNvSpPr/>
          <p:nvPr/>
        </p:nvSpPr>
        <p:spPr>
          <a:xfrm>
            <a:off x="8016568" y="5807134"/>
            <a:ext cx="1739218" cy="338009"/>
          </a:xfrm>
          <a:prstGeom prst="roundRect">
            <a:avLst>
              <a:gd name="adj" fmla="val 2303"/>
            </a:avLst>
          </a:prstGeom>
          <a:solidFill>
            <a:srgbClr val="FFFFCC"/>
          </a:solidFill>
          <a:ln w="12700" cap="flat" cmpd="sng" algn="ctr">
            <a:solidFill>
              <a:srgbClr val="FFD17D"/>
            </a:solidFill>
            <a:prstDash val="solid"/>
            <a:miter lim="800000"/>
          </a:ln>
          <a:effectLst/>
        </p:spPr>
        <p:txBody>
          <a:bodyPr rtlCol="0" anchor="ctr"/>
          <a:lstStyle/>
          <a:p>
            <a:pPr marL="0" marR="0" lvl="0" indent="0" algn="ctr" defTabSz="914400" eaLnBrk="1" fontAlgn="auto" latinLnBrk="0" hangingPunct="1">
              <a:lnSpc>
                <a:spcPts val="2200"/>
              </a:lnSpc>
              <a:spcBef>
                <a:spcPts val="0"/>
              </a:spcBef>
              <a:spcAft>
                <a:spcPts val="0"/>
              </a:spcAft>
              <a:buClrTx/>
              <a:buSzTx/>
              <a:buFontTx/>
              <a:buNone/>
              <a:tabLst/>
              <a:defRPr/>
            </a:pPr>
            <a:r>
              <a:rPr lang="zh-CN" altLang="en-US" sz="1400" kern="0" noProof="0" dirty="0" smtClean="0">
                <a:latin typeface="Huawei Sans"/>
                <a:ea typeface="方正兰亭黑简体"/>
                <a:sym typeface="Huawei Sans" panose="020C0503030203020204" pitchFamily="34" charset="0"/>
              </a:rPr>
              <a:t>采用源目</a:t>
            </a:r>
            <a:r>
              <a:rPr lang="en-US" altLang="zh-CN" sz="1400" kern="0" dirty="0" smtClean="0">
                <a:latin typeface="Huawei Sans"/>
                <a:ea typeface="方正兰亭黑简体"/>
                <a:sym typeface="Huawei Sans" panose="020C0503030203020204" pitchFamily="34" charset="0"/>
              </a:rPr>
              <a:t>MAC</a:t>
            </a:r>
            <a:r>
              <a:rPr lang="zh-CN" altLang="en-US" sz="1400" kern="0" noProof="0" dirty="0" smtClean="0">
                <a:latin typeface="Huawei Sans"/>
                <a:ea typeface="方正兰亭黑简体"/>
                <a:sym typeface="Huawei Sans" panose="020C0503030203020204" pitchFamily="34" charset="0"/>
              </a:rPr>
              <a:t>模式</a:t>
            </a:r>
            <a:endParaRPr kumimoji="0" lang="zh-CN" altLang="en-US" sz="1400" u="none" strike="noStrike" kern="0" cap="none" spc="0" normalizeH="0" baseline="0" noProof="0" dirty="0" smtClean="0">
              <a:ln>
                <a:noFill/>
              </a:ln>
              <a:effectLst/>
              <a:uLnTx/>
              <a:uFillTx/>
              <a:latin typeface="Huawei Sans"/>
              <a:ea typeface="方正兰亭黑简体"/>
              <a:sym typeface="Huawei Sans" panose="020C0503030203020204" pitchFamily="34" charset="0"/>
            </a:endParaRPr>
          </a:p>
        </p:txBody>
      </p:sp>
      <p:sp>
        <p:nvSpPr>
          <p:cNvPr id="110" name="圆角矩形 75"/>
          <p:cNvSpPr/>
          <p:nvPr/>
        </p:nvSpPr>
        <p:spPr>
          <a:xfrm>
            <a:off x="6141055" y="3184916"/>
            <a:ext cx="5609250" cy="395845"/>
          </a:xfrm>
          <a:prstGeom prst="roundRect">
            <a:avLst>
              <a:gd name="adj" fmla="val 10604"/>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不合适的负载分担算法</a:t>
            </a:r>
          </a:p>
        </p:txBody>
      </p:sp>
      <p:sp>
        <p:nvSpPr>
          <p:cNvPr id="111" name="圆角矩形 75"/>
          <p:cNvSpPr/>
          <p:nvPr/>
        </p:nvSpPr>
        <p:spPr>
          <a:xfrm>
            <a:off x="6152504" y="3611934"/>
            <a:ext cx="5580362" cy="2758272"/>
          </a:xfrm>
          <a:prstGeom prst="roundRect">
            <a:avLst>
              <a:gd name="adj" fmla="val 874"/>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fontAlgn="ctr"/>
            <a:endParaRPr lang="en-US" altLang="zh-CN" sz="1599" b="1" dirty="0">
              <a:solidFill>
                <a:schemeClr val="tx1">
                  <a:lumMod val="75000"/>
                  <a:lumOff val="25000"/>
                </a:schemeClr>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112" name="五边形 111"/>
          <p:cNvSpPr/>
          <p:nvPr/>
        </p:nvSpPr>
        <p:spPr bwMode="auto">
          <a:xfrm>
            <a:off x="7562321" y="126000"/>
            <a:ext cx="899749" cy="213037"/>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报文介绍</a:t>
            </a:r>
          </a:p>
        </p:txBody>
      </p:sp>
      <p:sp>
        <p:nvSpPr>
          <p:cNvPr id="113" name="燕尾形 112"/>
          <p:cNvSpPr/>
          <p:nvPr/>
        </p:nvSpPr>
        <p:spPr bwMode="auto">
          <a:xfrm>
            <a:off x="8383481" y="126000"/>
            <a:ext cx="1367951" cy="213037"/>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最大活动接口数</a:t>
            </a:r>
          </a:p>
        </p:txBody>
      </p:sp>
      <p:sp>
        <p:nvSpPr>
          <p:cNvPr id="114" name="燕尾形 113"/>
          <p:cNvSpPr/>
          <p:nvPr/>
        </p:nvSpPr>
        <p:spPr bwMode="auto">
          <a:xfrm>
            <a:off x="9667454" y="126000"/>
            <a:ext cx="1223658" cy="213037"/>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活动链路选举</a:t>
            </a:r>
          </a:p>
        </p:txBody>
      </p:sp>
      <p:sp>
        <p:nvSpPr>
          <p:cNvPr id="115" name="燕尾形 114"/>
          <p:cNvSpPr/>
          <p:nvPr/>
        </p:nvSpPr>
        <p:spPr bwMode="auto">
          <a:xfrm>
            <a:off x="10812767" y="126000"/>
            <a:ext cx="1223658" cy="213037"/>
          </a:xfrm>
          <a:prstGeom prst="chevron">
            <a:avLst/>
          </a:prstGeom>
          <a:solidFill>
            <a:srgbClr val="00B0F0"/>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负载分担</a:t>
            </a:r>
          </a:p>
        </p:txBody>
      </p:sp>
    </p:spTree>
    <p:extLst>
      <p:ext uri="{BB962C8B-B14F-4D97-AF65-F5344CB8AC3E}">
        <p14:creationId xmlns:p14="http://schemas.microsoft.com/office/powerpoint/2010/main" val="467351403"/>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p:txBody>
          <a:bodyPr/>
          <a:lstStyle/>
          <a:p>
            <a:pPr>
              <a:buClr>
                <a:schemeClr val="bg1">
                  <a:lumMod val="50000"/>
                </a:schemeClr>
              </a:buClr>
            </a:pPr>
            <a:r>
              <a:rPr lang="zh-CN" altLang="en-US"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网络可靠性需求</a:t>
            </a:r>
            <a:endParaRPr lang="en-US" altLang="zh-CN"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a:p>
            <a:r>
              <a:rPr lang="zh-CN" altLang="en-US" b="1" dirty="0">
                <a:latin typeface="Huawei Sans" panose="020C0503030203020204" pitchFamily="34" charset="0"/>
                <a:ea typeface="方正兰亭黑简体" panose="02000000000000000000" pitchFamily="2" charset="-122"/>
                <a:sym typeface="Huawei Sans" panose="020C0503030203020204" pitchFamily="34" charset="0"/>
              </a:rPr>
              <a:t>链路聚合技术原理与配置</a:t>
            </a:r>
            <a:endParaRPr lang="en-US" altLang="zh-CN" b="1" dirty="0">
              <a:latin typeface="Huawei Sans" panose="020C0503030203020204" pitchFamily="34" charset="0"/>
              <a:ea typeface="方正兰亭黑简体" panose="02000000000000000000" pitchFamily="2" charset="-122"/>
              <a:sym typeface="Huawei Sans" panose="020C0503030203020204" pitchFamily="34" charset="0"/>
            </a:endParaRPr>
          </a:p>
          <a:p>
            <a:pPr lvl="1"/>
            <a:r>
              <a:rPr lang="zh-CN" altLang="en-US"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基本原理</a:t>
            </a:r>
            <a:endParaRPr lang="en-US" altLang="zh-CN"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a:p>
            <a:pPr lvl="1"/>
            <a:r>
              <a:rPr lang="zh-CN" altLang="en-US"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手工模式</a:t>
            </a:r>
            <a:endParaRPr lang="en-US" altLang="zh-CN"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a:p>
            <a:pPr lvl="1"/>
            <a:r>
              <a:rPr lang="en-US" altLang="zh-CN"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LACP</a:t>
            </a:r>
            <a:r>
              <a:rPr lang="zh-CN" altLang="en-US" dirty="0" smtClean="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模式</a:t>
            </a:r>
            <a:endParaRPr lang="en-US" altLang="zh-CN" dirty="0" smtClean="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a:p>
            <a:pPr lvl="1">
              <a:buFont typeface="Huawei Sans" panose="020C0503030203020204" pitchFamily="34" charset="0"/>
              <a:buChar char="▪"/>
            </a:pPr>
            <a:r>
              <a:rPr lang="zh-CN" altLang="en-US" b="1" dirty="0">
                <a:latin typeface="Huawei Sans" panose="020C0503030203020204" pitchFamily="34" charset="0"/>
                <a:ea typeface="方正兰亭黑简体" panose="02000000000000000000" pitchFamily="2" charset="-122"/>
                <a:sym typeface="Huawei Sans" panose="020C0503030203020204" pitchFamily="34" charset="0"/>
              </a:rPr>
              <a:t>典型使用场景</a:t>
            </a:r>
            <a:endParaRPr lang="en-US" altLang="zh-CN" b="1" dirty="0">
              <a:latin typeface="Huawei Sans" panose="020C0503030203020204" pitchFamily="34" charset="0"/>
              <a:ea typeface="方正兰亭黑简体" panose="02000000000000000000" pitchFamily="2" charset="-122"/>
              <a:sym typeface="Huawei Sans" panose="020C0503030203020204" pitchFamily="34" charset="0"/>
            </a:endParaRPr>
          </a:p>
          <a:p>
            <a:pPr lvl="1"/>
            <a:r>
              <a:rPr lang="zh-CN" altLang="en-US"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配置举例</a:t>
            </a:r>
            <a:endParaRPr lang="en-US" altLang="zh-CN"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a:p>
            <a:pPr>
              <a:buClr>
                <a:schemeClr val="bg1">
                  <a:lumMod val="50000"/>
                </a:schemeClr>
              </a:buClr>
            </a:pPr>
            <a:r>
              <a:rPr lang="zh-CN" altLang="en-US"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堆叠</a:t>
            </a:r>
            <a:r>
              <a:rPr lang="en-US" altLang="zh-CN"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a:t>
            </a:r>
            <a:r>
              <a:rPr lang="zh-CN" altLang="en-US"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集群概述</a:t>
            </a:r>
            <a:endParaRPr lang="en-US" altLang="zh-CN"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2601977645"/>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2" name="直接连接符 21"/>
          <p:cNvCxnSpPr/>
          <p:nvPr/>
        </p:nvCxnSpPr>
        <p:spPr bwMode="auto">
          <a:xfrm>
            <a:off x="2960132" y="3704305"/>
            <a:ext cx="0" cy="819274"/>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23" name="直接连接符 22"/>
          <p:cNvCxnSpPr/>
          <p:nvPr/>
        </p:nvCxnSpPr>
        <p:spPr bwMode="auto">
          <a:xfrm>
            <a:off x="3116567" y="3704305"/>
            <a:ext cx="0" cy="819274"/>
          </a:xfrm>
          <a:prstGeom prst="line">
            <a:avLst/>
          </a:prstGeom>
          <a:solidFill>
            <a:schemeClr val="accent1"/>
          </a:solidFill>
          <a:ln w="19050" cap="flat" cmpd="sng" algn="ctr">
            <a:solidFill>
              <a:schemeClr val="tx1"/>
            </a:solidFill>
            <a:prstDash val="solid"/>
            <a:round/>
            <a:headEnd type="none" w="med" len="med"/>
            <a:tailEnd type="none" w="med" len="med"/>
          </a:ln>
          <a:effectLst/>
        </p:spPr>
      </p:cxnSp>
      <p:sp>
        <p:nvSpPr>
          <p:cNvPr id="3" name="标题 2"/>
          <p:cNvSpPr>
            <a:spLocks noGrp="1"/>
          </p:cNvSpPr>
          <p:nvPr>
            <p:ph type="title"/>
          </p:nvPr>
        </p:nvSpPr>
        <p:spPr/>
        <p:txBody>
          <a:bodyPr/>
          <a:lstStyle/>
          <a:p>
            <a:pPr fontAlgn="base"/>
            <a:r>
              <a:rPr lang="zh-CN" altLang="en-US" dirty="0" smtClean="0">
                <a:latin typeface="Huawei Sans" panose="020C0503030203020204" pitchFamily="34" charset="0"/>
                <a:ea typeface="方正兰亭黑简体" panose="02000000000000000000" pitchFamily="2" charset="-122"/>
                <a:sym typeface="Huawei Sans" panose="020C0503030203020204" pitchFamily="34" charset="0"/>
              </a:rPr>
              <a:t>典型使用</a:t>
            </a:r>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场景 </a:t>
            </a:r>
            <a:r>
              <a:rPr lang="en-US" altLang="zh-CN" dirty="0" smtClean="0">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1)</a:t>
            </a:r>
            <a:endParaRPr lang="zh-CN" altLang="en-US"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 name="圆角矩形 75"/>
          <p:cNvSpPr/>
          <p:nvPr/>
        </p:nvSpPr>
        <p:spPr>
          <a:xfrm>
            <a:off x="445914" y="1273231"/>
            <a:ext cx="5609250" cy="395845"/>
          </a:xfrm>
          <a:prstGeom prst="roundRect">
            <a:avLst>
              <a:gd name="adj" fmla="val 10604"/>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交换机之间</a:t>
            </a:r>
          </a:p>
        </p:txBody>
      </p:sp>
      <p:sp>
        <p:nvSpPr>
          <p:cNvPr id="6" name="圆角矩形 75"/>
          <p:cNvSpPr/>
          <p:nvPr/>
        </p:nvSpPr>
        <p:spPr>
          <a:xfrm>
            <a:off x="457363" y="1702604"/>
            <a:ext cx="5580362" cy="4677993"/>
          </a:xfrm>
          <a:prstGeom prst="roundRect">
            <a:avLst>
              <a:gd name="adj" fmla="val 874"/>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fontAlgn="ctr"/>
            <a:endParaRPr lang="en-US" altLang="zh-CN" sz="1599" b="1" dirty="0">
              <a:solidFill>
                <a:schemeClr val="tx1">
                  <a:lumMod val="75000"/>
                  <a:lumOff val="25000"/>
                </a:schemeClr>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cxnSp>
        <p:nvCxnSpPr>
          <p:cNvPr id="10" name="直接连接符 9"/>
          <p:cNvCxnSpPr/>
          <p:nvPr/>
        </p:nvCxnSpPr>
        <p:spPr bwMode="auto">
          <a:xfrm>
            <a:off x="2960132" y="2548826"/>
            <a:ext cx="0" cy="819274"/>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11" name="直接连接符 10"/>
          <p:cNvCxnSpPr/>
          <p:nvPr/>
        </p:nvCxnSpPr>
        <p:spPr bwMode="auto">
          <a:xfrm>
            <a:off x="3116567" y="2548826"/>
            <a:ext cx="0" cy="819274"/>
          </a:xfrm>
          <a:prstGeom prst="line">
            <a:avLst/>
          </a:prstGeom>
          <a:solidFill>
            <a:schemeClr val="accent1"/>
          </a:solidFill>
          <a:ln w="19050" cap="flat" cmpd="sng" algn="ctr">
            <a:solidFill>
              <a:schemeClr val="tx1"/>
            </a:solidFill>
            <a:prstDash val="solid"/>
            <a:round/>
            <a:headEnd type="none" w="med" len="med"/>
            <a:tailEnd type="none" w="med" len="med"/>
          </a:ln>
          <a:effectLst/>
        </p:spPr>
      </p:cxnSp>
      <p:sp>
        <p:nvSpPr>
          <p:cNvPr id="12" name="椭圆 11"/>
          <p:cNvSpPr/>
          <p:nvPr/>
        </p:nvSpPr>
        <p:spPr bwMode="auto">
          <a:xfrm rot="5400000">
            <a:off x="2877277" y="2443584"/>
            <a:ext cx="276030" cy="895000"/>
          </a:xfrm>
          <a:prstGeom prst="ellipse">
            <a:avLst/>
          </a:prstGeom>
          <a:noFill/>
          <a:ln w="25400" cap="flat" cmpd="sng" algn="ctr">
            <a:solidFill>
              <a:srgbClr val="FFD17D"/>
            </a:solidFill>
            <a:prstDash val="solid"/>
          </a:ln>
          <a:effectLst/>
        </p:spPr>
        <p:txBody>
          <a:bodyPr rtlCol="0" anchor="ctr"/>
          <a:lstStyle/>
          <a:p>
            <a:pPr algn="ctr" defTabSz="914034"/>
            <a:endParaRPr lang="zh-CN" altLang="en-US" sz="1799" kern="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8" name="矩形 17"/>
          <p:cNvSpPr/>
          <p:nvPr/>
        </p:nvSpPr>
        <p:spPr bwMode="auto">
          <a:xfrm>
            <a:off x="3462793" y="2780952"/>
            <a:ext cx="1215533" cy="248147"/>
          </a:xfrm>
          <a:prstGeom prst="rect">
            <a:avLst/>
          </a:prstGeom>
          <a:noFill/>
          <a:ln w="9525" cap="flat" cmpd="sng" algn="ctr">
            <a:noFill/>
            <a:prstDash val="dash"/>
            <a:round/>
            <a:headEnd type="none" w="med" len="med"/>
            <a:tailEnd type="none" w="med" len="med"/>
          </a:ln>
          <a:effectLst/>
        </p:spPr>
        <p:txBody>
          <a:bodyPr vert="horz" wrap="square" lIns="91404" tIns="45702" rIns="91404" bIns="45702" numCol="1" rtlCol="0" anchor="t" anchorCtr="0" compatLnSpc="1">
            <a:prstTxWarp prst="textNoShape">
              <a:avLst/>
            </a:prstTxWarp>
          </a:bodyPr>
          <a:lstStyle/>
          <a:p>
            <a:pPr defTabSz="1001248" eaLnBrk="0" hangingPunct="0"/>
            <a:r>
              <a:rPr lang="en-US" altLang="zh-CN" sz="1400" dirty="0">
                <a:solidFill>
                  <a:srgbClr val="000000"/>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Eth</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-Trunk</a:t>
            </a:r>
          </a:p>
        </p:txBody>
      </p:sp>
      <p:sp>
        <p:nvSpPr>
          <p:cNvPr id="24" name="椭圆 23"/>
          <p:cNvSpPr/>
          <p:nvPr/>
        </p:nvSpPr>
        <p:spPr bwMode="auto">
          <a:xfrm rot="5400000">
            <a:off x="2877277" y="3599064"/>
            <a:ext cx="276030" cy="895000"/>
          </a:xfrm>
          <a:prstGeom prst="ellipse">
            <a:avLst/>
          </a:prstGeom>
          <a:noFill/>
          <a:ln w="25400" cap="flat" cmpd="sng" algn="ctr">
            <a:solidFill>
              <a:srgbClr val="FFD17D"/>
            </a:solidFill>
            <a:prstDash val="solid"/>
          </a:ln>
          <a:effectLst/>
        </p:spPr>
        <p:txBody>
          <a:bodyPr rtlCol="0" anchor="ctr"/>
          <a:lstStyle/>
          <a:p>
            <a:pPr algn="ctr" defTabSz="914034"/>
            <a:endParaRPr lang="zh-CN" altLang="en-US" sz="1799" kern="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5" name="矩形 24"/>
          <p:cNvSpPr/>
          <p:nvPr/>
        </p:nvSpPr>
        <p:spPr bwMode="auto">
          <a:xfrm>
            <a:off x="3462793" y="3897130"/>
            <a:ext cx="1215533" cy="248147"/>
          </a:xfrm>
          <a:prstGeom prst="rect">
            <a:avLst/>
          </a:prstGeom>
          <a:noFill/>
          <a:ln w="9525" cap="flat" cmpd="sng" algn="ctr">
            <a:noFill/>
            <a:prstDash val="dash"/>
            <a:round/>
            <a:headEnd type="none" w="med" len="med"/>
            <a:tailEnd type="none" w="med" len="med"/>
          </a:ln>
          <a:effectLst/>
        </p:spPr>
        <p:txBody>
          <a:bodyPr vert="horz" wrap="square" lIns="91404" tIns="45702" rIns="91404" bIns="45702" numCol="1" rtlCol="0" anchor="t" anchorCtr="0" compatLnSpc="1">
            <a:prstTxWarp prst="textNoShape">
              <a:avLst/>
            </a:prstTxWarp>
          </a:bodyPr>
          <a:lstStyle/>
          <a:p>
            <a:pPr defTabSz="1001248" eaLnBrk="0" hangingPunct="0"/>
            <a:r>
              <a:rPr lang="en-US" altLang="zh-CN" sz="1400" dirty="0">
                <a:solidFill>
                  <a:srgbClr val="000000"/>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Eth</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-Trunk</a:t>
            </a:r>
          </a:p>
        </p:txBody>
      </p:sp>
      <p:sp>
        <p:nvSpPr>
          <p:cNvPr id="26" name="文本占位符 3"/>
          <p:cNvSpPr txBox="1">
            <a:spLocks/>
          </p:cNvSpPr>
          <p:nvPr/>
        </p:nvSpPr>
        <p:spPr bwMode="auto">
          <a:xfrm>
            <a:off x="457364" y="5497750"/>
            <a:ext cx="5580362" cy="776666"/>
          </a:xfrm>
          <a:prstGeom prst="rect">
            <a:avLst/>
          </a:prstGeom>
          <a:noFill/>
          <a:ln w="9525">
            <a:noFill/>
            <a:miter lim="800000"/>
            <a:headEnd/>
            <a:tailEnd/>
          </a:ln>
        </p:spPr>
        <p:txBody>
          <a:bodyPr vert="horz" wrap="square" lIns="80110" tIns="40055" rIns="80110" bIns="40055" numCol="1" anchor="t" anchorCtr="0" compatLnSpc="1">
            <a:prstTxWarp prst="textNoShape">
              <a:avLst/>
            </a:prstTxWarp>
          </a:bodyPr>
          <a:lstStyle>
            <a:lvl1pPr marL="301625" indent="-301625" algn="just" defTabSz="801688" rtl="0" eaLnBrk="1" fontAlgn="ctr" latinLnBrk="0" hangingPunct="1">
              <a:lnSpc>
                <a:spcPct val="140000"/>
              </a:lnSpc>
              <a:spcBef>
                <a:spcPct val="30000"/>
              </a:spcBef>
              <a:spcAft>
                <a:spcPct val="0"/>
              </a:spcAft>
              <a:buClr>
                <a:schemeClr val="bg1">
                  <a:lumMod val="50000"/>
                </a:schemeClr>
              </a:buClr>
              <a:buSzPct val="60000"/>
              <a:buFont typeface="Wingdings" pitchFamily="2" charset="2"/>
              <a:buChar char="l"/>
              <a:defRPr sz="2200">
                <a:solidFill>
                  <a:schemeClr val="tx1"/>
                </a:solidFill>
                <a:latin typeface="+mn-ea"/>
                <a:ea typeface="+mn-ea"/>
                <a:cs typeface="Arial" panose="020B0604020202020204" pitchFamily="34" charset="0"/>
              </a:defRPr>
            </a:lvl1pPr>
            <a:lvl2pPr marL="654050" indent="-252413" algn="l" defTabSz="801688" rtl="0" eaLnBrk="1" fontAlgn="ctr" hangingPunct="1">
              <a:lnSpc>
                <a:spcPct val="140000"/>
              </a:lnSpc>
              <a:spcBef>
                <a:spcPct val="30000"/>
              </a:spcBef>
              <a:spcAft>
                <a:spcPct val="0"/>
              </a:spcAft>
              <a:buClr>
                <a:schemeClr val="tx1"/>
              </a:buClr>
              <a:buSzPct val="50000"/>
              <a:buFont typeface="Wingdings" pitchFamily="2" charset="2"/>
              <a:buChar char="p"/>
              <a:defRPr sz="2000">
                <a:solidFill>
                  <a:schemeClr val="tx1"/>
                </a:solidFill>
                <a:latin typeface="+mn-lt"/>
                <a:ea typeface="+mn-ea"/>
              </a:defRPr>
            </a:lvl2pPr>
            <a:lvl3pPr marL="1003300" indent="-201613" algn="l" defTabSz="801688" rtl="0" eaLnBrk="1" fontAlgn="ctr" hangingPunct="1">
              <a:lnSpc>
                <a:spcPct val="140000"/>
              </a:lnSpc>
              <a:spcBef>
                <a:spcPct val="30000"/>
              </a:spcBef>
              <a:spcAft>
                <a:spcPct val="0"/>
              </a:spcAft>
              <a:buSzPct val="50000"/>
              <a:buFont typeface="Wingdings" pitchFamily="2" charset="2"/>
              <a:buChar char="n"/>
              <a:defRPr>
                <a:solidFill>
                  <a:schemeClr val="tx1"/>
                </a:solidFill>
                <a:latin typeface="FrutigerNext LT Light" pitchFamily="34" charset="0"/>
                <a:ea typeface="+mn-ea"/>
              </a:defRPr>
            </a:lvl3pPr>
            <a:lvl4pPr marL="1400175" indent="-198438" algn="l" defTabSz="801688" rtl="0" eaLnBrk="1" fontAlgn="ctr" hangingPunct="1">
              <a:lnSpc>
                <a:spcPct val="140000"/>
              </a:lnSpc>
              <a:spcBef>
                <a:spcPct val="30000"/>
              </a:spcBef>
              <a:spcAft>
                <a:spcPct val="0"/>
              </a:spcAft>
              <a:buChar char="–"/>
              <a:defRPr sz="1600">
                <a:solidFill>
                  <a:schemeClr val="tx1"/>
                </a:solidFill>
                <a:latin typeface="+mj-lt"/>
                <a:ea typeface="+mn-ea"/>
              </a:defRPr>
            </a:lvl4pPr>
            <a:lvl5pPr marL="1801813" indent="-201613" algn="l" defTabSz="801688" rtl="0" eaLnBrk="1" fontAlgn="ctr" hangingPunct="1">
              <a:lnSpc>
                <a:spcPct val="140000"/>
              </a:lnSpc>
              <a:spcBef>
                <a:spcPct val="30000"/>
              </a:spcBef>
              <a:spcAft>
                <a:spcPct val="0"/>
              </a:spcAft>
              <a:buFont typeface="FrutigerNext LT Medium" pitchFamily="34" charset="0"/>
              <a:buChar char="~"/>
              <a:defRPr sz="1600">
                <a:solidFill>
                  <a:schemeClr val="tx1"/>
                </a:solidFill>
                <a:latin typeface="+mj-lt"/>
                <a:ea typeface="+mn-ea"/>
              </a:defRPr>
            </a:lvl5pPr>
            <a:lvl6pPr marL="2259013" indent="-201613" algn="l" defTabSz="801688" rtl="0" fontAlgn="ctr">
              <a:lnSpc>
                <a:spcPct val="140000"/>
              </a:lnSpc>
              <a:spcBef>
                <a:spcPct val="30000"/>
              </a:spcBef>
              <a:spcAft>
                <a:spcPct val="0"/>
              </a:spcAft>
              <a:buFont typeface="FrutigerNext LT Medium" pitchFamily="34" charset="0"/>
              <a:buChar char="~"/>
              <a:defRPr sz="1600">
                <a:solidFill>
                  <a:schemeClr val="tx1"/>
                </a:solidFill>
                <a:latin typeface="+mj-lt"/>
                <a:ea typeface="+mn-ea"/>
              </a:defRPr>
            </a:lvl6pPr>
            <a:lvl7pPr marL="2716213" indent="-201613" algn="l" defTabSz="801688" rtl="0" fontAlgn="base">
              <a:lnSpc>
                <a:spcPct val="140000"/>
              </a:lnSpc>
              <a:spcBef>
                <a:spcPct val="30000"/>
              </a:spcBef>
              <a:spcAft>
                <a:spcPct val="0"/>
              </a:spcAft>
              <a:buFont typeface="FrutigerNext LT Medium" pitchFamily="34" charset="0"/>
              <a:buChar char="~"/>
              <a:defRPr sz="1600">
                <a:solidFill>
                  <a:schemeClr val="tx1"/>
                </a:solidFill>
                <a:latin typeface="+mj-lt"/>
                <a:ea typeface="+mn-ea"/>
              </a:defRPr>
            </a:lvl7pPr>
            <a:lvl8pPr marL="3173413" indent="-201613" algn="l" defTabSz="801688" rtl="0" fontAlgn="base">
              <a:lnSpc>
                <a:spcPct val="140000"/>
              </a:lnSpc>
              <a:spcBef>
                <a:spcPct val="30000"/>
              </a:spcBef>
              <a:spcAft>
                <a:spcPct val="0"/>
              </a:spcAft>
              <a:buFont typeface="FrutigerNext LT Medium" pitchFamily="34" charset="0"/>
              <a:buChar char="~"/>
              <a:defRPr sz="1600">
                <a:solidFill>
                  <a:schemeClr val="tx1"/>
                </a:solidFill>
                <a:latin typeface="+mj-lt"/>
                <a:ea typeface="+mn-ea"/>
              </a:defRPr>
            </a:lvl8pPr>
            <a:lvl9pPr marL="3630613" indent="-201613" algn="l" defTabSz="801688" rtl="0" fontAlgn="base">
              <a:lnSpc>
                <a:spcPct val="140000"/>
              </a:lnSpc>
              <a:spcBef>
                <a:spcPct val="30000"/>
              </a:spcBef>
              <a:spcAft>
                <a:spcPct val="0"/>
              </a:spcAft>
              <a:buFont typeface="FrutigerNext LT Medium" pitchFamily="34" charset="0"/>
              <a:buChar char="~"/>
              <a:defRPr sz="1600">
                <a:solidFill>
                  <a:schemeClr val="tx1"/>
                </a:solidFill>
                <a:latin typeface="+mj-lt"/>
                <a:ea typeface="+mn-ea"/>
              </a:defRPr>
            </a:lvl9pPr>
          </a:lstStyle>
          <a:p>
            <a:pPr marL="0" indent="0">
              <a:buClrTx/>
              <a:buSzPct val="100000"/>
              <a:buNone/>
            </a:pPr>
            <a:r>
              <a:rPr lang="zh-CN" altLang="en-US" sz="1599" kern="0" dirty="0">
                <a:latin typeface="Huawei Sans" panose="020C0503030203020204" pitchFamily="34" charset="0"/>
                <a:ea typeface="方正兰亭黑简体" panose="02000000000000000000" pitchFamily="2" charset="-122"/>
                <a:sym typeface="Huawei Sans" panose="020C0503030203020204" pitchFamily="34" charset="0"/>
              </a:rPr>
              <a:t>为保证交换机之间的链路带宽以及可靠性，可以在交换机之间部署多条物理链路并使用</a:t>
            </a:r>
            <a:r>
              <a:rPr lang="en-US" altLang="zh-CN" sz="1599" kern="0" dirty="0">
                <a:latin typeface="Huawei Sans" panose="020C0503030203020204" pitchFamily="34" charset="0"/>
                <a:ea typeface="方正兰亭黑简体" panose="02000000000000000000" pitchFamily="2" charset="-122"/>
                <a:sym typeface="Huawei Sans" panose="020C0503030203020204" pitchFamily="34" charset="0"/>
              </a:rPr>
              <a:t>Eth-Trunk</a:t>
            </a:r>
            <a:r>
              <a:rPr lang="zh-CN" altLang="en-US" sz="1599" kern="0" dirty="0">
                <a:latin typeface="Huawei Sans" panose="020C0503030203020204" pitchFamily="34" charset="0"/>
                <a:ea typeface="方正兰亭黑简体" panose="02000000000000000000" pitchFamily="2" charset="-122"/>
                <a:sym typeface="Huawei Sans" panose="020C0503030203020204" pitchFamily="34" charset="0"/>
              </a:rPr>
              <a:t>。</a:t>
            </a:r>
          </a:p>
        </p:txBody>
      </p:sp>
      <p:sp>
        <p:nvSpPr>
          <p:cNvPr id="27" name="TextBox 77"/>
          <p:cNvSpPr txBox="1"/>
          <p:nvPr/>
        </p:nvSpPr>
        <p:spPr bwMode="auto">
          <a:xfrm>
            <a:off x="1422584" y="3455296"/>
            <a:ext cx="1390745" cy="316351"/>
          </a:xfrm>
          <a:prstGeom prst="rect">
            <a:avLst/>
          </a:prstGeom>
          <a:noFill/>
          <a:ln w="9525">
            <a:noFill/>
            <a:miter lim="800000"/>
            <a:headEnd/>
            <a:tailEnd/>
          </a:ln>
        </p:spPr>
        <p:txBody>
          <a:bodyPr wrap="square" lIns="99941" tIns="49966" rIns="99941" bIns="49966" rtlCol="0">
            <a:spAutoFit/>
          </a:bodyPr>
          <a:lstStyle/>
          <a:p>
            <a:pPr algn="ctr" defTabSz="1001248" eaLnBrk="0" hangingPunct="0"/>
            <a:r>
              <a:rPr lang="zh-CN" altLang="en-US" sz="1400" b="1" dirty="0">
                <a:solidFill>
                  <a:srgbClr val="000000"/>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汇聚层交换机</a:t>
            </a:r>
            <a:endParaRPr lang="en-US" altLang="zh-CN" sz="1400" b="1" dirty="0">
              <a:solidFill>
                <a:srgbClr val="000000"/>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sp>
        <p:nvSpPr>
          <p:cNvPr id="28" name="TextBox 77"/>
          <p:cNvSpPr txBox="1"/>
          <p:nvPr/>
        </p:nvSpPr>
        <p:spPr bwMode="auto">
          <a:xfrm>
            <a:off x="1422584" y="4509356"/>
            <a:ext cx="1390745" cy="316351"/>
          </a:xfrm>
          <a:prstGeom prst="rect">
            <a:avLst/>
          </a:prstGeom>
          <a:noFill/>
          <a:ln w="9525">
            <a:noFill/>
            <a:miter lim="800000"/>
            <a:headEnd/>
            <a:tailEnd/>
          </a:ln>
        </p:spPr>
        <p:txBody>
          <a:bodyPr wrap="square" lIns="99941" tIns="49966" rIns="99941" bIns="49966" rtlCol="0">
            <a:spAutoFit/>
          </a:bodyPr>
          <a:lstStyle/>
          <a:p>
            <a:pPr algn="ctr" defTabSz="1001248" eaLnBrk="0" hangingPunct="0"/>
            <a:r>
              <a:rPr lang="zh-CN" altLang="en-US" sz="1400" b="1" dirty="0">
                <a:solidFill>
                  <a:srgbClr val="000000"/>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接入层交换机</a:t>
            </a:r>
            <a:endParaRPr lang="en-US" altLang="zh-CN" sz="1400" b="1" dirty="0">
              <a:solidFill>
                <a:srgbClr val="000000"/>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sp>
        <p:nvSpPr>
          <p:cNvPr id="29" name="TextBox 77"/>
          <p:cNvSpPr txBox="1"/>
          <p:nvPr/>
        </p:nvSpPr>
        <p:spPr bwMode="auto">
          <a:xfrm>
            <a:off x="1422584" y="2240508"/>
            <a:ext cx="1390745" cy="316351"/>
          </a:xfrm>
          <a:prstGeom prst="rect">
            <a:avLst/>
          </a:prstGeom>
          <a:noFill/>
          <a:ln w="9525">
            <a:noFill/>
            <a:miter lim="800000"/>
            <a:headEnd/>
            <a:tailEnd/>
          </a:ln>
        </p:spPr>
        <p:txBody>
          <a:bodyPr wrap="square" lIns="99941" tIns="49966" rIns="99941" bIns="49966" rtlCol="0">
            <a:spAutoFit/>
          </a:bodyPr>
          <a:lstStyle/>
          <a:p>
            <a:pPr algn="ctr" defTabSz="1001248" eaLnBrk="0" hangingPunct="0"/>
            <a:r>
              <a:rPr lang="zh-CN" altLang="en-US" sz="1400" b="1" dirty="0">
                <a:solidFill>
                  <a:srgbClr val="000000"/>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核心层交换机</a:t>
            </a:r>
            <a:endParaRPr lang="en-US" altLang="zh-CN" sz="1400" b="1" dirty="0">
              <a:solidFill>
                <a:srgbClr val="000000"/>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cxnSp>
        <p:nvCxnSpPr>
          <p:cNvPr id="30" name="直接连接符 29"/>
          <p:cNvCxnSpPr/>
          <p:nvPr/>
        </p:nvCxnSpPr>
        <p:spPr bwMode="auto">
          <a:xfrm>
            <a:off x="8807665" y="3714726"/>
            <a:ext cx="0" cy="819274"/>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31" name="直接连接符 30"/>
          <p:cNvCxnSpPr/>
          <p:nvPr/>
        </p:nvCxnSpPr>
        <p:spPr bwMode="auto">
          <a:xfrm>
            <a:off x="8964100" y="3714726"/>
            <a:ext cx="0" cy="819274"/>
          </a:xfrm>
          <a:prstGeom prst="line">
            <a:avLst/>
          </a:prstGeom>
          <a:solidFill>
            <a:schemeClr val="accent1"/>
          </a:solidFill>
          <a:ln w="19050" cap="flat" cmpd="sng" algn="ctr">
            <a:solidFill>
              <a:schemeClr val="tx1"/>
            </a:solidFill>
            <a:prstDash val="solid"/>
            <a:round/>
            <a:headEnd type="none" w="med" len="med"/>
            <a:tailEnd type="none" w="med" len="med"/>
          </a:ln>
          <a:effectLst/>
        </p:spPr>
      </p:cxnSp>
      <p:sp>
        <p:nvSpPr>
          <p:cNvPr id="32" name="圆角矩形 75"/>
          <p:cNvSpPr/>
          <p:nvPr/>
        </p:nvSpPr>
        <p:spPr>
          <a:xfrm>
            <a:off x="6093620" y="1273231"/>
            <a:ext cx="5609250" cy="395845"/>
          </a:xfrm>
          <a:prstGeom prst="roundRect">
            <a:avLst>
              <a:gd name="adj" fmla="val 10604"/>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交换机与服务器之间</a:t>
            </a:r>
          </a:p>
        </p:txBody>
      </p:sp>
      <p:sp>
        <p:nvSpPr>
          <p:cNvPr id="33" name="圆角矩形 75"/>
          <p:cNvSpPr/>
          <p:nvPr/>
        </p:nvSpPr>
        <p:spPr>
          <a:xfrm>
            <a:off x="6105070" y="1702604"/>
            <a:ext cx="5580362" cy="4677993"/>
          </a:xfrm>
          <a:prstGeom prst="roundRect">
            <a:avLst>
              <a:gd name="adj" fmla="val 874"/>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fontAlgn="ctr"/>
            <a:endParaRPr lang="en-US" altLang="zh-CN" sz="1599" b="1" dirty="0">
              <a:solidFill>
                <a:schemeClr val="tx1">
                  <a:lumMod val="75000"/>
                  <a:lumOff val="25000"/>
                </a:schemeClr>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41" name="椭圆 40"/>
          <p:cNvSpPr/>
          <p:nvPr/>
        </p:nvSpPr>
        <p:spPr bwMode="auto">
          <a:xfrm rot="5400000">
            <a:off x="8724810" y="3609485"/>
            <a:ext cx="276030" cy="895000"/>
          </a:xfrm>
          <a:prstGeom prst="ellipse">
            <a:avLst/>
          </a:prstGeom>
          <a:noFill/>
          <a:ln w="25400" cap="flat" cmpd="sng" algn="ctr">
            <a:solidFill>
              <a:srgbClr val="FFD17D"/>
            </a:solidFill>
            <a:prstDash val="solid"/>
          </a:ln>
          <a:effectLst/>
        </p:spPr>
        <p:txBody>
          <a:bodyPr rtlCol="0" anchor="ctr"/>
          <a:lstStyle/>
          <a:p>
            <a:pPr algn="ctr" defTabSz="914034"/>
            <a:endParaRPr lang="zh-CN" altLang="en-US" sz="1799" kern="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2" name="矩形 41"/>
          <p:cNvSpPr/>
          <p:nvPr/>
        </p:nvSpPr>
        <p:spPr bwMode="auto">
          <a:xfrm>
            <a:off x="9310325" y="3907551"/>
            <a:ext cx="1095405" cy="248147"/>
          </a:xfrm>
          <a:prstGeom prst="rect">
            <a:avLst/>
          </a:prstGeom>
          <a:noFill/>
          <a:ln w="9525" cap="flat" cmpd="sng" algn="ctr">
            <a:noFill/>
            <a:prstDash val="dash"/>
            <a:round/>
            <a:headEnd type="none" w="med" len="med"/>
            <a:tailEnd type="none" w="med" len="med"/>
          </a:ln>
          <a:effectLst/>
        </p:spPr>
        <p:txBody>
          <a:bodyPr vert="horz" wrap="square" lIns="91404" tIns="45702" rIns="91404" bIns="45702" numCol="1" rtlCol="0" anchor="t" anchorCtr="0" compatLnSpc="1">
            <a:prstTxWarp prst="textNoShape">
              <a:avLst/>
            </a:prstTxWarp>
          </a:bodyPr>
          <a:lstStyle/>
          <a:p>
            <a:pPr defTabSz="1001248" eaLnBrk="0" hangingPunct="0"/>
            <a:r>
              <a:rPr lang="en-US" altLang="zh-CN" sz="1400" dirty="0">
                <a:solidFill>
                  <a:srgbClr val="000000"/>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Eth</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-Trunk</a:t>
            </a:r>
          </a:p>
        </p:txBody>
      </p:sp>
      <p:sp>
        <p:nvSpPr>
          <p:cNvPr id="43" name="文本占位符 3"/>
          <p:cNvSpPr txBox="1">
            <a:spLocks/>
          </p:cNvSpPr>
          <p:nvPr/>
        </p:nvSpPr>
        <p:spPr bwMode="auto">
          <a:xfrm>
            <a:off x="6105071" y="5497750"/>
            <a:ext cx="5580362" cy="776666"/>
          </a:xfrm>
          <a:prstGeom prst="rect">
            <a:avLst/>
          </a:prstGeom>
          <a:noFill/>
          <a:ln w="9525">
            <a:noFill/>
            <a:miter lim="800000"/>
            <a:headEnd/>
            <a:tailEnd/>
          </a:ln>
        </p:spPr>
        <p:txBody>
          <a:bodyPr vert="horz" wrap="square" lIns="80110" tIns="40055" rIns="80110" bIns="40055" numCol="1" anchor="t" anchorCtr="0" compatLnSpc="1">
            <a:prstTxWarp prst="textNoShape">
              <a:avLst/>
            </a:prstTxWarp>
          </a:bodyPr>
          <a:lstStyle>
            <a:lvl1pPr marL="301625" indent="-301625" algn="just" defTabSz="801688" rtl="0" eaLnBrk="1" fontAlgn="ctr" latinLnBrk="0" hangingPunct="1">
              <a:lnSpc>
                <a:spcPct val="140000"/>
              </a:lnSpc>
              <a:spcBef>
                <a:spcPct val="30000"/>
              </a:spcBef>
              <a:spcAft>
                <a:spcPct val="0"/>
              </a:spcAft>
              <a:buClr>
                <a:schemeClr val="bg1">
                  <a:lumMod val="50000"/>
                </a:schemeClr>
              </a:buClr>
              <a:buSzPct val="60000"/>
              <a:buFont typeface="Wingdings" pitchFamily="2" charset="2"/>
              <a:buChar char="l"/>
              <a:defRPr sz="2200">
                <a:solidFill>
                  <a:schemeClr val="tx1"/>
                </a:solidFill>
                <a:latin typeface="+mn-ea"/>
                <a:ea typeface="+mn-ea"/>
                <a:cs typeface="Arial" panose="020B0604020202020204" pitchFamily="34" charset="0"/>
              </a:defRPr>
            </a:lvl1pPr>
            <a:lvl2pPr marL="654050" indent="-252413" algn="l" defTabSz="801688" rtl="0" eaLnBrk="1" fontAlgn="ctr" hangingPunct="1">
              <a:lnSpc>
                <a:spcPct val="140000"/>
              </a:lnSpc>
              <a:spcBef>
                <a:spcPct val="30000"/>
              </a:spcBef>
              <a:spcAft>
                <a:spcPct val="0"/>
              </a:spcAft>
              <a:buClr>
                <a:schemeClr val="tx1"/>
              </a:buClr>
              <a:buSzPct val="50000"/>
              <a:buFont typeface="Wingdings" pitchFamily="2" charset="2"/>
              <a:buChar char="p"/>
              <a:defRPr sz="2000">
                <a:solidFill>
                  <a:schemeClr val="tx1"/>
                </a:solidFill>
                <a:latin typeface="+mn-lt"/>
                <a:ea typeface="+mn-ea"/>
              </a:defRPr>
            </a:lvl2pPr>
            <a:lvl3pPr marL="1003300" indent="-201613" algn="l" defTabSz="801688" rtl="0" eaLnBrk="1" fontAlgn="ctr" hangingPunct="1">
              <a:lnSpc>
                <a:spcPct val="140000"/>
              </a:lnSpc>
              <a:spcBef>
                <a:spcPct val="30000"/>
              </a:spcBef>
              <a:spcAft>
                <a:spcPct val="0"/>
              </a:spcAft>
              <a:buSzPct val="50000"/>
              <a:buFont typeface="Wingdings" pitchFamily="2" charset="2"/>
              <a:buChar char="n"/>
              <a:defRPr>
                <a:solidFill>
                  <a:schemeClr val="tx1"/>
                </a:solidFill>
                <a:latin typeface="FrutigerNext LT Light" pitchFamily="34" charset="0"/>
                <a:ea typeface="+mn-ea"/>
              </a:defRPr>
            </a:lvl3pPr>
            <a:lvl4pPr marL="1400175" indent="-198438" algn="l" defTabSz="801688" rtl="0" eaLnBrk="1" fontAlgn="ctr" hangingPunct="1">
              <a:lnSpc>
                <a:spcPct val="140000"/>
              </a:lnSpc>
              <a:spcBef>
                <a:spcPct val="30000"/>
              </a:spcBef>
              <a:spcAft>
                <a:spcPct val="0"/>
              </a:spcAft>
              <a:buChar char="–"/>
              <a:defRPr sz="1600">
                <a:solidFill>
                  <a:schemeClr val="tx1"/>
                </a:solidFill>
                <a:latin typeface="+mj-lt"/>
                <a:ea typeface="+mn-ea"/>
              </a:defRPr>
            </a:lvl4pPr>
            <a:lvl5pPr marL="1801813" indent="-201613" algn="l" defTabSz="801688" rtl="0" eaLnBrk="1" fontAlgn="ctr" hangingPunct="1">
              <a:lnSpc>
                <a:spcPct val="140000"/>
              </a:lnSpc>
              <a:spcBef>
                <a:spcPct val="30000"/>
              </a:spcBef>
              <a:spcAft>
                <a:spcPct val="0"/>
              </a:spcAft>
              <a:buFont typeface="FrutigerNext LT Medium" pitchFamily="34" charset="0"/>
              <a:buChar char="~"/>
              <a:defRPr sz="1600">
                <a:solidFill>
                  <a:schemeClr val="tx1"/>
                </a:solidFill>
                <a:latin typeface="+mj-lt"/>
                <a:ea typeface="+mn-ea"/>
              </a:defRPr>
            </a:lvl5pPr>
            <a:lvl6pPr marL="2259013" indent="-201613" algn="l" defTabSz="801688" rtl="0" fontAlgn="ctr">
              <a:lnSpc>
                <a:spcPct val="140000"/>
              </a:lnSpc>
              <a:spcBef>
                <a:spcPct val="30000"/>
              </a:spcBef>
              <a:spcAft>
                <a:spcPct val="0"/>
              </a:spcAft>
              <a:buFont typeface="FrutigerNext LT Medium" pitchFamily="34" charset="0"/>
              <a:buChar char="~"/>
              <a:defRPr sz="1600">
                <a:solidFill>
                  <a:schemeClr val="tx1"/>
                </a:solidFill>
                <a:latin typeface="+mj-lt"/>
                <a:ea typeface="+mn-ea"/>
              </a:defRPr>
            </a:lvl6pPr>
            <a:lvl7pPr marL="2716213" indent="-201613" algn="l" defTabSz="801688" rtl="0" fontAlgn="base">
              <a:lnSpc>
                <a:spcPct val="140000"/>
              </a:lnSpc>
              <a:spcBef>
                <a:spcPct val="30000"/>
              </a:spcBef>
              <a:spcAft>
                <a:spcPct val="0"/>
              </a:spcAft>
              <a:buFont typeface="FrutigerNext LT Medium" pitchFamily="34" charset="0"/>
              <a:buChar char="~"/>
              <a:defRPr sz="1600">
                <a:solidFill>
                  <a:schemeClr val="tx1"/>
                </a:solidFill>
                <a:latin typeface="+mj-lt"/>
                <a:ea typeface="+mn-ea"/>
              </a:defRPr>
            </a:lvl7pPr>
            <a:lvl8pPr marL="3173413" indent="-201613" algn="l" defTabSz="801688" rtl="0" fontAlgn="base">
              <a:lnSpc>
                <a:spcPct val="140000"/>
              </a:lnSpc>
              <a:spcBef>
                <a:spcPct val="30000"/>
              </a:spcBef>
              <a:spcAft>
                <a:spcPct val="0"/>
              </a:spcAft>
              <a:buFont typeface="FrutigerNext LT Medium" pitchFamily="34" charset="0"/>
              <a:buChar char="~"/>
              <a:defRPr sz="1600">
                <a:solidFill>
                  <a:schemeClr val="tx1"/>
                </a:solidFill>
                <a:latin typeface="+mj-lt"/>
                <a:ea typeface="+mn-ea"/>
              </a:defRPr>
            </a:lvl8pPr>
            <a:lvl9pPr marL="3630613" indent="-201613" algn="l" defTabSz="801688" rtl="0" fontAlgn="base">
              <a:lnSpc>
                <a:spcPct val="140000"/>
              </a:lnSpc>
              <a:spcBef>
                <a:spcPct val="30000"/>
              </a:spcBef>
              <a:spcAft>
                <a:spcPct val="0"/>
              </a:spcAft>
              <a:buFont typeface="FrutigerNext LT Medium" pitchFamily="34" charset="0"/>
              <a:buChar char="~"/>
              <a:defRPr sz="1600">
                <a:solidFill>
                  <a:schemeClr val="tx1"/>
                </a:solidFill>
                <a:latin typeface="+mj-lt"/>
                <a:ea typeface="+mn-ea"/>
              </a:defRPr>
            </a:lvl9pPr>
          </a:lstStyle>
          <a:p>
            <a:pPr marL="0" indent="0">
              <a:buClrTx/>
              <a:buSzPct val="100000"/>
              <a:buNone/>
            </a:pPr>
            <a:r>
              <a:rPr lang="zh-CN" altLang="en-US" sz="1599" kern="0" dirty="0">
                <a:latin typeface="Huawei Sans" panose="020C0503030203020204" pitchFamily="34" charset="0"/>
                <a:ea typeface="方正兰亭黑简体" panose="02000000000000000000" pitchFamily="2" charset="-122"/>
                <a:sym typeface="Huawei Sans" panose="020C0503030203020204" pitchFamily="34" charset="0"/>
              </a:rPr>
              <a:t>为了提高服务器的接入带宽和可靠性，将两个或者更多的物理网卡聚合成一个网卡组，与交换机建立链路</a:t>
            </a:r>
            <a:r>
              <a:rPr lang="zh-CN" altLang="en-US" sz="1599" kern="0" dirty="0" smtClean="0">
                <a:latin typeface="Huawei Sans" panose="020C0503030203020204" pitchFamily="34" charset="0"/>
                <a:ea typeface="方正兰亭黑简体" panose="02000000000000000000" pitchFamily="2" charset="-122"/>
                <a:sym typeface="Huawei Sans" panose="020C0503030203020204" pitchFamily="34" charset="0"/>
              </a:rPr>
              <a:t>聚合。</a:t>
            </a:r>
            <a:endParaRPr lang="zh-CN" altLang="en-US" sz="1599" kern="0" dirty="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47" name="直接连接符 46"/>
          <p:cNvCxnSpPr/>
          <p:nvPr/>
        </p:nvCxnSpPr>
        <p:spPr bwMode="auto">
          <a:xfrm>
            <a:off x="8887929" y="2550332"/>
            <a:ext cx="0" cy="819274"/>
          </a:xfrm>
          <a:prstGeom prst="line">
            <a:avLst/>
          </a:prstGeom>
          <a:solidFill>
            <a:schemeClr val="accent1"/>
          </a:solidFill>
          <a:ln w="19050" cap="flat" cmpd="sng" algn="ctr">
            <a:solidFill>
              <a:schemeClr val="tx1"/>
            </a:solidFill>
            <a:prstDash val="solid"/>
            <a:round/>
            <a:headEnd type="none" w="med" len="med"/>
            <a:tailEnd type="none" w="med" len="med"/>
          </a:ln>
          <a:effectLst/>
        </p:spPr>
      </p:cxnSp>
      <p:grpSp>
        <p:nvGrpSpPr>
          <p:cNvPr id="48" name="组合 47"/>
          <p:cNvGrpSpPr/>
          <p:nvPr/>
        </p:nvGrpSpPr>
        <p:grpSpPr>
          <a:xfrm>
            <a:off x="8504513" y="2329636"/>
            <a:ext cx="787089" cy="392750"/>
            <a:chOff x="8130082" y="1699504"/>
            <a:chExt cx="787396" cy="392903"/>
          </a:xfrm>
        </p:grpSpPr>
        <p:sp>
          <p:nvSpPr>
            <p:cNvPr id="49" name="Freeform 159"/>
            <p:cNvSpPr/>
            <p:nvPr/>
          </p:nvSpPr>
          <p:spPr>
            <a:xfrm flipH="1">
              <a:off x="8133063" y="1699504"/>
              <a:ext cx="751638" cy="392903"/>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799"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0" name="矩形 49"/>
            <p:cNvSpPr/>
            <p:nvPr/>
          </p:nvSpPr>
          <p:spPr>
            <a:xfrm>
              <a:off x="8130082" y="1810198"/>
              <a:ext cx="787396" cy="276999"/>
            </a:xfrm>
            <a:prstGeom prst="rect">
              <a:avLst/>
            </a:prstGeom>
          </p:spPr>
          <p:txBody>
            <a:bodyPr wrap="none">
              <a:spAutoFit/>
            </a:bodyPr>
            <a:lstStyle/>
            <a:p>
              <a:pPr algn="ctr"/>
              <a:r>
                <a:rPr lang="en-US" sz="1200" dirty="0">
                  <a:latin typeface="Huawei Sans" panose="020C0503030203020204" pitchFamily="34" charset="0"/>
                  <a:ea typeface="方正兰亭黑简体" panose="02000000000000000000" pitchFamily="2" charset="-122"/>
                  <a:sym typeface="Huawei Sans" panose="020C0503030203020204" pitchFamily="34" charset="0"/>
                </a:rPr>
                <a:t>Network</a:t>
              </a:r>
            </a:p>
          </p:txBody>
        </p:sp>
      </p:grpSp>
      <p:pic>
        <p:nvPicPr>
          <p:cNvPr id="51" name="图片 50" descr="通用服务器-蓝.png">
            <a:extLst>
              <a:ext uri="{FF2B5EF4-FFF2-40B4-BE49-F238E27FC236}">
                <a16:creationId xmlns="" xmlns:a16="http://schemas.microsoft.com/office/drawing/2014/main" id="{B2C40AE6-2029-4F3E-954D-5911E6D94FB2}"/>
              </a:ext>
            </a:extLst>
          </p:cNvPr>
          <p:cNvPicPr>
            <a:picLocks noChangeAspect="1"/>
          </p:cNvPicPr>
          <p:nvPr/>
        </p:nvPicPr>
        <p:blipFill>
          <a:blip r:embed="rId3" cstate="print"/>
          <a:stretch>
            <a:fillRect/>
          </a:stretch>
        </p:blipFill>
        <p:spPr>
          <a:xfrm>
            <a:off x="8612937" y="4455801"/>
            <a:ext cx="539789" cy="441645"/>
          </a:xfrm>
          <a:prstGeom prst="rect">
            <a:avLst/>
          </a:prstGeom>
        </p:spPr>
      </p:pic>
      <p:pic>
        <p:nvPicPr>
          <p:cNvPr id="34" name="图片 33" descr="接入交换机.png">
            <a:extLst>
              <a:ext uri="{FF2B5EF4-FFF2-40B4-BE49-F238E27FC236}">
                <a16:creationId xmlns:a16="http://schemas.microsoft.com/office/drawing/2014/main" xmlns="" id="{A4EEA780-3CE8-4340-83D8-A49BC7227950}"/>
              </a:ext>
            </a:extLst>
          </p:cNvPr>
          <p:cNvPicPr>
            <a:picLocks noChangeAspect="1"/>
          </p:cNvPicPr>
          <p:nvPr/>
        </p:nvPicPr>
        <p:blipFill>
          <a:blip r:embed="rId4" cstate="print"/>
          <a:stretch>
            <a:fillRect/>
          </a:stretch>
        </p:blipFill>
        <p:spPr>
          <a:xfrm>
            <a:off x="2762581" y="4455801"/>
            <a:ext cx="540000" cy="441818"/>
          </a:xfrm>
          <a:prstGeom prst="rect">
            <a:avLst/>
          </a:prstGeom>
        </p:spPr>
      </p:pic>
      <p:pic>
        <p:nvPicPr>
          <p:cNvPr id="35" name="图片 34" descr="汇聚交换机.png">
            <a:extLst>
              <a:ext uri="{FF2B5EF4-FFF2-40B4-BE49-F238E27FC236}">
                <a16:creationId xmlns:a16="http://schemas.microsoft.com/office/drawing/2014/main" xmlns="" id="{510788B6-994F-4DD8-9E7B-2F7416C7AC83}"/>
              </a:ext>
            </a:extLst>
          </p:cNvPr>
          <p:cNvPicPr>
            <a:picLocks noChangeAspect="1"/>
          </p:cNvPicPr>
          <p:nvPr/>
        </p:nvPicPr>
        <p:blipFill>
          <a:blip r:embed="rId5" cstate="print"/>
          <a:stretch>
            <a:fillRect/>
          </a:stretch>
        </p:blipFill>
        <p:spPr>
          <a:xfrm>
            <a:off x="2762581" y="3307660"/>
            <a:ext cx="540000" cy="441818"/>
          </a:xfrm>
          <a:prstGeom prst="rect">
            <a:avLst/>
          </a:prstGeom>
        </p:spPr>
      </p:pic>
      <p:pic>
        <p:nvPicPr>
          <p:cNvPr id="36" name="图片 35" descr="核心交换机.png">
            <a:extLst>
              <a:ext uri="{FF2B5EF4-FFF2-40B4-BE49-F238E27FC236}">
                <a16:creationId xmlns:a16="http://schemas.microsoft.com/office/drawing/2014/main" xmlns="" id="{B523C956-ACFD-43D2-A4FE-500709D8B096}"/>
              </a:ext>
            </a:extLst>
          </p:cNvPr>
          <p:cNvPicPr>
            <a:picLocks noChangeAspect="1"/>
          </p:cNvPicPr>
          <p:nvPr/>
        </p:nvPicPr>
        <p:blipFill>
          <a:blip r:embed="rId6" cstate="print"/>
          <a:stretch>
            <a:fillRect/>
          </a:stretch>
        </p:blipFill>
        <p:spPr>
          <a:xfrm>
            <a:off x="2762581" y="2115041"/>
            <a:ext cx="540000" cy="441818"/>
          </a:xfrm>
          <a:prstGeom prst="rect">
            <a:avLst/>
          </a:prstGeom>
        </p:spPr>
      </p:pic>
      <p:pic>
        <p:nvPicPr>
          <p:cNvPr id="38" name="图片 37" descr="接入交换机.png">
            <a:extLst>
              <a:ext uri="{FF2B5EF4-FFF2-40B4-BE49-F238E27FC236}">
                <a16:creationId xmlns:a16="http://schemas.microsoft.com/office/drawing/2014/main" xmlns="" id="{A4EEA780-3CE8-4340-83D8-A49BC7227950}"/>
              </a:ext>
            </a:extLst>
          </p:cNvPr>
          <p:cNvPicPr>
            <a:picLocks noChangeAspect="1"/>
          </p:cNvPicPr>
          <p:nvPr/>
        </p:nvPicPr>
        <p:blipFill>
          <a:blip r:embed="rId4" cstate="print"/>
          <a:stretch>
            <a:fillRect/>
          </a:stretch>
        </p:blipFill>
        <p:spPr>
          <a:xfrm>
            <a:off x="8612937" y="3341839"/>
            <a:ext cx="540000" cy="441818"/>
          </a:xfrm>
          <a:prstGeom prst="rect">
            <a:avLst/>
          </a:prstGeom>
        </p:spPr>
      </p:pic>
      <p:sp>
        <p:nvSpPr>
          <p:cNvPr id="37" name="TextBox 77"/>
          <p:cNvSpPr txBox="1"/>
          <p:nvPr/>
        </p:nvSpPr>
        <p:spPr bwMode="auto">
          <a:xfrm>
            <a:off x="7377722" y="4509356"/>
            <a:ext cx="1390745" cy="316351"/>
          </a:xfrm>
          <a:prstGeom prst="rect">
            <a:avLst/>
          </a:prstGeom>
          <a:noFill/>
          <a:ln w="9525">
            <a:noFill/>
            <a:miter lim="800000"/>
            <a:headEnd/>
            <a:tailEnd/>
          </a:ln>
        </p:spPr>
        <p:txBody>
          <a:bodyPr wrap="square" lIns="99941" tIns="49966" rIns="99941" bIns="49966" rtlCol="0">
            <a:spAutoFit/>
          </a:bodyPr>
          <a:lstStyle/>
          <a:p>
            <a:pPr algn="ctr" defTabSz="1001248" eaLnBrk="0" hangingPunct="0"/>
            <a:r>
              <a:rPr lang="zh-CN" altLang="en-US" sz="1400" b="1" dirty="0" smtClean="0">
                <a:solidFill>
                  <a:srgbClr val="000000"/>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服务器</a:t>
            </a:r>
            <a:endParaRPr lang="en-US" altLang="zh-CN" sz="1400" b="1" dirty="0">
              <a:solidFill>
                <a:srgbClr val="000000"/>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sp>
        <p:nvSpPr>
          <p:cNvPr id="39" name="TextBox 77"/>
          <p:cNvSpPr txBox="1"/>
          <p:nvPr/>
        </p:nvSpPr>
        <p:spPr bwMode="auto">
          <a:xfrm>
            <a:off x="7154847" y="3455296"/>
            <a:ext cx="1390745" cy="316351"/>
          </a:xfrm>
          <a:prstGeom prst="rect">
            <a:avLst/>
          </a:prstGeom>
          <a:noFill/>
          <a:ln w="9525">
            <a:noFill/>
            <a:miter lim="800000"/>
            <a:headEnd/>
            <a:tailEnd/>
          </a:ln>
        </p:spPr>
        <p:txBody>
          <a:bodyPr wrap="square" lIns="99941" tIns="49966" rIns="99941" bIns="49966" rtlCol="0">
            <a:spAutoFit/>
          </a:bodyPr>
          <a:lstStyle/>
          <a:p>
            <a:pPr algn="ctr" defTabSz="1001248" eaLnBrk="0" hangingPunct="0"/>
            <a:r>
              <a:rPr lang="zh-CN" altLang="en-US" sz="1400" b="1" dirty="0">
                <a:solidFill>
                  <a:srgbClr val="000000"/>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接入</a:t>
            </a:r>
            <a:r>
              <a:rPr lang="zh-CN" altLang="en-US" sz="1400" b="1" dirty="0" smtClean="0">
                <a:solidFill>
                  <a:srgbClr val="000000"/>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层</a:t>
            </a:r>
            <a:r>
              <a:rPr lang="zh-CN" altLang="en-US" sz="1400" b="1" dirty="0">
                <a:solidFill>
                  <a:srgbClr val="000000"/>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交换机</a:t>
            </a:r>
            <a:endParaRPr lang="en-US" altLang="zh-CN" sz="1400" b="1" dirty="0">
              <a:solidFill>
                <a:srgbClr val="000000"/>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spTree>
    <p:extLst>
      <p:ext uri="{BB962C8B-B14F-4D97-AF65-F5344CB8AC3E}">
        <p14:creationId xmlns:p14="http://schemas.microsoft.com/office/powerpoint/2010/main" val="708598995"/>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 name="圆角矩形 60"/>
          <p:cNvSpPr/>
          <p:nvPr/>
        </p:nvSpPr>
        <p:spPr>
          <a:xfrm>
            <a:off x="7523755" y="2992878"/>
            <a:ext cx="3095890" cy="1055369"/>
          </a:xfrm>
          <a:prstGeom prst="roundRect">
            <a:avLst>
              <a:gd name="adj" fmla="val 4236"/>
            </a:avLst>
          </a:prstGeom>
          <a:solidFill>
            <a:srgbClr val="F4FBFE"/>
          </a:solidFill>
          <a:ln>
            <a:solidFill>
              <a:srgbClr val="99DFF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 name="标题 2"/>
          <p:cNvSpPr>
            <a:spLocks noGrp="1"/>
          </p:cNvSpPr>
          <p:nvPr>
            <p:ph type="title"/>
          </p:nvPr>
        </p:nvSpPr>
        <p:spPr/>
        <p:txBody>
          <a:bodyPr/>
          <a:lstStyle/>
          <a:p>
            <a:pPr fontAlgn="base"/>
            <a:r>
              <a:rPr lang="zh-CN" altLang="en-US" dirty="0" smtClean="0">
                <a:latin typeface="Huawei Sans" panose="020C0503030203020204" pitchFamily="34" charset="0"/>
                <a:ea typeface="方正兰亭黑简体" panose="02000000000000000000" pitchFamily="2" charset="-122"/>
                <a:sym typeface="Huawei Sans" panose="020C0503030203020204" pitchFamily="34" charset="0"/>
              </a:rPr>
              <a:t>典型使用场景 </a:t>
            </a:r>
            <a:r>
              <a:rPr lang="en-US" altLang="zh-CN" dirty="0" smtClean="0">
                <a:latin typeface="Huawei Sans" panose="020C0503030203020204" pitchFamily="34" charset="0"/>
                <a:ea typeface="方正兰亭黑简体" panose="02000000000000000000" pitchFamily="2" charset="-122"/>
                <a:sym typeface="Huawei Sans" panose="020C0503030203020204" pitchFamily="34" charset="0"/>
              </a:rPr>
              <a:t>(2)</a:t>
            </a:r>
            <a:endParaRPr lang="zh-CN" altLang="en-US"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 name="圆角矩形 75"/>
          <p:cNvSpPr/>
          <p:nvPr/>
        </p:nvSpPr>
        <p:spPr>
          <a:xfrm>
            <a:off x="445914" y="1273231"/>
            <a:ext cx="5609250" cy="395845"/>
          </a:xfrm>
          <a:prstGeom prst="roundRect">
            <a:avLst>
              <a:gd name="adj" fmla="val 10604"/>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交换机与堆叠系统</a:t>
            </a:r>
          </a:p>
        </p:txBody>
      </p:sp>
      <p:sp>
        <p:nvSpPr>
          <p:cNvPr id="6" name="圆角矩形 75"/>
          <p:cNvSpPr/>
          <p:nvPr/>
        </p:nvSpPr>
        <p:spPr>
          <a:xfrm>
            <a:off x="457363" y="1702604"/>
            <a:ext cx="5580362" cy="4677993"/>
          </a:xfrm>
          <a:prstGeom prst="roundRect">
            <a:avLst>
              <a:gd name="adj" fmla="val 874"/>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fontAlgn="ctr"/>
            <a:endParaRPr lang="en-US" altLang="zh-CN" sz="1599" b="1" dirty="0">
              <a:solidFill>
                <a:schemeClr val="tx1">
                  <a:lumMod val="75000"/>
                  <a:lumOff val="25000"/>
                </a:schemeClr>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26" name="文本占位符 3"/>
          <p:cNvSpPr txBox="1">
            <a:spLocks/>
          </p:cNvSpPr>
          <p:nvPr/>
        </p:nvSpPr>
        <p:spPr bwMode="auto">
          <a:xfrm>
            <a:off x="457364" y="5225630"/>
            <a:ext cx="5580362" cy="776666"/>
          </a:xfrm>
          <a:prstGeom prst="rect">
            <a:avLst/>
          </a:prstGeom>
          <a:noFill/>
          <a:ln w="9525">
            <a:noFill/>
            <a:miter lim="800000"/>
            <a:headEnd/>
            <a:tailEnd/>
          </a:ln>
        </p:spPr>
        <p:txBody>
          <a:bodyPr vert="horz" wrap="square" lIns="80110" tIns="40055" rIns="80110" bIns="40055" numCol="1" anchor="t" anchorCtr="0" compatLnSpc="1">
            <a:prstTxWarp prst="textNoShape">
              <a:avLst/>
            </a:prstTxWarp>
          </a:bodyPr>
          <a:lstStyle>
            <a:lvl1pPr marL="301625" indent="-301625" algn="just" defTabSz="801688" rtl="0" eaLnBrk="1" fontAlgn="ctr" latinLnBrk="0" hangingPunct="1">
              <a:lnSpc>
                <a:spcPct val="140000"/>
              </a:lnSpc>
              <a:spcBef>
                <a:spcPct val="30000"/>
              </a:spcBef>
              <a:spcAft>
                <a:spcPct val="0"/>
              </a:spcAft>
              <a:buClr>
                <a:schemeClr val="bg1">
                  <a:lumMod val="50000"/>
                </a:schemeClr>
              </a:buClr>
              <a:buSzPct val="60000"/>
              <a:buFont typeface="Wingdings" pitchFamily="2" charset="2"/>
              <a:buChar char="l"/>
              <a:defRPr sz="2200">
                <a:solidFill>
                  <a:schemeClr val="tx1"/>
                </a:solidFill>
                <a:latin typeface="+mn-ea"/>
                <a:ea typeface="+mn-ea"/>
                <a:cs typeface="Arial" panose="020B0604020202020204" pitchFamily="34" charset="0"/>
              </a:defRPr>
            </a:lvl1pPr>
            <a:lvl2pPr marL="654050" indent="-252413" algn="l" defTabSz="801688" rtl="0" eaLnBrk="1" fontAlgn="ctr" hangingPunct="1">
              <a:lnSpc>
                <a:spcPct val="140000"/>
              </a:lnSpc>
              <a:spcBef>
                <a:spcPct val="30000"/>
              </a:spcBef>
              <a:spcAft>
                <a:spcPct val="0"/>
              </a:spcAft>
              <a:buClr>
                <a:schemeClr val="tx1"/>
              </a:buClr>
              <a:buSzPct val="50000"/>
              <a:buFont typeface="Wingdings" pitchFamily="2" charset="2"/>
              <a:buChar char="p"/>
              <a:defRPr sz="2000">
                <a:solidFill>
                  <a:schemeClr val="tx1"/>
                </a:solidFill>
                <a:latin typeface="+mn-lt"/>
                <a:ea typeface="+mn-ea"/>
              </a:defRPr>
            </a:lvl2pPr>
            <a:lvl3pPr marL="1003300" indent="-201613" algn="l" defTabSz="801688" rtl="0" eaLnBrk="1" fontAlgn="ctr" hangingPunct="1">
              <a:lnSpc>
                <a:spcPct val="140000"/>
              </a:lnSpc>
              <a:spcBef>
                <a:spcPct val="30000"/>
              </a:spcBef>
              <a:spcAft>
                <a:spcPct val="0"/>
              </a:spcAft>
              <a:buSzPct val="50000"/>
              <a:buFont typeface="Wingdings" pitchFamily="2" charset="2"/>
              <a:buChar char="n"/>
              <a:defRPr>
                <a:solidFill>
                  <a:schemeClr val="tx1"/>
                </a:solidFill>
                <a:latin typeface="FrutigerNext LT Light" pitchFamily="34" charset="0"/>
                <a:ea typeface="+mn-ea"/>
              </a:defRPr>
            </a:lvl3pPr>
            <a:lvl4pPr marL="1400175" indent="-198438" algn="l" defTabSz="801688" rtl="0" eaLnBrk="1" fontAlgn="ctr" hangingPunct="1">
              <a:lnSpc>
                <a:spcPct val="140000"/>
              </a:lnSpc>
              <a:spcBef>
                <a:spcPct val="30000"/>
              </a:spcBef>
              <a:spcAft>
                <a:spcPct val="0"/>
              </a:spcAft>
              <a:buChar char="–"/>
              <a:defRPr sz="1600">
                <a:solidFill>
                  <a:schemeClr val="tx1"/>
                </a:solidFill>
                <a:latin typeface="+mj-lt"/>
                <a:ea typeface="+mn-ea"/>
              </a:defRPr>
            </a:lvl4pPr>
            <a:lvl5pPr marL="1801813" indent="-201613" algn="l" defTabSz="801688" rtl="0" eaLnBrk="1" fontAlgn="ctr" hangingPunct="1">
              <a:lnSpc>
                <a:spcPct val="140000"/>
              </a:lnSpc>
              <a:spcBef>
                <a:spcPct val="30000"/>
              </a:spcBef>
              <a:spcAft>
                <a:spcPct val="0"/>
              </a:spcAft>
              <a:buFont typeface="FrutigerNext LT Medium" pitchFamily="34" charset="0"/>
              <a:buChar char="~"/>
              <a:defRPr sz="1600">
                <a:solidFill>
                  <a:schemeClr val="tx1"/>
                </a:solidFill>
                <a:latin typeface="+mj-lt"/>
                <a:ea typeface="+mn-ea"/>
              </a:defRPr>
            </a:lvl5pPr>
            <a:lvl6pPr marL="2259013" indent="-201613" algn="l" defTabSz="801688" rtl="0" fontAlgn="ctr">
              <a:lnSpc>
                <a:spcPct val="140000"/>
              </a:lnSpc>
              <a:spcBef>
                <a:spcPct val="30000"/>
              </a:spcBef>
              <a:spcAft>
                <a:spcPct val="0"/>
              </a:spcAft>
              <a:buFont typeface="FrutigerNext LT Medium" pitchFamily="34" charset="0"/>
              <a:buChar char="~"/>
              <a:defRPr sz="1600">
                <a:solidFill>
                  <a:schemeClr val="tx1"/>
                </a:solidFill>
                <a:latin typeface="+mj-lt"/>
                <a:ea typeface="+mn-ea"/>
              </a:defRPr>
            </a:lvl6pPr>
            <a:lvl7pPr marL="2716213" indent="-201613" algn="l" defTabSz="801688" rtl="0" fontAlgn="base">
              <a:lnSpc>
                <a:spcPct val="140000"/>
              </a:lnSpc>
              <a:spcBef>
                <a:spcPct val="30000"/>
              </a:spcBef>
              <a:spcAft>
                <a:spcPct val="0"/>
              </a:spcAft>
              <a:buFont typeface="FrutigerNext LT Medium" pitchFamily="34" charset="0"/>
              <a:buChar char="~"/>
              <a:defRPr sz="1600">
                <a:solidFill>
                  <a:schemeClr val="tx1"/>
                </a:solidFill>
                <a:latin typeface="+mj-lt"/>
                <a:ea typeface="+mn-ea"/>
              </a:defRPr>
            </a:lvl7pPr>
            <a:lvl8pPr marL="3173413" indent="-201613" algn="l" defTabSz="801688" rtl="0" fontAlgn="base">
              <a:lnSpc>
                <a:spcPct val="140000"/>
              </a:lnSpc>
              <a:spcBef>
                <a:spcPct val="30000"/>
              </a:spcBef>
              <a:spcAft>
                <a:spcPct val="0"/>
              </a:spcAft>
              <a:buFont typeface="FrutigerNext LT Medium" pitchFamily="34" charset="0"/>
              <a:buChar char="~"/>
              <a:defRPr sz="1600">
                <a:solidFill>
                  <a:schemeClr val="tx1"/>
                </a:solidFill>
                <a:latin typeface="+mj-lt"/>
                <a:ea typeface="+mn-ea"/>
              </a:defRPr>
            </a:lvl8pPr>
            <a:lvl9pPr marL="3630613" indent="-201613" algn="l" defTabSz="801688" rtl="0" fontAlgn="base">
              <a:lnSpc>
                <a:spcPct val="140000"/>
              </a:lnSpc>
              <a:spcBef>
                <a:spcPct val="30000"/>
              </a:spcBef>
              <a:spcAft>
                <a:spcPct val="0"/>
              </a:spcAft>
              <a:buFont typeface="FrutigerNext LT Medium" pitchFamily="34" charset="0"/>
              <a:buChar char="~"/>
              <a:defRPr sz="1600">
                <a:solidFill>
                  <a:schemeClr val="tx1"/>
                </a:solidFill>
                <a:latin typeface="+mj-lt"/>
                <a:ea typeface="+mn-ea"/>
              </a:defRPr>
            </a:lvl9pPr>
          </a:lstStyle>
          <a:p>
            <a:pPr marL="0" indent="0">
              <a:buClrTx/>
              <a:buSzPct val="100000"/>
              <a:buNone/>
            </a:pPr>
            <a:r>
              <a:rPr lang="zh-CN" altLang="en-US" sz="1600" kern="0" dirty="0">
                <a:latin typeface="Huawei Sans" panose="020C0503030203020204" pitchFamily="34" charset="0"/>
                <a:ea typeface="方正兰亭黑简体" panose="02000000000000000000" pitchFamily="2" charset="-122"/>
                <a:sym typeface="Huawei Sans" panose="020C0503030203020204" pitchFamily="34" charset="0"/>
              </a:rPr>
              <a:t>堆叠系统使得两台交换机成为一台逻辑上的设备，交换机与堆叠系统通过链路聚合互联可以组建高可靠、无环的网络。</a:t>
            </a:r>
          </a:p>
        </p:txBody>
      </p:sp>
      <p:cxnSp>
        <p:nvCxnSpPr>
          <p:cNvPr id="30" name="直接连接符 29"/>
          <p:cNvCxnSpPr/>
          <p:nvPr/>
        </p:nvCxnSpPr>
        <p:spPr bwMode="auto">
          <a:xfrm flipV="1">
            <a:off x="8233437" y="3560132"/>
            <a:ext cx="1713831" cy="0"/>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31" name="直接连接符 30"/>
          <p:cNvCxnSpPr/>
          <p:nvPr/>
        </p:nvCxnSpPr>
        <p:spPr bwMode="auto">
          <a:xfrm>
            <a:off x="8277817" y="3417892"/>
            <a:ext cx="1551719" cy="0"/>
          </a:xfrm>
          <a:prstGeom prst="line">
            <a:avLst/>
          </a:prstGeom>
          <a:solidFill>
            <a:schemeClr val="accent1"/>
          </a:solidFill>
          <a:ln w="19050" cap="flat" cmpd="sng" algn="ctr">
            <a:solidFill>
              <a:schemeClr val="tx1"/>
            </a:solidFill>
            <a:prstDash val="solid"/>
            <a:round/>
            <a:headEnd type="none" w="med" len="med"/>
            <a:tailEnd type="none" w="med" len="med"/>
          </a:ln>
          <a:effectLst/>
        </p:spPr>
      </p:cxnSp>
      <p:sp>
        <p:nvSpPr>
          <p:cNvPr id="32" name="圆角矩形 75"/>
          <p:cNvSpPr/>
          <p:nvPr/>
        </p:nvSpPr>
        <p:spPr>
          <a:xfrm>
            <a:off x="6093620" y="1273231"/>
            <a:ext cx="5609250" cy="395845"/>
          </a:xfrm>
          <a:prstGeom prst="roundRect">
            <a:avLst>
              <a:gd name="adj" fmla="val 10604"/>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防火墙双机热备心跳线</a:t>
            </a:r>
          </a:p>
        </p:txBody>
      </p:sp>
      <p:sp>
        <p:nvSpPr>
          <p:cNvPr id="33" name="圆角矩形 75"/>
          <p:cNvSpPr/>
          <p:nvPr/>
        </p:nvSpPr>
        <p:spPr>
          <a:xfrm>
            <a:off x="6105070" y="1702604"/>
            <a:ext cx="5580362" cy="4677993"/>
          </a:xfrm>
          <a:prstGeom prst="roundRect">
            <a:avLst>
              <a:gd name="adj" fmla="val 874"/>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fontAlgn="ctr"/>
            <a:endParaRPr lang="en-US" altLang="zh-CN" sz="1599" b="1" dirty="0">
              <a:solidFill>
                <a:schemeClr val="tx1">
                  <a:lumMod val="75000"/>
                  <a:lumOff val="25000"/>
                </a:schemeClr>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41" name="椭圆 40"/>
          <p:cNvSpPr/>
          <p:nvPr/>
        </p:nvSpPr>
        <p:spPr bwMode="auto">
          <a:xfrm rot="10800000">
            <a:off x="8936611" y="3016863"/>
            <a:ext cx="276030" cy="895000"/>
          </a:xfrm>
          <a:prstGeom prst="ellipse">
            <a:avLst/>
          </a:prstGeom>
          <a:noFill/>
          <a:ln w="25400" cap="flat" cmpd="sng" algn="ctr">
            <a:solidFill>
              <a:srgbClr val="FFD17D"/>
            </a:solidFill>
            <a:prstDash val="solid"/>
          </a:ln>
          <a:effectLst/>
        </p:spPr>
        <p:txBody>
          <a:bodyPr rtlCol="0" anchor="ctr"/>
          <a:lstStyle/>
          <a:p>
            <a:pPr algn="ctr" defTabSz="914034"/>
            <a:endParaRPr lang="zh-CN" altLang="en-US" sz="1799" kern="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2" name="矩形 41"/>
          <p:cNvSpPr/>
          <p:nvPr/>
        </p:nvSpPr>
        <p:spPr bwMode="auto">
          <a:xfrm>
            <a:off x="8620686" y="3066844"/>
            <a:ext cx="1326582" cy="248147"/>
          </a:xfrm>
          <a:prstGeom prst="rect">
            <a:avLst/>
          </a:prstGeom>
          <a:noFill/>
          <a:ln w="9525" cap="flat" cmpd="sng" algn="ctr">
            <a:noFill/>
            <a:prstDash val="dash"/>
            <a:round/>
            <a:headEnd type="none" w="med" len="med"/>
            <a:tailEnd type="none" w="med" len="med"/>
          </a:ln>
          <a:effectLst/>
        </p:spPr>
        <p:txBody>
          <a:bodyPr vert="horz" wrap="square" lIns="91404" tIns="45702" rIns="91404" bIns="45702" numCol="1" rtlCol="0" anchor="t" anchorCtr="0" compatLnSpc="1">
            <a:prstTxWarp prst="textNoShape">
              <a:avLst/>
            </a:prstTxWarp>
          </a:bodyPr>
          <a:lstStyle/>
          <a:p>
            <a:pPr defTabSz="1001248" eaLnBrk="0" hangingPunct="0"/>
            <a:r>
              <a:rPr lang="en-US" altLang="zh-CN" sz="1400" dirty="0">
                <a:solidFill>
                  <a:srgbClr val="000000"/>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Eth</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-Trunk</a:t>
            </a:r>
          </a:p>
        </p:txBody>
      </p:sp>
      <p:sp>
        <p:nvSpPr>
          <p:cNvPr id="43" name="文本占位符 3"/>
          <p:cNvSpPr txBox="1">
            <a:spLocks/>
          </p:cNvSpPr>
          <p:nvPr/>
        </p:nvSpPr>
        <p:spPr bwMode="auto">
          <a:xfrm>
            <a:off x="6105071" y="5225630"/>
            <a:ext cx="5580362" cy="776666"/>
          </a:xfrm>
          <a:prstGeom prst="rect">
            <a:avLst/>
          </a:prstGeom>
          <a:noFill/>
          <a:ln w="9525">
            <a:noFill/>
            <a:miter lim="800000"/>
            <a:headEnd/>
            <a:tailEnd/>
          </a:ln>
        </p:spPr>
        <p:txBody>
          <a:bodyPr vert="horz" wrap="square" lIns="80110" tIns="40055" rIns="80110" bIns="40055" numCol="1" anchor="t" anchorCtr="0" compatLnSpc="1">
            <a:prstTxWarp prst="textNoShape">
              <a:avLst/>
            </a:prstTxWarp>
          </a:bodyPr>
          <a:lstStyle>
            <a:lvl1pPr marL="301625" indent="-301625" algn="just" defTabSz="801688" rtl="0" eaLnBrk="1" fontAlgn="ctr" latinLnBrk="0" hangingPunct="1">
              <a:lnSpc>
                <a:spcPct val="140000"/>
              </a:lnSpc>
              <a:spcBef>
                <a:spcPct val="30000"/>
              </a:spcBef>
              <a:spcAft>
                <a:spcPct val="0"/>
              </a:spcAft>
              <a:buClr>
                <a:schemeClr val="bg1">
                  <a:lumMod val="50000"/>
                </a:schemeClr>
              </a:buClr>
              <a:buSzPct val="60000"/>
              <a:buFont typeface="Wingdings" pitchFamily="2" charset="2"/>
              <a:buChar char="l"/>
              <a:defRPr sz="2200">
                <a:solidFill>
                  <a:schemeClr val="tx1"/>
                </a:solidFill>
                <a:latin typeface="+mn-ea"/>
                <a:ea typeface="+mn-ea"/>
                <a:cs typeface="Arial" panose="020B0604020202020204" pitchFamily="34" charset="0"/>
              </a:defRPr>
            </a:lvl1pPr>
            <a:lvl2pPr marL="654050" indent="-252413" algn="l" defTabSz="801688" rtl="0" eaLnBrk="1" fontAlgn="ctr" hangingPunct="1">
              <a:lnSpc>
                <a:spcPct val="140000"/>
              </a:lnSpc>
              <a:spcBef>
                <a:spcPct val="30000"/>
              </a:spcBef>
              <a:spcAft>
                <a:spcPct val="0"/>
              </a:spcAft>
              <a:buClr>
                <a:schemeClr val="tx1"/>
              </a:buClr>
              <a:buSzPct val="50000"/>
              <a:buFont typeface="Wingdings" pitchFamily="2" charset="2"/>
              <a:buChar char="p"/>
              <a:defRPr sz="2000">
                <a:solidFill>
                  <a:schemeClr val="tx1"/>
                </a:solidFill>
                <a:latin typeface="+mn-lt"/>
                <a:ea typeface="+mn-ea"/>
              </a:defRPr>
            </a:lvl2pPr>
            <a:lvl3pPr marL="1003300" indent="-201613" algn="l" defTabSz="801688" rtl="0" eaLnBrk="1" fontAlgn="ctr" hangingPunct="1">
              <a:lnSpc>
                <a:spcPct val="140000"/>
              </a:lnSpc>
              <a:spcBef>
                <a:spcPct val="30000"/>
              </a:spcBef>
              <a:spcAft>
                <a:spcPct val="0"/>
              </a:spcAft>
              <a:buSzPct val="50000"/>
              <a:buFont typeface="Wingdings" pitchFamily="2" charset="2"/>
              <a:buChar char="n"/>
              <a:defRPr>
                <a:solidFill>
                  <a:schemeClr val="tx1"/>
                </a:solidFill>
                <a:latin typeface="FrutigerNext LT Light" pitchFamily="34" charset="0"/>
                <a:ea typeface="+mn-ea"/>
              </a:defRPr>
            </a:lvl3pPr>
            <a:lvl4pPr marL="1400175" indent="-198438" algn="l" defTabSz="801688" rtl="0" eaLnBrk="1" fontAlgn="ctr" hangingPunct="1">
              <a:lnSpc>
                <a:spcPct val="140000"/>
              </a:lnSpc>
              <a:spcBef>
                <a:spcPct val="30000"/>
              </a:spcBef>
              <a:spcAft>
                <a:spcPct val="0"/>
              </a:spcAft>
              <a:buChar char="–"/>
              <a:defRPr sz="1600">
                <a:solidFill>
                  <a:schemeClr val="tx1"/>
                </a:solidFill>
                <a:latin typeface="+mj-lt"/>
                <a:ea typeface="+mn-ea"/>
              </a:defRPr>
            </a:lvl4pPr>
            <a:lvl5pPr marL="1801813" indent="-201613" algn="l" defTabSz="801688" rtl="0" eaLnBrk="1" fontAlgn="ctr" hangingPunct="1">
              <a:lnSpc>
                <a:spcPct val="140000"/>
              </a:lnSpc>
              <a:spcBef>
                <a:spcPct val="30000"/>
              </a:spcBef>
              <a:spcAft>
                <a:spcPct val="0"/>
              </a:spcAft>
              <a:buFont typeface="FrutigerNext LT Medium" pitchFamily="34" charset="0"/>
              <a:buChar char="~"/>
              <a:defRPr sz="1600">
                <a:solidFill>
                  <a:schemeClr val="tx1"/>
                </a:solidFill>
                <a:latin typeface="+mj-lt"/>
                <a:ea typeface="+mn-ea"/>
              </a:defRPr>
            </a:lvl5pPr>
            <a:lvl6pPr marL="2259013" indent="-201613" algn="l" defTabSz="801688" rtl="0" fontAlgn="ctr">
              <a:lnSpc>
                <a:spcPct val="140000"/>
              </a:lnSpc>
              <a:spcBef>
                <a:spcPct val="30000"/>
              </a:spcBef>
              <a:spcAft>
                <a:spcPct val="0"/>
              </a:spcAft>
              <a:buFont typeface="FrutigerNext LT Medium" pitchFamily="34" charset="0"/>
              <a:buChar char="~"/>
              <a:defRPr sz="1600">
                <a:solidFill>
                  <a:schemeClr val="tx1"/>
                </a:solidFill>
                <a:latin typeface="+mj-lt"/>
                <a:ea typeface="+mn-ea"/>
              </a:defRPr>
            </a:lvl6pPr>
            <a:lvl7pPr marL="2716213" indent="-201613" algn="l" defTabSz="801688" rtl="0" fontAlgn="base">
              <a:lnSpc>
                <a:spcPct val="140000"/>
              </a:lnSpc>
              <a:spcBef>
                <a:spcPct val="30000"/>
              </a:spcBef>
              <a:spcAft>
                <a:spcPct val="0"/>
              </a:spcAft>
              <a:buFont typeface="FrutigerNext LT Medium" pitchFamily="34" charset="0"/>
              <a:buChar char="~"/>
              <a:defRPr sz="1600">
                <a:solidFill>
                  <a:schemeClr val="tx1"/>
                </a:solidFill>
                <a:latin typeface="+mj-lt"/>
                <a:ea typeface="+mn-ea"/>
              </a:defRPr>
            </a:lvl7pPr>
            <a:lvl8pPr marL="3173413" indent="-201613" algn="l" defTabSz="801688" rtl="0" fontAlgn="base">
              <a:lnSpc>
                <a:spcPct val="140000"/>
              </a:lnSpc>
              <a:spcBef>
                <a:spcPct val="30000"/>
              </a:spcBef>
              <a:spcAft>
                <a:spcPct val="0"/>
              </a:spcAft>
              <a:buFont typeface="FrutigerNext LT Medium" pitchFamily="34" charset="0"/>
              <a:buChar char="~"/>
              <a:defRPr sz="1600">
                <a:solidFill>
                  <a:schemeClr val="tx1"/>
                </a:solidFill>
                <a:latin typeface="+mj-lt"/>
                <a:ea typeface="+mn-ea"/>
              </a:defRPr>
            </a:lvl8pPr>
            <a:lvl9pPr marL="3630613" indent="-201613" algn="l" defTabSz="801688" rtl="0" fontAlgn="base">
              <a:lnSpc>
                <a:spcPct val="140000"/>
              </a:lnSpc>
              <a:spcBef>
                <a:spcPct val="30000"/>
              </a:spcBef>
              <a:spcAft>
                <a:spcPct val="0"/>
              </a:spcAft>
              <a:buFont typeface="FrutigerNext LT Medium" pitchFamily="34" charset="0"/>
              <a:buChar char="~"/>
              <a:defRPr sz="1600">
                <a:solidFill>
                  <a:schemeClr val="tx1"/>
                </a:solidFill>
                <a:latin typeface="+mj-lt"/>
                <a:ea typeface="+mn-ea"/>
              </a:defRPr>
            </a:lvl9pPr>
          </a:lstStyle>
          <a:p>
            <a:pPr marL="0" indent="0" fontAlgn="auto">
              <a:buClrTx/>
              <a:buSzPct val="100000"/>
              <a:buNone/>
            </a:pPr>
            <a:r>
              <a:rPr lang="zh-CN" altLang="en-US" sz="1600" kern="0" dirty="0">
                <a:latin typeface="Huawei Sans" panose="020C0503030203020204" pitchFamily="34" charset="0"/>
                <a:ea typeface="方正兰亭黑简体" panose="02000000000000000000" pitchFamily="2" charset="-122"/>
                <a:sym typeface="Huawei Sans" panose="020C0503030203020204" pitchFamily="34" charset="0"/>
              </a:rPr>
              <a:t>防火墙双机热备组网中使用心跳线来检测对端设备的状态，为防止单端口、单链路故障导致的状态监测错误可以部署</a:t>
            </a:r>
            <a:r>
              <a:rPr lang="en-US" altLang="zh-CN" sz="1600" kern="0" dirty="0">
                <a:latin typeface="Huawei Sans" panose="020C0503030203020204" pitchFamily="34" charset="0"/>
                <a:ea typeface="方正兰亭黑简体" panose="02000000000000000000" pitchFamily="2" charset="-122"/>
                <a:sym typeface="Huawei Sans" panose="020C0503030203020204" pitchFamily="34" charset="0"/>
              </a:rPr>
              <a:t>Eth-Trunk</a:t>
            </a:r>
            <a:r>
              <a:rPr lang="zh-CN" altLang="en-US" sz="1600" kern="0" dirty="0">
                <a:latin typeface="Huawei Sans" panose="020C0503030203020204" pitchFamily="34" charset="0"/>
                <a:ea typeface="方正兰亭黑简体" panose="02000000000000000000" pitchFamily="2" charset="-122"/>
                <a:sym typeface="Huawei Sans" panose="020C0503030203020204" pitchFamily="34" charset="0"/>
              </a:rPr>
              <a:t>，使用</a:t>
            </a:r>
            <a:r>
              <a:rPr lang="en-US" altLang="zh-CN" sz="1600" kern="0" dirty="0">
                <a:latin typeface="Huawei Sans" panose="020C0503030203020204" pitchFamily="34" charset="0"/>
                <a:ea typeface="方正兰亭黑简体" panose="02000000000000000000" pitchFamily="2" charset="-122"/>
                <a:sym typeface="Huawei Sans" panose="020C0503030203020204" pitchFamily="34" charset="0"/>
              </a:rPr>
              <a:t>Eth-Trunk</a:t>
            </a:r>
            <a:r>
              <a:rPr lang="zh-CN" altLang="en-US" sz="1600" kern="0" dirty="0">
                <a:latin typeface="Huawei Sans" panose="020C0503030203020204" pitchFamily="34" charset="0"/>
                <a:ea typeface="方正兰亭黑简体" panose="02000000000000000000" pitchFamily="2" charset="-122"/>
                <a:sym typeface="Huawei Sans" panose="020C0503030203020204" pitchFamily="34" charset="0"/>
              </a:rPr>
              <a:t>作为检测状态的心跳线。</a:t>
            </a:r>
          </a:p>
        </p:txBody>
      </p:sp>
      <p:sp>
        <p:nvSpPr>
          <p:cNvPr id="34" name="圆角矩形 33"/>
          <p:cNvSpPr/>
          <p:nvPr/>
        </p:nvSpPr>
        <p:spPr>
          <a:xfrm>
            <a:off x="1805326" y="1982458"/>
            <a:ext cx="2810682" cy="693149"/>
          </a:xfrm>
          <a:prstGeom prst="roundRect">
            <a:avLst>
              <a:gd name="adj" fmla="val 4236"/>
            </a:avLst>
          </a:prstGeom>
          <a:solidFill>
            <a:srgbClr val="F4FBFE"/>
          </a:solidFill>
          <a:ln>
            <a:solidFill>
              <a:srgbClr val="99DFF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35" name="直接连接符 34"/>
          <p:cNvCxnSpPr/>
          <p:nvPr/>
        </p:nvCxnSpPr>
        <p:spPr bwMode="auto">
          <a:xfrm>
            <a:off x="2246663" y="2526858"/>
            <a:ext cx="964004" cy="845604"/>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36" name="直接连接符 35"/>
          <p:cNvCxnSpPr/>
          <p:nvPr/>
        </p:nvCxnSpPr>
        <p:spPr bwMode="auto">
          <a:xfrm flipH="1">
            <a:off x="3210667" y="2526858"/>
            <a:ext cx="895164" cy="845604"/>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38" name="直接连接符 37"/>
          <p:cNvCxnSpPr/>
          <p:nvPr/>
        </p:nvCxnSpPr>
        <p:spPr bwMode="auto">
          <a:xfrm>
            <a:off x="3196593" y="3805193"/>
            <a:ext cx="0" cy="892529"/>
          </a:xfrm>
          <a:prstGeom prst="line">
            <a:avLst/>
          </a:prstGeom>
          <a:solidFill>
            <a:schemeClr val="accent1"/>
          </a:solidFill>
          <a:ln w="19050" cap="flat" cmpd="sng" algn="ctr">
            <a:solidFill>
              <a:schemeClr val="tx1"/>
            </a:solidFill>
            <a:prstDash val="solid"/>
            <a:round/>
            <a:headEnd type="none" w="med" len="med"/>
            <a:tailEnd type="none" w="med" len="med"/>
          </a:ln>
          <a:effectLst/>
        </p:spPr>
      </p:cxnSp>
      <p:pic>
        <p:nvPicPr>
          <p:cNvPr id="39" name="图片 38"/>
          <p:cNvPicPr>
            <a:picLocks/>
          </p:cNvPicPr>
          <p:nvPr/>
        </p:nvPicPr>
        <p:blipFill>
          <a:blip r:embed="rId3" cstate="print">
            <a:extLst>
              <a:ext uri="{28A0092B-C50C-407E-A947-70E740481C1C}">
                <a14:useLocalDpi xmlns:a14="http://schemas.microsoft.com/office/drawing/2010/main" val="0"/>
              </a:ext>
            </a:extLst>
          </a:blip>
          <a:stretch>
            <a:fillRect/>
          </a:stretch>
        </p:blipFill>
        <p:spPr>
          <a:xfrm>
            <a:off x="2926698" y="4674221"/>
            <a:ext cx="539789" cy="442627"/>
          </a:xfrm>
          <a:prstGeom prst="rect">
            <a:avLst/>
          </a:prstGeom>
        </p:spPr>
      </p:pic>
      <p:cxnSp>
        <p:nvCxnSpPr>
          <p:cNvPr id="40" name="直接连接符 39"/>
          <p:cNvCxnSpPr/>
          <p:nvPr/>
        </p:nvCxnSpPr>
        <p:spPr bwMode="auto">
          <a:xfrm>
            <a:off x="2765413" y="2258576"/>
            <a:ext cx="820082" cy="0"/>
          </a:xfrm>
          <a:prstGeom prst="line">
            <a:avLst/>
          </a:prstGeom>
          <a:solidFill>
            <a:schemeClr val="accent1"/>
          </a:solidFill>
          <a:ln w="19050" cap="flat" cmpd="sng" algn="ctr">
            <a:solidFill>
              <a:srgbClr val="00B0F0"/>
            </a:solidFill>
            <a:prstDash val="solid"/>
            <a:round/>
            <a:headEnd type="none" w="med" len="med"/>
            <a:tailEnd type="none" w="med" len="med"/>
          </a:ln>
          <a:effectLst/>
        </p:spPr>
      </p:cxnSp>
      <p:sp>
        <p:nvSpPr>
          <p:cNvPr id="44" name="TextBox 77"/>
          <p:cNvSpPr txBox="1"/>
          <p:nvPr/>
        </p:nvSpPr>
        <p:spPr bwMode="auto">
          <a:xfrm>
            <a:off x="1374668" y="2874112"/>
            <a:ext cx="1390745" cy="316351"/>
          </a:xfrm>
          <a:prstGeom prst="rect">
            <a:avLst/>
          </a:prstGeom>
          <a:noFill/>
          <a:ln w="9525">
            <a:noFill/>
            <a:miter lim="800000"/>
            <a:headEnd/>
            <a:tailEnd/>
          </a:ln>
        </p:spPr>
        <p:txBody>
          <a:bodyPr wrap="square" lIns="99941" tIns="49966" rIns="99941" bIns="49966" rtlCol="0">
            <a:spAutoFit/>
          </a:bodyPr>
          <a:lstStyle/>
          <a:p>
            <a:pPr algn="ctr" defTabSz="1001248" eaLnBrk="0" hangingPunct="0"/>
            <a:r>
              <a:rPr lang="en-US" altLang="zh-CN" sz="1400" dirty="0" smtClean="0">
                <a:solidFill>
                  <a:srgbClr val="000000"/>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Eth-Trunk</a:t>
            </a:r>
            <a:endParaRPr lang="en-US" altLang="zh-CN" sz="1400" dirty="0">
              <a:solidFill>
                <a:srgbClr val="000000"/>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cxnSp>
        <p:nvCxnSpPr>
          <p:cNvPr id="45" name="直接连接符 44"/>
          <p:cNvCxnSpPr/>
          <p:nvPr/>
        </p:nvCxnSpPr>
        <p:spPr bwMode="auto">
          <a:xfrm>
            <a:off x="2765413" y="2413296"/>
            <a:ext cx="820082" cy="0"/>
          </a:xfrm>
          <a:prstGeom prst="line">
            <a:avLst/>
          </a:prstGeom>
          <a:solidFill>
            <a:schemeClr val="accent1"/>
          </a:solidFill>
          <a:ln w="19050" cap="flat" cmpd="sng" algn="ctr">
            <a:solidFill>
              <a:srgbClr val="00B0F0"/>
            </a:solidFill>
            <a:prstDash val="solid"/>
            <a:round/>
            <a:headEnd type="none" w="med" len="med"/>
            <a:tailEnd type="none" w="med" len="med"/>
          </a:ln>
          <a:effectLst/>
        </p:spPr>
      </p:cxnSp>
      <p:cxnSp>
        <p:nvCxnSpPr>
          <p:cNvPr id="46" name="直接连接符 45"/>
          <p:cNvCxnSpPr/>
          <p:nvPr/>
        </p:nvCxnSpPr>
        <p:spPr bwMode="auto">
          <a:xfrm>
            <a:off x="2495518" y="2553188"/>
            <a:ext cx="715149" cy="819274"/>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52" name="直接连接符 51"/>
          <p:cNvCxnSpPr/>
          <p:nvPr/>
        </p:nvCxnSpPr>
        <p:spPr bwMode="auto">
          <a:xfrm flipH="1">
            <a:off x="3210667" y="2553188"/>
            <a:ext cx="644722" cy="819274"/>
          </a:xfrm>
          <a:prstGeom prst="line">
            <a:avLst/>
          </a:prstGeom>
          <a:solidFill>
            <a:schemeClr val="accent1"/>
          </a:solidFill>
          <a:ln w="19050" cap="flat" cmpd="sng" algn="ctr">
            <a:solidFill>
              <a:schemeClr val="tx1"/>
            </a:solidFill>
            <a:prstDash val="solid"/>
            <a:round/>
            <a:headEnd type="none" w="med" len="med"/>
            <a:tailEnd type="none" w="med" len="med"/>
          </a:ln>
          <a:effectLst/>
        </p:spPr>
      </p:cxnSp>
      <p:sp>
        <p:nvSpPr>
          <p:cNvPr id="53" name="椭圆 52"/>
          <p:cNvSpPr/>
          <p:nvPr/>
        </p:nvSpPr>
        <p:spPr bwMode="auto">
          <a:xfrm rot="5400000">
            <a:off x="3119142" y="2404350"/>
            <a:ext cx="188044" cy="1140141"/>
          </a:xfrm>
          <a:prstGeom prst="ellipse">
            <a:avLst/>
          </a:prstGeom>
          <a:noFill/>
          <a:ln w="25400" cap="flat" cmpd="sng" algn="ctr">
            <a:solidFill>
              <a:srgbClr val="FFD17D"/>
            </a:solidFill>
            <a:prstDash val="solid"/>
          </a:ln>
          <a:effectLst/>
        </p:spPr>
        <p:txBody>
          <a:bodyPr rtlCol="0" anchor="ctr"/>
          <a:lstStyle/>
          <a:p>
            <a:pPr algn="ctr" defTabSz="914034"/>
            <a:endParaRPr lang="zh-CN" altLang="en-US" sz="1799" kern="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4" name="TextBox 77"/>
          <p:cNvSpPr txBox="1"/>
          <p:nvPr/>
        </p:nvSpPr>
        <p:spPr bwMode="auto">
          <a:xfrm>
            <a:off x="3410459" y="3458325"/>
            <a:ext cx="1390745" cy="316351"/>
          </a:xfrm>
          <a:prstGeom prst="rect">
            <a:avLst/>
          </a:prstGeom>
          <a:noFill/>
          <a:ln w="9525">
            <a:noFill/>
            <a:miter lim="800000"/>
            <a:headEnd/>
            <a:tailEnd/>
          </a:ln>
        </p:spPr>
        <p:txBody>
          <a:bodyPr wrap="square" lIns="99941" tIns="49966" rIns="99941" bIns="49966" rtlCol="0">
            <a:spAutoFit/>
          </a:bodyPr>
          <a:lstStyle/>
          <a:p>
            <a:pPr algn="ctr" defTabSz="1001248" eaLnBrk="0" hangingPunct="0"/>
            <a:r>
              <a:rPr lang="zh-CN" altLang="en-US" sz="1400" b="1" dirty="0">
                <a:solidFill>
                  <a:srgbClr val="000000"/>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接入层交换机</a:t>
            </a:r>
            <a:endParaRPr lang="en-US" altLang="zh-CN" sz="1400" b="1" dirty="0">
              <a:solidFill>
                <a:srgbClr val="000000"/>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sp>
        <p:nvSpPr>
          <p:cNvPr id="55" name="TextBox 77"/>
          <p:cNvSpPr txBox="1"/>
          <p:nvPr/>
        </p:nvSpPr>
        <p:spPr bwMode="auto">
          <a:xfrm>
            <a:off x="2466222" y="1950606"/>
            <a:ext cx="1390745" cy="316351"/>
          </a:xfrm>
          <a:prstGeom prst="rect">
            <a:avLst/>
          </a:prstGeom>
          <a:noFill/>
          <a:ln w="9525">
            <a:noFill/>
            <a:miter lim="800000"/>
            <a:headEnd/>
            <a:tailEnd/>
          </a:ln>
        </p:spPr>
        <p:txBody>
          <a:bodyPr wrap="square" lIns="99941" tIns="49966" rIns="99941" bIns="49966" rtlCol="0">
            <a:spAutoFit/>
          </a:bodyPr>
          <a:lstStyle/>
          <a:p>
            <a:pPr algn="ctr" defTabSz="1001248" eaLnBrk="0" hangingPunct="0"/>
            <a:r>
              <a:rPr lang="zh-CN" altLang="en-US" sz="1400" dirty="0">
                <a:solidFill>
                  <a:srgbClr val="000000"/>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堆叠线缆</a:t>
            </a:r>
            <a:endParaRPr lang="en-US" altLang="zh-CN" sz="1400" dirty="0">
              <a:solidFill>
                <a:srgbClr val="000000"/>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pic>
        <p:nvPicPr>
          <p:cNvPr id="59" name="图片 58" descr="防火墙.png">
            <a:extLst>
              <a:ext uri="{FF2B5EF4-FFF2-40B4-BE49-F238E27FC236}">
                <a16:creationId xmlns="" xmlns:a16="http://schemas.microsoft.com/office/drawing/2014/main" id="{1BAED0DC-2A44-4E09-B04B-DB8AC9C4E233}"/>
              </a:ext>
            </a:extLst>
          </p:cNvPr>
          <p:cNvPicPr>
            <a:picLocks noChangeAspect="1"/>
          </p:cNvPicPr>
          <p:nvPr/>
        </p:nvPicPr>
        <p:blipFill>
          <a:blip r:embed="rId4" cstate="print"/>
          <a:stretch>
            <a:fillRect/>
          </a:stretch>
        </p:blipFill>
        <p:spPr>
          <a:xfrm>
            <a:off x="7738028" y="3244676"/>
            <a:ext cx="539789" cy="441645"/>
          </a:xfrm>
          <a:prstGeom prst="rect">
            <a:avLst/>
          </a:prstGeom>
        </p:spPr>
      </p:pic>
      <p:pic>
        <p:nvPicPr>
          <p:cNvPr id="60" name="图片 59" descr="防火墙.png">
            <a:extLst>
              <a:ext uri="{FF2B5EF4-FFF2-40B4-BE49-F238E27FC236}">
                <a16:creationId xmlns="" xmlns:a16="http://schemas.microsoft.com/office/drawing/2014/main" id="{1BAED0DC-2A44-4E09-B04B-DB8AC9C4E233}"/>
              </a:ext>
            </a:extLst>
          </p:cNvPr>
          <p:cNvPicPr>
            <a:picLocks noChangeAspect="1"/>
          </p:cNvPicPr>
          <p:nvPr/>
        </p:nvPicPr>
        <p:blipFill>
          <a:blip r:embed="rId4" cstate="print"/>
          <a:stretch>
            <a:fillRect/>
          </a:stretch>
        </p:blipFill>
        <p:spPr>
          <a:xfrm>
            <a:off x="9829536" y="3244676"/>
            <a:ext cx="539789" cy="441645"/>
          </a:xfrm>
          <a:prstGeom prst="rect">
            <a:avLst/>
          </a:prstGeom>
        </p:spPr>
      </p:pic>
      <p:sp>
        <p:nvSpPr>
          <p:cNvPr id="64" name="TextBox 77"/>
          <p:cNvSpPr txBox="1"/>
          <p:nvPr/>
        </p:nvSpPr>
        <p:spPr bwMode="auto">
          <a:xfrm>
            <a:off x="8438791" y="4048247"/>
            <a:ext cx="1390745" cy="347129"/>
          </a:xfrm>
          <a:prstGeom prst="rect">
            <a:avLst/>
          </a:prstGeom>
          <a:noFill/>
          <a:ln w="9525">
            <a:noFill/>
            <a:miter lim="800000"/>
            <a:headEnd/>
            <a:tailEnd/>
          </a:ln>
        </p:spPr>
        <p:txBody>
          <a:bodyPr wrap="square" lIns="99941" tIns="49966" rIns="99941" bIns="49966" rtlCol="0">
            <a:spAutoFit/>
          </a:bodyPr>
          <a:lstStyle/>
          <a:p>
            <a:pPr algn="ctr" defTabSz="1001248" eaLnBrk="0" hangingPunct="0"/>
            <a:r>
              <a:rPr lang="zh-CN" altLang="en-US" sz="1600" b="1" dirty="0">
                <a:solidFill>
                  <a:srgbClr val="000000"/>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双机热备</a:t>
            </a:r>
            <a:endParaRPr lang="en-US" altLang="zh-CN" sz="1600" b="1" dirty="0">
              <a:solidFill>
                <a:srgbClr val="000000"/>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pic>
        <p:nvPicPr>
          <p:cNvPr id="37" name="图片 36" descr="接入交换机.png">
            <a:extLst>
              <a:ext uri="{FF2B5EF4-FFF2-40B4-BE49-F238E27FC236}">
                <a16:creationId xmlns:a16="http://schemas.microsoft.com/office/drawing/2014/main" xmlns="" id="{A4EEA780-3CE8-4340-83D8-A49BC7227950}"/>
              </a:ext>
            </a:extLst>
          </p:cNvPr>
          <p:cNvPicPr>
            <a:picLocks noChangeAspect="1"/>
          </p:cNvPicPr>
          <p:nvPr/>
        </p:nvPicPr>
        <p:blipFill>
          <a:blip r:embed="rId5" cstate="print"/>
          <a:stretch>
            <a:fillRect/>
          </a:stretch>
        </p:blipFill>
        <p:spPr>
          <a:xfrm>
            <a:off x="2927613" y="3369779"/>
            <a:ext cx="540000" cy="441818"/>
          </a:xfrm>
          <a:prstGeom prst="rect">
            <a:avLst/>
          </a:prstGeom>
        </p:spPr>
      </p:pic>
      <p:pic>
        <p:nvPicPr>
          <p:cNvPr id="47" name="图片 46" descr="汇聚交换机.png">
            <a:extLst>
              <a:ext uri="{FF2B5EF4-FFF2-40B4-BE49-F238E27FC236}">
                <a16:creationId xmlns:a16="http://schemas.microsoft.com/office/drawing/2014/main" xmlns="" id="{510788B6-994F-4DD8-9E7B-2F7416C7AC83}"/>
              </a:ext>
            </a:extLst>
          </p:cNvPr>
          <p:cNvPicPr>
            <a:picLocks noChangeAspect="1"/>
          </p:cNvPicPr>
          <p:nvPr/>
        </p:nvPicPr>
        <p:blipFill>
          <a:blip r:embed="rId6" cstate="print"/>
          <a:stretch>
            <a:fillRect/>
          </a:stretch>
        </p:blipFill>
        <p:spPr>
          <a:xfrm>
            <a:off x="3588564" y="2129653"/>
            <a:ext cx="540000" cy="441818"/>
          </a:xfrm>
          <a:prstGeom prst="rect">
            <a:avLst/>
          </a:prstGeom>
        </p:spPr>
      </p:pic>
      <p:pic>
        <p:nvPicPr>
          <p:cNvPr id="48" name="图片 47" descr="汇聚交换机.png">
            <a:extLst>
              <a:ext uri="{FF2B5EF4-FFF2-40B4-BE49-F238E27FC236}">
                <a16:creationId xmlns:a16="http://schemas.microsoft.com/office/drawing/2014/main" xmlns="" id="{510788B6-994F-4DD8-9E7B-2F7416C7AC83}"/>
              </a:ext>
            </a:extLst>
          </p:cNvPr>
          <p:cNvPicPr>
            <a:picLocks noChangeAspect="1"/>
          </p:cNvPicPr>
          <p:nvPr/>
        </p:nvPicPr>
        <p:blipFill>
          <a:blip r:embed="rId6" cstate="print"/>
          <a:stretch>
            <a:fillRect/>
          </a:stretch>
        </p:blipFill>
        <p:spPr>
          <a:xfrm>
            <a:off x="2221622" y="2129653"/>
            <a:ext cx="540000" cy="441818"/>
          </a:xfrm>
          <a:prstGeom prst="rect">
            <a:avLst/>
          </a:prstGeom>
        </p:spPr>
      </p:pic>
      <p:sp>
        <p:nvSpPr>
          <p:cNvPr id="49" name="TextBox 77"/>
          <p:cNvSpPr txBox="1"/>
          <p:nvPr/>
        </p:nvSpPr>
        <p:spPr bwMode="auto">
          <a:xfrm>
            <a:off x="4550922" y="2210507"/>
            <a:ext cx="1390745" cy="316351"/>
          </a:xfrm>
          <a:prstGeom prst="rect">
            <a:avLst/>
          </a:prstGeom>
          <a:noFill/>
          <a:ln w="9525">
            <a:noFill/>
            <a:miter lim="800000"/>
            <a:headEnd/>
            <a:tailEnd/>
          </a:ln>
        </p:spPr>
        <p:txBody>
          <a:bodyPr wrap="square" lIns="99941" tIns="49966" rIns="99941" bIns="49966" rtlCol="0">
            <a:spAutoFit/>
          </a:bodyPr>
          <a:lstStyle/>
          <a:p>
            <a:pPr algn="ctr" defTabSz="1001248" eaLnBrk="0" hangingPunct="0"/>
            <a:r>
              <a:rPr lang="zh-CN" altLang="en-US" sz="1400" b="1" dirty="0">
                <a:solidFill>
                  <a:srgbClr val="000000"/>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汇聚层交换机</a:t>
            </a:r>
            <a:endParaRPr lang="en-US" altLang="zh-CN" sz="1400" b="1" dirty="0">
              <a:solidFill>
                <a:srgbClr val="000000"/>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spTree>
    <p:extLst>
      <p:ext uri="{BB962C8B-B14F-4D97-AF65-F5344CB8AC3E}">
        <p14:creationId xmlns:p14="http://schemas.microsoft.com/office/powerpoint/2010/main" val="2611346867"/>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p:txBody>
          <a:bodyPr/>
          <a:lstStyle/>
          <a:p>
            <a:pPr>
              <a:buClr>
                <a:schemeClr val="bg1">
                  <a:lumMod val="50000"/>
                </a:schemeClr>
              </a:buClr>
            </a:pPr>
            <a:r>
              <a:rPr lang="zh-CN" altLang="en-US"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网络可靠性需求</a:t>
            </a:r>
            <a:endParaRPr lang="en-US" altLang="zh-CN"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a:p>
            <a:r>
              <a:rPr lang="zh-CN" altLang="en-US" b="1" dirty="0">
                <a:latin typeface="Huawei Sans" panose="020C0503030203020204" pitchFamily="34" charset="0"/>
                <a:ea typeface="方正兰亭黑简体" panose="02000000000000000000" pitchFamily="2" charset="-122"/>
                <a:sym typeface="Huawei Sans" panose="020C0503030203020204" pitchFamily="34" charset="0"/>
              </a:rPr>
              <a:t>链路聚合技术原理与配置</a:t>
            </a:r>
            <a:endParaRPr lang="en-US" altLang="zh-CN" b="1" dirty="0">
              <a:latin typeface="Huawei Sans" panose="020C0503030203020204" pitchFamily="34" charset="0"/>
              <a:ea typeface="方正兰亭黑简体" panose="02000000000000000000" pitchFamily="2" charset="-122"/>
              <a:sym typeface="Huawei Sans" panose="020C0503030203020204" pitchFamily="34" charset="0"/>
            </a:endParaRPr>
          </a:p>
          <a:p>
            <a:pPr lvl="1"/>
            <a:r>
              <a:rPr lang="zh-CN" altLang="en-US"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基本原理</a:t>
            </a:r>
            <a:endParaRPr lang="en-US" altLang="zh-CN"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a:p>
            <a:pPr lvl="1"/>
            <a:r>
              <a:rPr lang="zh-CN" altLang="en-US"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手工模式</a:t>
            </a:r>
            <a:endParaRPr lang="en-US" altLang="zh-CN"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a:p>
            <a:pPr lvl="1"/>
            <a:r>
              <a:rPr lang="en-US" altLang="zh-CN"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LACP</a:t>
            </a:r>
            <a:r>
              <a:rPr lang="zh-CN" altLang="en-US" dirty="0" smtClean="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模式</a:t>
            </a:r>
            <a:endParaRPr lang="en-US" altLang="zh-CN" dirty="0" smtClean="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a:p>
            <a:pPr lvl="1"/>
            <a:r>
              <a:rPr lang="zh-CN" altLang="en-US"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典型使用</a:t>
            </a:r>
            <a:r>
              <a:rPr lang="zh-CN" altLang="en-US" dirty="0" smtClean="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场景</a:t>
            </a:r>
            <a:endParaRPr lang="en-US" altLang="zh-CN"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a:p>
            <a:pPr lvl="1">
              <a:buFont typeface="Huawei Sans" panose="020C0503030203020204" pitchFamily="34" charset="0"/>
              <a:buChar char="▪"/>
            </a:pPr>
            <a:r>
              <a:rPr lang="zh-CN" altLang="en-US" b="1" dirty="0">
                <a:latin typeface="Huawei Sans" panose="020C0503030203020204" pitchFamily="34" charset="0"/>
                <a:ea typeface="方正兰亭黑简体" panose="02000000000000000000" pitchFamily="2" charset="-122"/>
                <a:sym typeface="Huawei Sans" panose="020C0503030203020204" pitchFamily="34" charset="0"/>
              </a:rPr>
              <a:t>配置举例</a:t>
            </a:r>
            <a:endParaRPr lang="en-US" altLang="zh-CN" b="1" dirty="0">
              <a:latin typeface="Huawei Sans" panose="020C0503030203020204" pitchFamily="34" charset="0"/>
              <a:ea typeface="方正兰亭黑简体" panose="02000000000000000000" pitchFamily="2" charset="-122"/>
              <a:sym typeface="Huawei Sans" panose="020C0503030203020204" pitchFamily="34" charset="0"/>
            </a:endParaRPr>
          </a:p>
          <a:p>
            <a:pPr>
              <a:buClr>
                <a:schemeClr val="bg1">
                  <a:lumMod val="50000"/>
                </a:schemeClr>
              </a:buClr>
            </a:pPr>
            <a:r>
              <a:rPr lang="zh-CN" altLang="en-US"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堆叠</a:t>
            </a:r>
            <a:r>
              <a:rPr lang="en-US" altLang="zh-CN"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a:t>
            </a:r>
            <a:r>
              <a:rPr lang="zh-CN" altLang="en-US"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集群概述</a:t>
            </a:r>
            <a:endParaRPr lang="en-US" altLang="zh-CN"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3730239236"/>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pPr fontAlgn="auto"/>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配置命令</a:t>
            </a:r>
            <a:r>
              <a:rPr lang="zh-CN" altLang="en-US" dirty="0" smtClean="0">
                <a:latin typeface="Huawei Sans" panose="020C0503030203020204" pitchFamily="34" charset="0"/>
                <a:ea typeface="方正兰亭黑简体" panose="02000000000000000000" pitchFamily="2" charset="-122"/>
                <a:sym typeface="Huawei Sans" panose="020C0503030203020204" pitchFamily="34" charset="0"/>
              </a:rPr>
              <a:t>介绍 </a:t>
            </a:r>
            <a:r>
              <a:rPr lang="en-US" altLang="zh-CN" dirty="0" smtClean="0">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1)</a:t>
            </a:r>
            <a:endParaRPr lang="zh-CN" altLang="en-US"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 name="矩形 4"/>
          <p:cNvSpPr/>
          <p:nvPr/>
        </p:nvSpPr>
        <p:spPr>
          <a:xfrm>
            <a:off x="1031515" y="1798096"/>
            <a:ext cx="10604557" cy="338422"/>
          </a:xfrm>
          <a:prstGeom prst="rect">
            <a:avLst/>
          </a:prstGeom>
          <a:solidFill>
            <a:srgbClr val="F4FBFE"/>
          </a:solidFill>
          <a:ln>
            <a:solidFill>
              <a:srgbClr val="99DFF9"/>
            </a:solidFill>
          </a:ln>
        </p:spPr>
        <p:txBody>
          <a:bodyPr wrap="square">
            <a:spAutoFit/>
          </a:bodyPr>
          <a:lstStyle/>
          <a:p>
            <a:pPr fontAlgn="base"/>
            <a:r>
              <a:rPr lang="en-US" altLang="zh-CN" sz="1599"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[Huawei] </a:t>
            </a:r>
            <a:r>
              <a:rPr lang="en-US" altLang="zh-CN" sz="1599" b="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interface eth-trunk </a:t>
            </a:r>
            <a:r>
              <a:rPr lang="en-US" altLang="zh-CN" sz="1599" i="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trunk-id</a:t>
            </a:r>
            <a:endParaRPr lang="zh-CN" altLang="en-US" sz="1599" i="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6" name="矩形 5"/>
          <p:cNvSpPr/>
          <p:nvPr/>
        </p:nvSpPr>
        <p:spPr>
          <a:xfrm>
            <a:off x="551169" y="1366118"/>
            <a:ext cx="11084902" cy="338422"/>
          </a:xfrm>
          <a:prstGeom prst="rect">
            <a:avLst/>
          </a:prstGeom>
        </p:spPr>
        <p:txBody>
          <a:bodyPr wrap="square">
            <a:spAutoFit/>
          </a:bodyPr>
          <a:lstStyle/>
          <a:p>
            <a:pPr marL="342763" indent="-342763">
              <a:buFont typeface="+mj-lt"/>
              <a:buAutoNum type="arabicPeriod"/>
            </a:pPr>
            <a:r>
              <a:rPr lang="zh-CN" altLang="en-US" sz="1599"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创建链路聚合组</a:t>
            </a:r>
          </a:p>
        </p:txBody>
      </p:sp>
      <p:sp>
        <p:nvSpPr>
          <p:cNvPr id="7" name="矩形 6"/>
          <p:cNvSpPr/>
          <p:nvPr/>
        </p:nvSpPr>
        <p:spPr>
          <a:xfrm>
            <a:off x="1031515" y="2230074"/>
            <a:ext cx="10604557" cy="377732"/>
          </a:xfrm>
          <a:prstGeom prst="rect">
            <a:avLst/>
          </a:prstGeom>
        </p:spPr>
        <p:txBody>
          <a:bodyPr wrap="square">
            <a:spAutoFit/>
          </a:bodyPr>
          <a:lstStyle/>
          <a:p>
            <a:pPr>
              <a:lnSpc>
                <a:spcPts val="2399"/>
              </a:lnSpc>
            </a:pPr>
            <a:r>
              <a:rPr lang="zh-CN" altLang="en-US" sz="1599"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创建</a:t>
            </a:r>
            <a:r>
              <a:rPr lang="en-US" altLang="zh-CN" sz="1599"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Eth-Trunk</a:t>
            </a:r>
            <a:r>
              <a:rPr lang="zh-CN" altLang="en-US" sz="1599"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接口，并进入</a:t>
            </a:r>
            <a:r>
              <a:rPr lang="en-US" altLang="zh-CN" sz="1599"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Eth-Trunk</a:t>
            </a:r>
            <a:r>
              <a:rPr lang="zh-CN" altLang="en-US" sz="1599"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接口视图。</a:t>
            </a:r>
          </a:p>
        </p:txBody>
      </p:sp>
      <p:sp>
        <p:nvSpPr>
          <p:cNvPr id="8" name="矩形 7"/>
          <p:cNvSpPr/>
          <p:nvPr/>
        </p:nvSpPr>
        <p:spPr>
          <a:xfrm>
            <a:off x="1031515" y="3100541"/>
            <a:ext cx="10604557" cy="338422"/>
          </a:xfrm>
          <a:prstGeom prst="rect">
            <a:avLst/>
          </a:prstGeom>
          <a:solidFill>
            <a:srgbClr val="F4FBFE"/>
          </a:solidFill>
          <a:ln>
            <a:solidFill>
              <a:srgbClr val="99DFF9"/>
            </a:solidFill>
          </a:ln>
        </p:spPr>
        <p:txBody>
          <a:bodyPr wrap="square">
            <a:spAutoFit/>
          </a:bodyPr>
          <a:lstStyle/>
          <a:p>
            <a:pPr fontAlgn="base"/>
            <a:r>
              <a:rPr lang="en-US" altLang="zh-CN" sz="1599"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[Huawei-Eth-Trunk1] </a:t>
            </a:r>
            <a:r>
              <a:rPr lang="en-US" altLang="zh-CN" sz="1599" b="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mode</a:t>
            </a:r>
            <a:r>
              <a:rPr lang="en-US" altLang="zh-CN" sz="1599"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a:t>
            </a:r>
            <a:r>
              <a:rPr lang="en-US" altLang="zh-CN" sz="1599" i="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a:t>
            </a:r>
            <a:r>
              <a:rPr lang="en-US" altLang="zh-CN" sz="1599" b="1" dirty="0" err="1">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lacp</a:t>
            </a:r>
            <a:r>
              <a:rPr lang="en-US" altLang="zh-CN" sz="1599" i="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 </a:t>
            </a:r>
            <a:r>
              <a:rPr lang="en-US" altLang="zh-CN" sz="1599" b="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manual load-balance </a:t>
            </a:r>
            <a:r>
              <a:rPr lang="en-US" altLang="zh-CN" sz="1599" i="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a:t>
            </a:r>
            <a:endParaRPr lang="zh-CN" altLang="en-US" sz="1599" i="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9" name="矩形 8"/>
          <p:cNvSpPr/>
          <p:nvPr/>
        </p:nvSpPr>
        <p:spPr>
          <a:xfrm>
            <a:off x="551169" y="2668563"/>
            <a:ext cx="11084902" cy="338422"/>
          </a:xfrm>
          <a:prstGeom prst="rect">
            <a:avLst/>
          </a:prstGeom>
        </p:spPr>
        <p:txBody>
          <a:bodyPr wrap="square">
            <a:spAutoFit/>
          </a:bodyPr>
          <a:lstStyle/>
          <a:p>
            <a:pPr marL="342763" indent="-342763">
              <a:buFont typeface="+mj-lt"/>
              <a:buAutoNum type="arabicPeriod" startAt="2"/>
            </a:pPr>
            <a:r>
              <a:rPr lang="zh-CN" altLang="en-US" sz="1599"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配置链路聚合模式</a:t>
            </a:r>
          </a:p>
        </p:txBody>
      </p:sp>
      <p:sp>
        <p:nvSpPr>
          <p:cNvPr id="10" name="矩形 9"/>
          <p:cNvSpPr/>
          <p:nvPr/>
        </p:nvSpPr>
        <p:spPr>
          <a:xfrm>
            <a:off x="1031514" y="3440921"/>
            <a:ext cx="10604557" cy="707610"/>
          </a:xfrm>
          <a:prstGeom prst="rect">
            <a:avLst/>
          </a:prstGeom>
        </p:spPr>
        <p:txBody>
          <a:bodyPr wrap="square">
            <a:spAutoFit/>
          </a:bodyPr>
          <a:lstStyle/>
          <a:p>
            <a:pPr>
              <a:lnSpc>
                <a:spcPts val="2399"/>
              </a:lnSpc>
            </a:pPr>
            <a:r>
              <a:rPr lang="en-US" altLang="zh-CN" sz="1599"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Mode </a:t>
            </a:r>
            <a:r>
              <a:rPr lang="en-US" altLang="zh-CN" sz="1599" dirty="0" err="1">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lacp</a:t>
            </a:r>
            <a:r>
              <a:rPr lang="zh-CN" altLang="en-US" sz="1599"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配置链路聚合模式为</a:t>
            </a:r>
            <a:r>
              <a:rPr lang="en-US" altLang="zh-CN" sz="1599" dirty="0" err="1">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lacp</a:t>
            </a:r>
            <a:r>
              <a:rPr lang="zh-CN" altLang="en-US" sz="1599"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模式，</a:t>
            </a:r>
            <a:r>
              <a:rPr lang="en-US" altLang="zh-CN" sz="1599"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mode manual load-balance</a:t>
            </a:r>
            <a:r>
              <a:rPr lang="zh-CN" altLang="en-US" sz="1599"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配置链路聚合模式为手工模式。</a:t>
            </a:r>
            <a:endParaRPr lang="en-US" altLang="zh-CN" sz="1599"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a:p>
            <a:pPr>
              <a:lnSpc>
                <a:spcPts val="2399"/>
              </a:lnSpc>
            </a:pPr>
            <a:r>
              <a:rPr lang="zh-CN" altLang="en-US" sz="1599"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注意：需要保持两端链路聚合模式一致。</a:t>
            </a:r>
          </a:p>
        </p:txBody>
      </p:sp>
      <p:sp>
        <p:nvSpPr>
          <p:cNvPr id="11" name="矩形 10"/>
          <p:cNvSpPr/>
          <p:nvPr/>
        </p:nvSpPr>
        <p:spPr>
          <a:xfrm>
            <a:off x="1031515" y="4653077"/>
            <a:ext cx="10604557" cy="338422"/>
          </a:xfrm>
          <a:prstGeom prst="rect">
            <a:avLst/>
          </a:prstGeom>
          <a:solidFill>
            <a:srgbClr val="F4FBFE"/>
          </a:solidFill>
          <a:ln>
            <a:solidFill>
              <a:srgbClr val="99DFF9"/>
            </a:solidFill>
          </a:ln>
        </p:spPr>
        <p:txBody>
          <a:bodyPr wrap="square">
            <a:spAutoFit/>
          </a:bodyPr>
          <a:lstStyle/>
          <a:p>
            <a:pPr fontAlgn="base"/>
            <a:r>
              <a:rPr lang="en-US" altLang="zh-CN" sz="1599"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[Huawei-GigabitEthernet0/0/1] </a:t>
            </a:r>
            <a:r>
              <a:rPr lang="en-US" altLang="zh-CN" sz="1599" b="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eth-trunk </a:t>
            </a:r>
            <a:r>
              <a:rPr lang="en-US" altLang="zh-CN" sz="1599" i="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trunk-id</a:t>
            </a:r>
            <a:endParaRPr lang="zh-CN" altLang="en-US" sz="1599" i="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12" name="矩形 11"/>
          <p:cNvSpPr/>
          <p:nvPr/>
        </p:nvSpPr>
        <p:spPr>
          <a:xfrm>
            <a:off x="551169" y="4221098"/>
            <a:ext cx="11084902" cy="338422"/>
          </a:xfrm>
          <a:prstGeom prst="rect">
            <a:avLst/>
          </a:prstGeom>
        </p:spPr>
        <p:txBody>
          <a:bodyPr wrap="square">
            <a:spAutoFit/>
          </a:bodyPr>
          <a:lstStyle/>
          <a:p>
            <a:pPr marL="342763" indent="-342763">
              <a:buFont typeface="+mj-lt"/>
              <a:buAutoNum type="arabicPeriod" startAt="3"/>
            </a:pPr>
            <a:r>
              <a:rPr lang="zh-CN" altLang="en-US" sz="1599"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将接口加入链路聚合组中（以太网接口视图）</a:t>
            </a:r>
          </a:p>
        </p:txBody>
      </p:sp>
      <p:sp>
        <p:nvSpPr>
          <p:cNvPr id="13" name="矩形 12"/>
          <p:cNvSpPr/>
          <p:nvPr/>
        </p:nvSpPr>
        <p:spPr>
          <a:xfrm>
            <a:off x="1031513" y="5008839"/>
            <a:ext cx="10604557" cy="707610"/>
          </a:xfrm>
          <a:prstGeom prst="rect">
            <a:avLst/>
          </a:prstGeom>
        </p:spPr>
        <p:txBody>
          <a:bodyPr wrap="square">
            <a:spAutoFit/>
          </a:bodyPr>
          <a:lstStyle/>
          <a:p>
            <a:pPr>
              <a:lnSpc>
                <a:spcPts val="2399"/>
              </a:lnSpc>
            </a:pPr>
            <a:r>
              <a:rPr lang="zh-CN" altLang="en-US" sz="1599"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在接口视图下，把接口加入到</a:t>
            </a:r>
            <a:r>
              <a:rPr lang="en-US" altLang="zh-CN" sz="1599"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Eth-Trunk</a:t>
            </a:r>
            <a:r>
              <a:rPr lang="zh-CN" altLang="en-US" sz="1599"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中。</a:t>
            </a:r>
            <a:endParaRPr lang="en-US" altLang="zh-CN" sz="1599"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a:p>
            <a:pPr>
              <a:lnSpc>
                <a:spcPts val="2399"/>
              </a:lnSpc>
            </a:pPr>
            <a:endParaRPr lang="zh-CN" altLang="en-US" sz="1599"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Tree>
    <p:extLst>
      <p:ext uri="{BB962C8B-B14F-4D97-AF65-F5344CB8AC3E}">
        <p14:creationId xmlns:p14="http://schemas.microsoft.com/office/powerpoint/2010/main" val="3841578385"/>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auto"/>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配置命令</a:t>
            </a:r>
            <a:r>
              <a:rPr lang="zh-CN" altLang="en-US" dirty="0" smtClean="0">
                <a:latin typeface="Huawei Sans" panose="020C0503030203020204" pitchFamily="34" charset="0"/>
                <a:ea typeface="方正兰亭黑简体" panose="02000000000000000000" pitchFamily="2" charset="-122"/>
                <a:sym typeface="Huawei Sans" panose="020C0503030203020204" pitchFamily="34" charset="0"/>
              </a:rPr>
              <a:t>介绍 </a:t>
            </a:r>
            <a:r>
              <a:rPr lang="en-US" altLang="zh-CN" dirty="0" smtClean="0">
                <a:latin typeface="Huawei Sans" panose="020C0503030203020204" pitchFamily="34" charset="0"/>
                <a:ea typeface="方正兰亭黑简体" panose="02000000000000000000" pitchFamily="2" charset="-122"/>
                <a:sym typeface="Huawei Sans" panose="020C0503030203020204" pitchFamily="34" charset="0"/>
              </a:rPr>
              <a:t>(2)</a:t>
            </a:r>
            <a:endParaRPr lang="zh-CN" altLang="en-US"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 name="矩形 2"/>
          <p:cNvSpPr/>
          <p:nvPr/>
        </p:nvSpPr>
        <p:spPr>
          <a:xfrm>
            <a:off x="1031515" y="1798096"/>
            <a:ext cx="10604557" cy="338422"/>
          </a:xfrm>
          <a:prstGeom prst="rect">
            <a:avLst/>
          </a:prstGeom>
          <a:solidFill>
            <a:srgbClr val="F4FBFE"/>
          </a:solidFill>
          <a:ln>
            <a:solidFill>
              <a:srgbClr val="99DFF9"/>
            </a:solidFill>
          </a:ln>
        </p:spPr>
        <p:txBody>
          <a:bodyPr wrap="square">
            <a:spAutoFit/>
          </a:bodyPr>
          <a:lstStyle/>
          <a:p>
            <a:pPr fontAlgn="base"/>
            <a:r>
              <a:rPr lang="en-US" altLang="zh-CN" sz="1599"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[Huawei-Eth-Trunk1] </a:t>
            </a:r>
            <a:r>
              <a:rPr lang="en-US" altLang="zh-CN" sz="1599" b="1" dirty="0" err="1">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trunkport</a:t>
            </a:r>
            <a:r>
              <a:rPr lang="en-US" altLang="zh-CN" sz="1599"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a:t>
            </a:r>
            <a:r>
              <a:rPr lang="en-US" altLang="zh-CN" sz="1599" i="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interface-type { interface-number}</a:t>
            </a:r>
            <a:endParaRPr lang="zh-CN" altLang="en-US" sz="1599" i="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4" name="矩形 3"/>
          <p:cNvSpPr/>
          <p:nvPr/>
        </p:nvSpPr>
        <p:spPr>
          <a:xfrm>
            <a:off x="551169" y="1366118"/>
            <a:ext cx="11084902" cy="338422"/>
          </a:xfrm>
          <a:prstGeom prst="rect">
            <a:avLst/>
          </a:prstGeom>
        </p:spPr>
        <p:txBody>
          <a:bodyPr wrap="square">
            <a:spAutoFit/>
          </a:bodyPr>
          <a:lstStyle/>
          <a:p>
            <a:pPr marL="342763" indent="-342763">
              <a:buFont typeface="+mj-lt"/>
              <a:buAutoNum type="arabicPeriod" startAt="4"/>
            </a:pPr>
            <a:r>
              <a:rPr lang="zh-CN" altLang="en-US" sz="1599"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将接口加入链路聚合组中（</a:t>
            </a:r>
            <a:r>
              <a:rPr lang="en-US" altLang="zh-CN" sz="1599"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Eth-Trunk</a:t>
            </a:r>
            <a:r>
              <a:rPr lang="zh-CN" altLang="en-US" sz="1599"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视图）</a:t>
            </a:r>
          </a:p>
        </p:txBody>
      </p:sp>
      <p:sp>
        <p:nvSpPr>
          <p:cNvPr id="5" name="矩形 4"/>
          <p:cNvSpPr/>
          <p:nvPr/>
        </p:nvSpPr>
        <p:spPr>
          <a:xfrm>
            <a:off x="1031515" y="2230074"/>
            <a:ext cx="10604557" cy="377732"/>
          </a:xfrm>
          <a:prstGeom prst="rect">
            <a:avLst/>
          </a:prstGeom>
        </p:spPr>
        <p:txBody>
          <a:bodyPr wrap="square">
            <a:spAutoFit/>
          </a:bodyPr>
          <a:lstStyle/>
          <a:p>
            <a:pPr>
              <a:lnSpc>
                <a:spcPts val="2399"/>
              </a:lnSpc>
            </a:pPr>
            <a:r>
              <a:rPr lang="zh-CN" altLang="en-US" sz="1599"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在</a:t>
            </a:r>
            <a:r>
              <a:rPr lang="en-US" altLang="zh-CN" sz="1599"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Eth-Trunk</a:t>
            </a:r>
            <a:r>
              <a:rPr lang="zh-CN" altLang="en-US" sz="1599"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视图中将接口加入到链路聚合组中。</a:t>
            </a:r>
            <a:r>
              <a:rPr lang="en-US" altLang="zh-CN" sz="1599"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3</a:t>
            </a:r>
            <a:r>
              <a:rPr lang="zh-CN" altLang="en-US" sz="1599"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a:t>
            </a:r>
            <a:r>
              <a:rPr lang="en-US" altLang="zh-CN" sz="1599"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4</a:t>
            </a:r>
            <a:r>
              <a:rPr lang="zh-CN" altLang="en-US" sz="1599"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两种方式都可以将接口加入到链路聚合组中。</a:t>
            </a:r>
          </a:p>
        </p:txBody>
      </p:sp>
      <p:sp>
        <p:nvSpPr>
          <p:cNvPr id="12" name="矩形 11"/>
          <p:cNvSpPr/>
          <p:nvPr/>
        </p:nvSpPr>
        <p:spPr>
          <a:xfrm>
            <a:off x="1031515" y="3176340"/>
            <a:ext cx="10604557" cy="338422"/>
          </a:xfrm>
          <a:prstGeom prst="rect">
            <a:avLst/>
          </a:prstGeom>
          <a:solidFill>
            <a:srgbClr val="F4FBFE"/>
          </a:solidFill>
          <a:ln>
            <a:solidFill>
              <a:srgbClr val="99DFF9"/>
            </a:solidFill>
          </a:ln>
        </p:spPr>
        <p:txBody>
          <a:bodyPr wrap="square">
            <a:spAutoFit/>
          </a:bodyPr>
          <a:lstStyle/>
          <a:p>
            <a:pPr fontAlgn="base"/>
            <a:r>
              <a:rPr lang="en-US" altLang="zh-CN" sz="1599"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[Huawei-Eth-Trunk1] </a:t>
            </a:r>
            <a:r>
              <a:rPr lang="en-US" altLang="zh-CN" sz="1599" b="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mixed-rate link enable</a:t>
            </a:r>
            <a:endParaRPr lang="zh-CN" altLang="en-US" sz="1599" b="1" i="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13" name="矩形 12"/>
          <p:cNvSpPr/>
          <p:nvPr/>
        </p:nvSpPr>
        <p:spPr>
          <a:xfrm>
            <a:off x="551169" y="2744361"/>
            <a:ext cx="11084902" cy="338422"/>
          </a:xfrm>
          <a:prstGeom prst="rect">
            <a:avLst/>
          </a:prstGeom>
        </p:spPr>
        <p:txBody>
          <a:bodyPr wrap="square">
            <a:spAutoFit/>
          </a:bodyPr>
          <a:lstStyle/>
          <a:p>
            <a:pPr marL="342763" indent="-342763">
              <a:buFont typeface="+mj-lt"/>
              <a:buAutoNum type="arabicPeriod" startAt="5"/>
            </a:pPr>
            <a:r>
              <a:rPr lang="zh-CN" altLang="en-US" sz="1599"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使能允许不同速率端口加入同一</a:t>
            </a:r>
            <a:r>
              <a:rPr lang="en-US" altLang="zh-CN" sz="1599"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Eth-Trunk</a:t>
            </a:r>
            <a:r>
              <a:rPr lang="zh-CN" altLang="en-US" sz="1599"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接口的功能</a:t>
            </a:r>
          </a:p>
        </p:txBody>
      </p:sp>
      <p:sp>
        <p:nvSpPr>
          <p:cNvPr id="14" name="矩形 13"/>
          <p:cNvSpPr/>
          <p:nvPr/>
        </p:nvSpPr>
        <p:spPr>
          <a:xfrm>
            <a:off x="1031515" y="3608318"/>
            <a:ext cx="10604557" cy="707610"/>
          </a:xfrm>
          <a:prstGeom prst="rect">
            <a:avLst/>
          </a:prstGeom>
        </p:spPr>
        <p:txBody>
          <a:bodyPr wrap="square">
            <a:spAutoFit/>
          </a:bodyPr>
          <a:lstStyle/>
          <a:p>
            <a:pPr>
              <a:lnSpc>
                <a:spcPts val="2399"/>
              </a:lnSpc>
            </a:pPr>
            <a:r>
              <a:rPr lang="zh-CN" altLang="en-US" sz="1599" dirty="0">
                <a:latin typeface="Huawei Sans" panose="020C0503030203020204" pitchFamily="34" charset="0"/>
                <a:ea typeface="方正兰亭黑简体" panose="02000000000000000000" pitchFamily="2" charset="-122"/>
                <a:sym typeface="Huawei Sans" panose="020C0503030203020204" pitchFamily="34" charset="0"/>
              </a:rPr>
              <a:t>缺省情况下，设备未使能允许不同速率端口加入同一</a:t>
            </a:r>
            <a:r>
              <a:rPr lang="en-US" altLang="zh-CN" sz="1599" dirty="0">
                <a:latin typeface="Huawei Sans" panose="020C0503030203020204" pitchFamily="34" charset="0"/>
                <a:ea typeface="方正兰亭黑简体" panose="02000000000000000000" pitchFamily="2" charset="-122"/>
                <a:sym typeface="Huawei Sans" panose="020C0503030203020204" pitchFamily="34" charset="0"/>
              </a:rPr>
              <a:t>Eth-Trunk</a:t>
            </a:r>
            <a:r>
              <a:rPr lang="zh-CN" altLang="en-US" sz="1599" dirty="0">
                <a:latin typeface="Huawei Sans" panose="020C0503030203020204" pitchFamily="34" charset="0"/>
                <a:ea typeface="方正兰亭黑简体" panose="02000000000000000000" pitchFamily="2" charset="-122"/>
                <a:sym typeface="Huawei Sans" panose="020C0503030203020204" pitchFamily="34" charset="0"/>
              </a:rPr>
              <a:t>接口的功能，只能相同速率的接口加入到同一个</a:t>
            </a:r>
            <a:r>
              <a:rPr lang="en-US" altLang="zh-CN" sz="1599" dirty="0">
                <a:latin typeface="Huawei Sans" panose="020C0503030203020204" pitchFamily="34" charset="0"/>
                <a:ea typeface="方正兰亭黑简体" panose="02000000000000000000" pitchFamily="2" charset="-122"/>
                <a:sym typeface="Huawei Sans" panose="020C0503030203020204" pitchFamily="34" charset="0"/>
              </a:rPr>
              <a:t>Eth-Trunk</a:t>
            </a:r>
            <a:r>
              <a:rPr lang="zh-CN" altLang="en-US" sz="1599" dirty="0">
                <a:latin typeface="Huawei Sans" panose="020C0503030203020204" pitchFamily="34" charset="0"/>
                <a:ea typeface="方正兰亭黑简体" panose="02000000000000000000" pitchFamily="2" charset="-122"/>
                <a:sym typeface="Huawei Sans" panose="020C0503030203020204" pitchFamily="34" charset="0"/>
              </a:rPr>
              <a:t>接口中。</a:t>
            </a:r>
            <a:endParaRPr lang="zh-CN" altLang="en-US" sz="1599"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16" name="矩形 15"/>
          <p:cNvSpPr/>
          <p:nvPr/>
        </p:nvSpPr>
        <p:spPr>
          <a:xfrm>
            <a:off x="1031515" y="4777182"/>
            <a:ext cx="10604557" cy="338422"/>
          </a:xfrm>
          <a:prstGeom prst="rect">
            <a:avLst/>
          </a:prstGeom>
          <a:solidFill>
            <a:srgbClr val="F4FBFE"/>
          </a:solidFill>
          <a:ln>
            <a:solidFill>
              <a:srgbClr val="99DFF9"/>
            </a:solidFill>
          </a:ln>
        </p:spPr>
        <p:txBody>
          <a:bodyPr wrap="square">
            <a:spAutoFit/>
          </a:bodyPr>
          <a:lstStyle/>
          <a:p>
            <a:pPr fontAlgn="base"/>
            <a:r>
              <a:rPr lang="en-US" altLang="zh-CN" sz="1599"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[Huawei] </a:t>
            </a:r>
            <a:r>
              <a:rPr lang="en-US" altLang="zh-CN" sz="1599" b="1" dirty="0" err="1">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lacp</a:t>
            </a:r>
            <a:r>
              <a:rPr lang="en-US" altLang="zh-CN" sz="1599" b="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priority </a:t>
            </a:r>
            <a:r>
              <a:rPr lang="en-US" altLang="zh-CN" sz="1599" i="1" dirty="0" err="1">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priority</a:t>
            </a:r>
            <a:endParaRPr lang="zh-CN" altLang="en-US" sz="1599" i="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17" name="矩形 16"/>
          <p:cNvSpPr/>
          <p:nvPr/>
        </p:nvSpPr>
        <p:spPr>
          <a:xfrm>
            <a:off x="551169" y="4345204"/>
            <a:ext cx="11084902" cy="338422"/>
          </a:xfrm>
          <a:prstGeom prst="rect">
            <a:avLst/>
          </a:prstGeom>
        </p:spPr>
        <p:txBody>
          <a:bodyPr wrap="square">
            <a:spAutoFit/>
          </a:bodyPr>
          <a:lstStyle/>
          <a:p>
            <a:pPr marL="342763" indent="-342763">
              <a:buFont typeface="+mj-lt"/>
              <a:buAutoNum type="arabicPeriod" startAt="6"/>
            </a:pPr>
            <a:r>
              <a:rPr lang="zh-CN" altLang="en-US" sz="1599"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配置系统</a:t>
            </a:r>
            <a:r>
              <a:rPr lang="en-US" altLang="zh-CN" sz="1599"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LACP</a:t>
            </a:r>
            <a:r>
              <a:rPr lang="zh-CN" altLang="en-US" sz="1599"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优先级</a:t>
            </a:r>
          </a:p>
        </p:txBody>
      </p:sp>
      <p:sp>
        <p:nvSpPr>
          <p:cNvPr id="18" name="矩形 17"/>
          <p:cNvSpPr/>
          <p:nvPr/>
        </p:nvSpPr>
        <p:spPr>
          <a:xfrm>
            <a:off x="1031515" y="5209161"/>
            <a:ext cx="10604557" cy="377732"/>
          </a:xfrm>
          <a:prstGeom prst="rect">
            <a:avLst/>
          </a:prstGeom>
        </p:spPr>
        <p:txBody>
          <a:bodyPr wrap="square">
            <a:spAutoFit/>
          </a:bodyPr>
          <a:lstStyle/>
          <a:p>
            <a:pPr>
              <a:lnSpc>
                <a:spcPts val="2399"/>
              </a:lnSpc>
            </a:pPr>
            <a:r>
              <a:rPr lang="zh-CN" altLang="en-US" sz="1599"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系统</a:t>
            </a:r>
            <a:r>
              <a:rPr lang="en-US" altLang="zh-CN" sz="1599"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LACP</a:t>
            </a:r>
            <a:r>
              <a:rPr lang="zh-CN" altLang="en-US" sz="1599"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优先级值越小优先级越高，缺省情况下，系统</a:t>
            </a:r>
            <a:r>
              <a:rPr lang="en-US" altLang="zh-CN" sz="1599"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LACP</a:t>
            </a:r>
            <a:r>
              <a:rPr lang="zh-CN" altLang="en-US" sz="1599"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优先级为</a:t>
            </a:r>
            <a:r>
              <a:rPr lang="en-US" altLang="zh-CN" sz="1599"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32768</a:t>
            </a:r>
            <a:r>
              <a:rPr lang="zh-CN" altLang="en-US" sz="1599"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a:t>
            </a:r>
          </a:p>
        </p:txBody>
      </p:sp>
    </p:spTree>
    <p:extLst>
      <p:ext uri="{BB962C8B-B14F-4D97-AF65-F5344CB8AC3E}">
        <p14:creationId xmlns:p14="http://schemas.microsoft.com/office/powerpoint/2010/main" val="997772798"/>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auto"/>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配置命令</a:t>
            </a:r>
            <a:r>
              <a:rPr lang="zh-CN" altLang="en-US" dirty="0" smtClean="0">
                <a:latin typeface="Huawei Sans" panose="020C0503030203020204" pitchFamily="34" charset="0"/>
                <a:ea typeface="方正兰亭黑简体" panose="02000000000000000000" pitchFamily="2" charset="-122"/>
                <a:sym typeface="Huawei Sans" panose="020C0503030203020204" pitchFamily="34" charset="0"/>
              </a:rPr>
              <a:t>介绍 </a:t>
            </a:r>
            <a:r>
              <a:rPr lang="en-US" altLang="zh-CN" dirty="0" smtClean="0">
                <a:latin typeface="Huawei Sans" panose="020C0503030203020204" pitchFamily="34" charset="0"/>
                <a:ea typeface="方正兰亭黑简体" panose="02000000000000000000" pitchFamily="2" charset="-122"/>
                <a:sym typeface="Huawei Sans" panose="020C0503030203020204" pitchFamily="34" charset="0"/>
              </a:rPr>
              <a:t>(3)</a:t>
            </a:r>
            <a:endParaRPr lang="zh-CN" altLang="en-US"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 name="矩形 2"/>
          <p:cNvSpPr/>
          <p:nvPr/>
        </p:nvSpPr>
        <p:spPr>
          <a:xfrm>
            <a:off x="1031515" y="3634363"/>
            <a:ext cx="10604557" cy="338422"/>
          </a:xfrm>
          <a:prstGeom prst="rect">
            <a:avLst/>
          </a:prstGeom>
          <a:solidFill>
            <a:srgbClr val="F4FBFE"/>
          </a:solidFill>
          <a:ln>
            <a:solidFill>
              <a:srgbClr val="99DFF9"/>
            </a:solidFill>
          </a:ln>
        </p:spPr>
        <p:txBody>
          <a:bodyPr wrap="square">
            <a:spAutoFit/>
          </a:bodyPr>
          <a:lstStyle/>
          <a:p>
            <a:pPr fontAlgn="base"/>
            <a:r>
              <a:rPr lang="en-US" altLang="zh-CN" sz="1599"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[Huawei-Eth-Trunk1] </a:t>
            </a:r>
            <a:r>
              <a:rPr lang="en-US" altLang="zh-CN" sz="1599" b="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max active-</a:t>
            </a:r>
            <a:r>
              <a:rPr lang="en-US" altLang="zh-CN" sz="1599" b="1" dirty="0" err="1">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linknumber</a:t>
            </a:r>
            <a:r>
              <a:rPr lang="en-US" altLang="zh-CN" sz="1599" b="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a:t>
            </a:r>
            <a:r>
              <a:rPr lang="en-US" altLang="zh-CN" sz="1599" i="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{number}</a:t>
            </a:r>
            <a:endParaRPr lang="zh-CN" altLang="en-US" sz="1599" i="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4" name="矩形 3"/>
          <p:cNvSpPr/>
          <p:nvPr/>
        </p:nvSpPr>
        <p:spPr>
          <a:xfrm>
            <a:off x="551169" y="3202384"/>
            <a:ext cx="11084902" cy="338422"/>
          </a:xfrm>
          <a:prstGeom prst="rect">
            <a:avLst/>
          </a:prstGeom>
        </p:spPr>
        <p:txBody>
          <a:bodyPr wrap="square">
            <a:spAutoFit/>
          </a:bodyPr>
          <a:lstStyle/>
          <a:p>
            <a:pPr marL="399890" indent="-399890">
              <a:buFont typeface="+mj-lt"/>
              <a:buAutoNum type="arabicPeriod" startAt="8"/>
            </a:pPr>
            <a:r>
              <a:rPr lang="zh-CN" altLang="en-US" sz="1599"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配置最大活动接口数</a:t>
            </a:r>
          </a:p>
        </p:txBody>
      </p:sp>
      <p:sp>
        <p:nvSpPr>
          <p:cNvPr id="5" name="矩形 4"/>
          <p:cNvSpPr/>
          <p:nvPr/>
        </p:nvSpPr>
        <p:spPr>
          <a:xfrm>
            <a:off x="1031515" y="4066342"/>
            <a:ext cx="10604557" cy="377732"/>
          </a:xfrm>
          <a:prstGeom prst="rect">
            <a:avLst/>
          </a:prstGeom>
        </p:spPr>
        <p:txBody>
          <a:bodyPr wrap="square">
            <a:spAutoFit/>
          </a:bodyPr>
          <a:lstStyle/>
          <a:p>
            <a:pPr>
              <a:lnSpc>
                <a:spcPts val="2399"/>
              </a:lnSpc>
            </a:pPr>
            <a:r>
              <a:rPr lang="zh-CN" altLang="en-US" sz="1599" dirty="0" smtClean="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配置时需注意保持本端和对端的最大活动接口数一致，只有</a:t>
            </a:r>
            <a:r>
              <a:rPr lang="en-US" altLang="zh-CN" sz="1599" dirty="0" smtClean="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LACP</a:t>
            </a:r>
            <a:r>
              <a:rPr lang="zh-CN" altLang="en-US" sz="1599" dirty="0" smtClean="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模式支持配置最大活动接口数。</a:t>
            </a:r>
            <a:endParaRPr lang="zh-CN" altLang="en-US" sz="1599"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9" name="矩形 8"/>
          <p:cNvSpPr/>
          <p:nvPr/>
        </p:nvSpPr>
        <p:spPr>
          <a:xfrm>
            <a:off x="1031515" y="1739993"/>
            <a:ext cx="10604557" cy="338422"/>
          </a:xfrm>
          <a:prstGeom prst="rect">
            <a:avLst/>
          </a:prstGeom>
          <a:solidFill>
            <a:srgbClr val="F4FBFE"/>
          </a:solidFill>
          <a:ln>
            <a:solidFill>
              <a:srgbClr val="99DFF9"/>
            </a:solidFill>
          </a:ln>
        </p:spPr>
        <p:txBody>
          <a:bodyPr wrap="square">
            <a:spAutoFit/>
          </a:bodyPr>
          <a:lstStyle/>
          <a:p>
            <a:pPr fontAlgn="base"/>
            <a:r>
              <a:rPr lang="en-US" altLang="zh-CN" sz="1599"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[Huawei-GigabitEthernet0/0/1] </a:t>
            </a:r>
            <a:r>
              <a:rPr lang="en-US" altLang="zh-CN" sz="1599" b="1" dirty="0" err="1">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lacp</a:t>
            </a:r>
            <a:r>
              <a:rPr lang="en-US" altLang="zh-CN" sz="1599" b="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priority </a:t>
            </a:r>
            <a:r>
              <a:rPr lang="en-US" altLang="zh-CN" sz="1599" i="1" dirty="0" err="1">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priority</a:t>
            </a:r>
            <a:endParaRPr lang="zh-CN" altLang="en-US" sz="1599" i="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10" name="矩形 9"/>
          <p:cNvSpPr/>
          <p:nvPr/>
        </p:nvSpPr>
        <p:spPr>
          <a:xfrm>
            <a:off x="551169" y="1308014"/>
            <a:ext cx="11084902" cy="338422"/>
          </a:xfrm>
          <a:prstGeom prst="rect">
            <a:avLst/>
          </a:prstGeom>
        </p:spPr>
        <p:txBody>
          <a:bodyPr wrap="square">
            <a:spAutoFit/>
          </a:bodyPr>
          <a:lstStyle/>
          <a:p>
            <a:pPr marL="342763" indent="-342763">
              <a:buFont typeface="+mj-lt"/>
              <a:buAutoNum type="arabicPeriod" startAt="7"/>
            </a:pPr>
            <a:r>
              <a:rPr lang="zh-CN" altLang="en-US" sz="1599"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配置接口</a:t>
            </a:r>
            <a:r>
              <a:rPr lang="en-US" altLang="zh-CN" sz="1599"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LACP</a:t>
            </a:r>
            <a:r>
              <a:rPr lang="zh-CN" altLang="en-US" sz="1599"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优先级</a:t>
            </a:r>
          </a:p>
        </p:txBody>
      </p:sp>
      <p:sp>
        <p:nvSpPr>
          <p:cNvPr id="11" name="矩形 10"/>
          <p:cNvSpPr/>
          <p:nvPr/>
        </p:nvSpPr>
        <p:spPr>
          <a:xfrm>
            <a:off x="1031514" y="2171972"/>
            <a:ext cx="10604557" cy="1015266"/>
          </a:xfrm>
          <a:prstGeom prst="rect">
            <a:avLst/>
          </a:prstGeom>
        </p:spPr>
        <p:txBody>
          <a:bodyPr wrap="square">
            <a:spAutoFit/>
          </a:bodyPr>
          <a:lstStyle/>
          <a:p>
            <a:pPr>
              <a:lnSpc>
                <a:spcPts val="2399"/>
              </a:lnSpc>
            </a:pPr>
            <a:r>
              <a:rPr lang="zh-CN" altLang="en-US" sz="1599" dirty="0">
                <a:latin typeface="Huawei Sans" panose="020C0503030203020204" pitchFamily="34" charset="0"/>
                <a:ea typeface="方正兰亭黑简体" panose="02000000000000000000" pitchFamily="2" charset="-122"/>
                <a:sym typeface="Huawei Sans" panose="020C0503030203020204" pitchFamily="34" charset="0"/>
              </a:rPr>
              <a:t>在接口视图下配置接口</a:t>
            </a:r>
            <a:r>
              <a:rPr lang="en-US" altLang="zh-CN" sz="1599" dirty="0">
                <a:latin typeface="Huawei Sans" panose="020C0503030203020204" pitchFamily="34" charset="0"/>
                <a:ea typeface="方正兰亭黑简体" panose="02000000000000000000" pitchFamily="2" charset="-122"/>
                <a:sym typeface="Huawei Sans" panose="020C0503030203020204" pitchFamily="34" charset="0"/>
              </a:rPr>
              <a:t>LACP</a:t>
            </a:r>
            <a:r>
              <a:rPr lang="zh-CN" altLang="en-US" sz="1599" dirty="0">
                <a:latin typeface="Huawei Sans" panose="020C0503030203020204" pitchFamily="34" charset="0"/>
                <a:ea typeface="方正兰亭黑简体" panose="02000000000000000000" pitchFamily="2" charset="-122"/>
                <a:sym typeface="Huawei Sans" panose="020C0503030203020204" pitchFamily="34" charset="0"/>
              </a:rPr>
              <a:t>优先级。缺省情况下，接口的</a:t>
            </a:r>
            <a:r>
              <a:rPr lang="en-US" altLang="zh-CN" sz="1599" dirty="0">
                <a:latin typeface="Huawei Sans" panose="020C0503030203020204" pitchFamily="34" charset="0"/>
                <a:ea typeface="方正兰亭黑简体" panose="02000000000000000000" pitchFamily="2" charset="-122"/>
                <a:sym typeface="Huawei Sans" panose="020C0503030203020204" pitchFamily="34" charset="0"/>
              </a:rPr>
              <a:t>LACP</a:t>
            </a:r>
            <a:r>
              <a:rPr lang="zh-CN" altLang="en-US" sz="1599" dirty="0">
                <a:latin typeface="Huawei Sans" panose="020C0503030203020204" pitchFamily="34" charset="0"/>
                <a:ea typeface="方正兰亭黑简体" panose="02000000000000000000" pitchFamily="2" charset="-122"/>
                <a:sym typeface="Huawei Sans" panose="020C0503030203020204" pitchFamily="34" charset="0"/>
              </a:rPr>
              <a:t>优先级是</a:t>
            </a:r>
            <a:r>
              <a:rPr lang="en-US" altLang="zh-CN" sz="1599" dirty="0">
                <a:latin typeface="Huawei Sans" panose="020C0503030203020204" pitchFamily="34" charset="0"/>
                <a:ea typeface="方正兰亭黑简体" panose="02000000000000000000" pitchFamily="2" charset="-122"/>
                <a:sym typeface="Huawei Sans" panose="020C0503030203020204" pitchFamily="34" charset="0"/>
              </a:rPr>
              <a:t>32768</a:t>
            </a:r>
            <a:r>
              <a:rPr lang="zh-CN" altLang="en-US" sz="1599" dirty="0">
                <a:latin typeface="Huawei Sans" panose="020C0503030203020204" pitchFamily="34" charset="0"/>
                <a:ea typeface="方正兰亭黑简体" panose="02000000000000000000" pitchFamily="2" charset="-122"/>
                <a:sym typeface="Huawei Sans" panose="020C0503030203020204" pitchFamily="34" charset="0"/>
              </a:rPr>
              <a:t>。接口优先级取值越小，接口的</a:t>
            </a:r>
            <a:r>
              <a:rPr lang="en-US" altLang="zh-CN" sz="1599" dirty="0">
                <a:latin typeface="Huawei Sans" panose="020C0503030203020204" pitchFamily="34" charset="0"/>
                <a:ea typeface="方正兰亭黑简体" panose="02000000000000000000" pitchFamily="2" charset="-122"/>
                <a:sym typeface="Huawei Sans" panose="020C0503030203020204" pitchFamily="34" charset="0"/>
              </a:rPr>
              <a:t>LACP</a:t>
            </a:r>
            <a:r>
              <a:rPr lang="zh-CN" altLang="en-US" sz="1599" dirty="0">
                <a:latin typeface="Huawei Sans" panose="020C0503030203020204" pitchFamily="34" charset="0"/>
                <a:ea typeface="方正兰亭黑简体" panose="02000000000000000000" pitchFamily="2" charset="-122"/>
                <a:sym typeface="Huawei Sans" panose="020C0503030203020204" pitchFamily="34" charset="0"/>
              </a:rPr>
              <a:t>优先级越高。</a:t>
            </a:r>
            <a:endParaRPr lang="en-US" altLang="zh-CN" sz="1599"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a:p>
            <a:pPr>
              <a:lnSpc>
                <a:spcPts val="2399"/>
              </a:lnSpc>
            </a:pPr>
            <a:r>
              <a:rPr lang="zh-CN" altLang="en-US" sz="1599"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只有在接口已经加入到链路聚合中才可以配置该命令。</a:t>
            </a:r>
            <a:endParaRPr lang="en-US" altLang="zh-CN" sz="1599"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2" name="矩形 11"/>
          <p:cNvSpPr/>
          <p:nvPr/>
        </p:nvSpPr>
        <p:spPr>
          <a:xfrm>
            <a:off x="1031515" y="4945712"/>
            <a:ext cx="10604557" cy="338422"/>
          </a:xfrm>
          <a:prstGeom prst="rect">
            <a:avLst/>
          </a:prstGeom>
          <a:solidFill>
            <a:srgbClr val="F4FBFE"/>
          </a:solidFill>
          <a:ln>
            <a:solidFill>
              <a:srgbClr val="99DFF9"/>
            </a:solidFill>
          </a:ln>
        </p:spPr>
        <p:txBody>
          <a:bodyPr wrap="square">
            <a:spAutoFit/>
          </a:bodyPr>
          <a:lstStyle/>
          <a:p>
            <a:pPr fontAlgn="base"/>
            <a:r>
              <a:rPr lang="en-US" altLang="zh-CN" sz="1599"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[Huawei-Eth-Trunk1] </a:t>
            </a:r>
            <a:r>
              <a:rPr lang="en-US" altLang="zh-CN" sz="1599" b="1" dirty="0" smtClean="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least </a:t>
            </a:r>
            <a:r>
              <a:rPr lang="en-US" altLang="zh-CN" sz="1599" b="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active-</a:t>
            </a:r>
            <a:r>
              <a:rPr lang="en-US" altLang="zh-CN" sz="1599" b="1" dirty="0" err="1">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linknumber</a:t>
            </a:r>
            <a:r>
              <a:rPr lang="en-US" altLang="zh-CN" sz="1599" b="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a:t>
            </a:r>
            <a:r>
              <a:rPr lang="en-US" altLang="zh-CN" sz="1599" i="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{number}</a:t>
            </a:r>
            <a:endParaRPr lang="zh-CN" altLang="en-US" sz="1599" i="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13" name="矩形 12"/>
          <p:cNvSpPr/>
          <p:nvPr/>
        </p:nvSpPr>
        <p:spPr>
          <a:xfrm>
            <a:off x="551169" y="4513733"/>
            <a:ext cx="11084902" cy="338422"/>
          </a:xfrm>
          <a:prstGeom prst="rect">
            <a:avLst/>
          </a:prstGeom>
        </p:spPr>
        <p:txBody>
          <a:bodyPr wrap="square">
            <a:spAutoFit/>
          </a:bodyPr>
          <a:lstStyle/>
          <a:p>
            <a:pPr marL="399890" indent="-399890">
              <a:buFont typeface="+mj-lt"/>
              <a:buAutoNum type="arabicPeriod" startAt="9"/>
            </a:pPr>
            <a:r>
              <a:rPr lang="zh-CN" altLang="en-US" sz="1599" dirty="0" smtClean="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配置</a:t>
            </a:r>
            <a:r>
              <a:rPr lang="zh-CN" altLang="en-US" sz="1599"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最小</a:t>
            </a:r>
            <a:r>
              <a:rPr lang="zh-CN" altLang="en-US" sz="1599" dirty="0" smtClean="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活动</a:t>
            </a:r>
            <a:r>
              <a:rPr lang="zh-CN" altLang="en-US" sz="1599"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接口数</a:t>
            </a:r>
          </a:p>
        </p:txBody>
      </p:sp>
      <p:sp>
        <p:nvSpPr>
          <p:cNvPr id="14" name="矩形 13"/>
          <p:cNvSpPr/>
          <p:nvPr/>
        </p:nvSpPr>
        <p:spPr>
          <a:xfrm>
            <a:off x="1031515" y="5377691"/>
            <a:ext cx="10604557" cy="707886"/>
          </a:xfrm>
          <a:prstGeom prst="rect">
            <a:avLst/>
          </a:prstGeom>
        </p:spPr>
        <p:txBody>
          <a:bodyPr wrap="square">
            <a:spAutoFit/>
          </a:bodyPr>
          <a:lstStyle/>
          <a:p>
            <a:pPr>
              <a:lnSpc>
                <a:spcPts val="2399"/>
              </a:lnSpc>
            </a:pP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本端和对端设备的活动接口数下限阈值可以</a:t>
            </a:r>
            <a:r>
              <a:rPr lang="zh-CN" altLang="en-US" sz="1600" dirty="0" smtClean="0">
                <a:latin typeface="Huawei Sans" panose="020C0503030203020204" pitchFamily="34" charset="0"/>
                <a:ea typeface="方正兰亭黑简体" panose="02000000000000000000" pitchFamily="2" charset="-122"/>
                <a:sym typeface="Huawei Sans" panose="020C0503030203020204" pitchFamily="34" charset="0"/>
              </a:rPr>
              <a:t>不同，手动模式、</a:t>
            </a:r>
            <a:r>
              <a:rPr lang="en-US" altLang="zh-CN" sz="1600" dirty="0" smtClean="0">
                <a:latin typeface="Huawei Sans" panose="020C0503030203020204" pitchFamily="34" charset="0"/>
                <a:ea typeface="方正兰亭黑简体" panose="02000000000000000000" pitchFamily="2" charset="-122"/>
                <a:sym typeface="Huawei Sans" panose="020C0503030203020204" pitchFamily="34" charset="0"/>
              </a:rPr>
              <a:t>LACP</a:t>
            </a:r>
            <a:r>
              <a:rPr lang="zh-CN" altLang="en-US" sz="1600" dirty="0" smtClean="0">
                <a:latin typeface="Huawei Sans" panose="020C0503030203020204" pitchFamily="34" charset="0"/>
                <a:ea typeface="方正兰亭黑简体" panose="02000000000000000000" pitchFamily="2" charset="-122"/>
                <a:sym typeface="Huawei Sans" panose="020C0503030203020204" pitchFamily="34" charset="0"/>
              </a:rPr>
              <a:t>模式都支持配置最小活动接口数。</a:t>
            </a:r>
            <a:endParaRPr lang="en-US" altLang="zh-CN" sz="1600" dirty="0" smtClean="0">
              <a:latin typeface="Huawei Sans" panose="020C0503030203020204" pitchFamily="34" charset="0"/>
              <a:ea typeface="方正兰亭黑简体" panose="02000000000000000000" pitchFamily="2" charset="-122"/>
              <a:sym typeface="Huawei Sans" panose="020C0503030203020204" pitchFamily="34" charset="0"/>
            </a:endParaRPr>
          </a:p>
          <a:p>
            <a:pPr>
              <a:lnSpc>
                <a:spcPts val="2399"/>
              </a:lnSpc>
            </a:pPr>
            <a:r>
              <a:rPr lang="zh-CN" altLang="en-US" sz="1600" dirty="0" smtClean="0">
                <a:latin typeface="Huawei Sans" panose="020C0503030203020204" pitchFamily="34" charset="0"/>
                <a:ea typeface="方正兰亭黑简体" panose="02000000000000000000" pitchFamily="2" charset="-122"/>
                <a:sym typeface="Huawei Sans" panose="020C0503030203020204" pitchFamily="34" charset="0"/>
              </a:rPr>
              <a:t>配置最小活动接口数目的</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是为了保证最小带宽，当前活动链路数目小于下限阈值时，</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Eth-Trunk</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接口的状态转为</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Down</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a:t>
            </a:r>
            <a:endParaRPr lang="zh-CN" altLang="en-US" sz="1599"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Tree>
    <p:extLst>
      <p:ext uri="{BB962C8B-B14F-4D97-AF65-F5344CB8AC3E}">
        <p14:creationId xmlns:p14="http://schemas.microsoft.com/office/powerpoint/2010/main" val="3975421494"/>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直接连接符 6"/>
          <p:cNvCxnSpPr/>
          <p:nvPr/>
        </p:nvCxnSpPr>
        <p:spPr bwMode="auto">
          <a:xfrm flipH="1">
            <a:off x="1647185" y="2735234"/>
            <a:ext cx="3123332" cy="0"/>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9" name="直接连接符 8"/>
          <p:cNvCxnSpPr/>
          <p:nvPr/>
        </p:nvCxnSpPr>
        <p:spPr bwMode="auto">
          <a:xfrm flipH="1">
            <a:off x="1647185" y="2885851"/>
            <a:ext cx="3123332" cy="0"/>
          </a:xfrm>
          <a:prstGeom prst="line">
            <a:avLst/>
          </a:prstGeom>
          <a:solidFill>
            <a:schemeClr val="accent1"/>
          </a:solidFill>
          <a:ln w="19050" cap="flat" cmpd="sng" algn="ctr">
            <a:solidFill>
              <a:schemeClr val="tx1"/>
            </a:solidFill>
            <a:prstDash val="solid"/>
            <a:round/>
            <a:headEnd type="none" w="med" len="med"/>
            <a:tailEnd type="none" w="med" len="med"/>
          </a:ln>
          <a:effectLst/>
        </p:spPr>
      </p:cxnSp>
      <p:sp>
        <p:nvSpPr>
          <p:cNvPr id="2" name="标题 1"/>
          <p:cNvSpPr>
            <a:spLocks noGrp="1"/>
          </p:cNvSpPr>
          <p:nvPr>
            <p:ph type="title"/>
          </p:nvPr>
        </p:nvSpPr>
        <p:spPr/>
        <p:txBody>
          <a:bodyPr/>
          <a:lstStyle/>
          <a:p>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手工模式链路聚合配置举例</a:t>
            </a:r>
          </a:p>
        </p:txBody>
      </p:sp>
      <p:pic>
        <p:nvPicPr>
          <p:cNvPr id="3" name="图片 2" descr="通用交换机.png">
            <a:extLst>
              <a:ext uri="{FF2B5EF4-FFF2-40B4-BE49-F238E27FC236}">
                <a16:creationId xmlns="" xmlns:a16="http://schemas.microsoft.com/office/drawing/2014/main" id="{5583757F-4C12-471A-A130-6DAAF82105FA}"/>
              </a:ext>
            </a:extLst>
          </p:cNvPr>
          <p:cNvPicPr>
            <a:picLocks noChangeAspect="1"/>
          </p:cNvPicPr>
          <p:nvPr/>
        </p:nvPicPr>
        <p:blipFill>
          <a:blip r:embed="rId3" cstate="print"/>
          <a:stretch>
            <a:fillRect/>
          </a:stretch>
        </p:blipFill>
        <p:spPr>
          <a:xfrm>
            <a:off x="1099602" y="2565198"/>
            <a:ext cx="539789" cy="441645"/>
          </a:xfrm>
          <a:prstGeom prst="rect">
            <a:avLst/>
          </a:prstGeom>
        </p:spPr>
      </p:pic>
      <p:sp>
        <p:nvSpPr>
          <p:cNvPr id="4" name="TextBox 4">
            <a:extLst>
              <a:ext uri="{FF2B5EF4-FFF2-40B4-BE49-F238E27FC236}">
                <a16:creationId xmlns="" xmlns:a16="http://schemas.microsoft.com/office/drawing/2014/main" id="{0C4059EF-1483-411E-A63F-9C2727B11E24}"/>
              </a:ext>
            </a:extLst>
          </p:cNvPr>
          <p:cNvSpPr txBox="1"/>
          <p:nvPr/>
        </p:nvSpPr>
        <p:spPr>
          <a:xfrm>
            <a:off x="1081600" y="2988308"/>
            <a:ext cx="575799" cy="307777"/>
          </a:xfrm>
          <a:prstGeom prst="rect">
            <a:avLst/>
          </a:prstGeom>
          <a:noFill/>
        </p:spPr>
        <p:txBody>
          <a:bodyPr wrap="none" rtlCol="0">
            <a:spAutoFit/>
          </a:bodyPr>
          <a:lstStyle/>
          <a:p>
            <a:pPr algn="ctr"/>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SW1</a:t>
            </a:r>
            <a:endPar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5" name="图片 4" descr="通用交换机.png">
            <a:extLst>
              <a:ext uri="{FF2B5EF4-FFF2-40B4-BE49-F238E27FC236}">
                <a16:creationId xmlns="" xmlns:a16="http://schemas.microsoft.com/office/drawing/2014/main" id="{5583757F-4C12-471A-A130-6DAAF82105FA}"/>
              </a:ext>
            </a:extLst>
          </p:cNvPr>
          <p:cNvPicPr>
            <a:picLocks noChangeAspect="1"/>
          </p:cNvPicPr>
          <p:nvPr/>
        </p:nvPicPr>
        <p:blipFill>
          <a:blip r:embed="rId3" cstate="print"/>
          <a:stretch>
            <a:fillRect/>
          </a:stretch>
        </p:blipFill>
        <p:spPr>
          <a:xfrm>
            <a:off x="4790484" y="2565198"/>
            <a:ext cx="539789" cy="441645"/>
          </a:xfrm>
          <a:prstGeom prst="rect">
            <a:avLst/>
          </a:prstGeom>
        </p:spPr>
      </p:pic>
      <p:sp>
        <p:nvSpPr>
          <p:cNvPr id="6" name="TextBox 4">
            <a:extLst>
              <a:ext uri="{FF2B5EF4-FFF2-40B4-BE49-F238E27FC236}">
                <a16:creationId xmlns="" xmlns:a16="http://schemas.microsoft.com/office/drawing/2014/main" id="{0C4059EF-1483-411E-A63F-9C2727B11E24}"/>
              </a:ext>
            </a:extLst>
          </p:cNvPr>
          <p:cNvSpPr txBox="1"/>
          <p:nvPr/>
        </p:nvSpPr>
        <p:spPr>
          <a:xfrm>
            <a:off x="4772482" y="2988308"/>
            <a:ext cx="575799" cy="307777"/>
          </a:xfrm>
          <a:prstGeom prst="rect">
            <a:avLst/>
          </a:prstGeom>
          <a:noFill/>
        </p:spPr>
        <p:txBody>
          <a:bodyPr wrap="none" rtlCol="0">
            <a:spAutoFit/>
          </a:bodyPr>
          <a:lstStyle/>
          <a:p>
            <a:pPr algn="ctr"/>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SW2</a:t>
            </a:r>
            <a:endPar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 name="TextBox 4">
            <a:extLst>
              <a:ext uri="{FF2B5EF4-FFF2-40B4-BE49-F238E27FC236}">
                <a16:creationId xmlns="" xmlns:a16="http://schemas.microsoft.com/office/drawing/2014/main" id="{0C4059EF-1483-411E-A63F-9C2727B11E24}"/>
              </a:ext>
            </a:extLst>
          </p:cNvPr>
          <p:cNvSpPr txBox="1"/>
          <p:nvPr/>
        </p:nvSpPr>
        <p:spPr>
          <a:xfrm>
            <a:off x="1601494" y="2492095"/>
            <a:ext cx="682933" cy="253817"/>
          </a:xfrm>
          <a:prstGeom prst="rect">
            <a:avLst/>
          </a:prstGeom>
          <a:noFill/>
        </p:spPr>
        <p:txBody>
          <a:bodyPr wrap="none" rtlCol="0">
            <a:spAutoFit/>
          </a:bodyPr>
          <a:lstStyle/>
          <a:p>
            <a:pPr algn="ctr"/>
            <a:r>
              <a:rPr lang="en-US" altLang="zh-CN" sz="1050" dirty="0">
                <a:latin typeface="Huawei Sans" panose="020C0503030203020204" pitchFamily="34" charset="0"/>
                <a:ea typeface="方正兰亭黑简体" panose="02000000000000000000" pitchFamily="2" charset="-122"/>
                <a:sym typeface="Huawei Sans" panose="020C0503030203020204" pitchFamily="34" charset="0"/>
              </a:rPr>
              <a:t>GE0/0/1</a:t>
            </a:r>
            <a:endParaRPr lang="zh-CN" altLang="en-US" sz="105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2" name="TextBox 4">
            <a:extLst>
              <a:ext uri="{FF2B5EF4-FFF2-40B4-BE49-F238E27FC236}">
                <a16:creationId xmlns="" xmlns:a16="http://schemas.microsoft.com/office/drawing/2014/main" id="{0C4059EF-1483-411E-A63F-9C2727B11E24}"/>
              </a:ext>
            </a:extLst>
          </p:cNvPr>
          <p:cNvSpPr txBox="1"/>
          <p:nvPr/>
        </p:nvSpPr>
        <p:spPr>
          <a:xfrm>
            <a:off x="1601494" y="2683031"/>
            <a:ext cx="682933" cy="253817"/>
          </a:xfrm>
          <a:prstGeom prst="rect">
            <a:avLst/>
          </a:prstGeom>
          <a:noFill/>
        </p:spPr>
        <p:txBody>
          <a:bodyPr wrap="none" rtlCol="0">
            <a:spAutoFit/>
          </a:bodyPr>
          <a:lstStyle/>
          <a:p>
            <a:pPr algn="ctr"/>
            <a:r>
              <a:rPr lang="en-US" altLang="zh-CN" sz="1050" dirty="0">
                <a:latin typeface="Huawei Sans" panose="020C0503030203020204" pitchFamily="34" charset="0"/>
                <a:ea typeface="方正兰亭黑简体" panose="02000000000000000000" pitchFamily="2" charset="-122"/>
                <a:sym typeface="Huawei Sans" panose="020C0503030203020204" pitchFamily="34" charset="0"/>
              </a:rPr>
              <a:t>GE0/0/2</a:t>
            </a:r>
            <a:endParaRPr lang="zh-CN" altLang="en-US" sz="105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4" name="TextBox 4">
            <a:extLst>
              <a:ext uri="{FF2B5EF4-FFF2-40B4-BE49-F238E27FC236}">
                <a16:creationId xmlns="" xmlns:a16="http://schemas.microsoft.com/office/drawing/2014/main" id="{0C4059EF-1483-411E-A63F-9C2727B11E24}"/>
              </a:ext>
            </a:extLst>
          </p:cNvPr>
          <p:cNvSpPr txBox="1"/>
          <p:nvPr/>
        </p:nvSpPr>
        <p:spPr>
          <a:xfrm>
            <a:off x="4129451" y="2492095"/>
            <a:ext cx="682933" cy="253817"/>
          </a:xfrm>
          <a:prstGeom prst="rect">
            <a:avLst/>
          </a:prstGeom>
          <a:noFill/>
        </p:spPr>
        <p:txBody>
          <a:bodyPr wrap="none" rtlCol="0">
            <a:spAutoFit/>
          </a:bodyPr>
          <a:lstStyle/>
          <a:p>
            <a:pPr algn="ctr"/>
            <a:r>
              <a:rPr lang="en-US" altLang="zh-CN" sz="1050" dirty="0">
                <a:latin typeface="Huawei Sans" panose="020C0503030203020204" pitchFamily="34" charset="0"/>
                <a:ea typeface="方正兰亭黑简体" panose="02000000000000000000" pitchFamily="2" charset="-122"/>
                <a:sym typeface="Huawei Sans" panose="020C0503030203020204" pitchFamily="34" charset="0"/>
              </a:rPr>
              <a:t>GE0/0/1</a:t>
            </a:r>
            <a:endParaRPr lang="zh-CN" altLang="en-US" sz="105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5" name="TextBox 4">
            <a:extLst>
              <a:ext uri="{FF2B5EF4-FFF2-40B4-BE49-F238E27FC236}">
                <a16:creationId xmlns="" xmlns:a16="http://schemas.microsoft.com/office/drawing/2014/main" id="{0C4059EF-1483-411E-A63F-9C2727B11E24}"/>
              </a:ext>
            </a:extLst>
          </p:cNvPr>
          <p:cNvSpPr txBox="1"/>
          <p:nvPr/>
        </p:nvSpPr>
        <p:spPr>
          <a:xfrm>
            <a:off x="4129451" y="2683031"/>
            <a:ext cx="682933" cy="253817"/>
          </a:xfrm>
          <a:prstGeom prst="rect">
            <a:avLst/>
          </a:prstGeom>
          <a:noFill/>
        </p:spPr>
        <p:txBody>
          <a:bodyPr wrap="none" rtlCol="0">
            <a:spAutoFit/>
          </a:bodyPr>
          <a:lstStyle/>
          <a:p>
            <a:pPr algn="ctr"/>
            <a:r>
              <a:rPr lang="en-US" altLang="zh-CN" sz="1050" dirty="0">
                <a:latin typeface="Huawei Sans" panose="020C0503030203020204" pitchFamily="34" charset="0"/>
                <a:ea typeface="方正兰亭黑简体" panose="02000000000000000000" pitchFamily="2" charset="-122"/>
                <a:sym typeface="Huawei Sans" panose="020C0503030203020204" pitchFamily="34" charset="0"/>
              </a:rPr>
              <a:t>GE0/0/2</a:t>
            </a:r>
            <a:endParaRPr lang="zh-CN" altLang="en-US" sz="1050"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17" name="组合 16">
            <a:extLst>
              <a:ext uri="{FF2B5EF4-FFF2-40B4-BE49-F238E27FC236}">
                <a16:creationId xmlns="" xmlns:a16="http://schemas.microsoft.com/office/drawing/2014/main" id="{2C6D8F46-1254-485A-AB3D-7A037411E3DA}"/>
              </a:ext>
            </a:extLst>
          </p:cNvPr>
          <p:cNvGrpSpPr/>
          <p:nvPr/>
        </p:nvGrpSpPr>
        <p:grpSpPr>
          <a:xfrm>
            <a:off x="2570198" y="2461012"/>
            <a:ext cx="1160129" cy="628405"/>
            <a:chOff x="6623190" y="5220119"/>
            <a:chExt cx="1129417" cy="228830"/>
          </a:xfrm>
          <a:solidFill>
            <a:srgbClr val="F4FBFE"/>
          </a:solidFill>
        </p:grpSpPr>
        <p:sp>
          <p:nvSpPr>
            <p:cNvPr id="18" name="任意多边形: 形状 67">
              <a:extLst>
                <a:ext uri="{FF2B5EF4-FFF2-40B4-BE49-F238E27FC236}">
                  <a16:creationId xmlns="" xmlns:a16="http://schemas.microsoft.com/office/drawing/2014/main" id="{DDE7F5E3-EC99-4B98-9942-9CF564C3EC09}"/>
                </a:ext>
              </a:extLst>
            </p:cNvPr>
            <p:cNvSpPr/>
            <p:nvPr/>
          </p:nvSpPr>
          <p:spPr>
            <a:xfrm flipH="1">
              <a:off x="6623190" y="5220119"/>
              <a:ext cx="1075309" cy="228830"/>
            </a:xfrm>
            <a:custGeom>
              <a:avLst/>
              <a:gdLst>
                <a:gd name="connsiteX0" fmla="*/ 0 w 1703698"/>
                <a:gd name="connsiteY0" fmla="*/ 0 h 627538"/>
                <a:gd name="connsiteX1" fmla="*/ 1572253 w 1703698"/>
                <a:gd name="connsiteY1" fmla="*/ 0 h 627538"/>
                <a:gd name="connsiteX2" fmla="*/ 1703698 w 1703698"/>
                <a:gd name="connsiteY2" fmla="*/ 313769 h 627538"/>
                <a:gd name="connsiteX3" fmla="*/ 1572253 w 1703698"/>
                <a:gd name="connsiteY3" fmla="*/ 627538 h 627538"/>
                <a:gd name="connsiteX4" fmla="*/ 1572249 w 1703698"/>
                <a:gd name="connsiteY4" fmla="*/ 627537 h 627538"/>
                <a:gd name="connsiteX5" fmla="*/ 0 w 1703698"/>
                <a:gd name="connsiteY5" fmla="*/ 627537 h 627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03698" h="627538">
                  <a:moveTo>
                    <a:pt x="0" y="0"/>
                  </a:moveTo>
                  <a:lnTo>
                    <a:pt x="1572253" y="0"/>
                  </a:lnTo>
                  <a:cubicBezTo>
                    <a:pt x="1644848" y="0"/>
                    <a:pt x="1703698" y="140479"/>
                    <a:pt x="1703698" y="313769"/>
                  </a:cubicBezTo>
                  <a:cubicBezTo>
                    <a:pt x="1703698" y="487059"/>
                    <a:pt x="1644848" y="627538"/>
                    <a:pt x="1572253" y="627538"/>
                  </a:cubicBezTo>
                  <a:lnTo>
                    <a:pt x="1572249" y="627537"/>
                  </a:lnTo>
                  <a:lnTo>
                    <a:pt x="0" y="627537"/>
                  </a:lnTo>
                  <a:close/>
                </a:path>
              </a:pathLst>
            </a:custGeom>
            <a:grpFill/>
            <a:ln w="12700">
              <a:solidFill>
                <a:srgbClr val="99DFF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9" name="椭圆 18">
              <a:extLst>
                <a:ext uri="{FF2B5EF4-FFF2-40B4-BE49-F238E27FC236}">
                  <a16:creationId xmlns="" xmlns:a16="http://schemas.microsoft.com/office/drawing/2014/main" id="{7EEDE773-BD04-46B5-ACD7-D793E0BC1578}"/>
                </a:ext>
              </a:extLst>
            </p:cNvPr>
            <p:cNvSpPr/>
            <p:nvPr/>
          </p:nvSpPr>
          <p:spPr>
            <a:xfrm>
              <a:off x="7644390" y="5220119"/>
              <a:ext cx="108217" cy="228830"/>
            </a:xfrm>
            <a:prstGeom prst="ellipse">
              <a:avLst/>
            </a:prstGeom>
            <a:grpFill/>
            <a:ln w="12700">
              <a:solidFill>
                <a:srgbClr val="99DFF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20" name="TextBox 120">
            <a:extLst>
              <a:ext uri="{FF2B5EF4-FFF2-40B4-BE49-F238E27FC236}">
                <a16:creationId xmlns="" xmlns:a16="http://schemas.microsoft.com/office/drawing/2014/main" id="{890033A1-CB2B-46C1-843C-A395BBB7F123}"/>
              </a:ext>
            </a:extLst>
          </p:cNvPr>
          <p:cNvSpPr txBox="1"/>
          <p:nvPr/>
        </p:nvSpPr>
        <p:spPr>
          <a:xfrm>
            <a:off x="2185288" y="2097501"/>
            <a:ext cx="1874368" cy="307657"/>
          </a:xfrm>
          <a:prstGeom prst="rect">
            <a:avLst/>
          </a:prstGeom>
          <a:noFill/>
        </p:spPr>
        <p:txBody>
          <a:bodyPr wrap="square" rtlCol="0" anchor="ctr">
            <a:spAutoFit/>
          </a:bodyPr>
          <a:lstStyle/>
          <a:p>
            <a:pPr algn="ctr"/>
            <a:r>
              <a:rPr lang="en-US" altLang="zh-CN" sz="1399" b="1" dirty="0">
                <a:latin typeface="Huawei Sans" panose="020C0503030203020204" pitchFamily="34" charset="0"/>
                <a:ea typeface="方正兰亭黑简体" panose="02000000000000000000" pitchFamily="2" charset="-122"/>
                <a:sym typeface="Huawei Sans" panose="020C0503030203020204" pitchFamily="34" charset="0"/>
              </a:rPr>
              <a:t>Eth-Trunk</a:t>
            </a:r>
            <a:endParaRPr lang="zh-CN" altLang="en-US" sz="1399"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2" name="文本占位符 3"/>
          <p:cNvSpPr txBox="1">
            <a:spLocks/>
          </p:cNvSpPr>
          <p:nvPr/>
        </p:nvSpPr>
        <p:spPr bwMode="auto">
          <a:xfrm>
            <a:off x="446088" y="3722491"/>
            <a:ext cx="5649911" cy="1750584"/>
          </a:xfrm>
          <a:prstGeom prst="rect">
            <a:avLst/>
          </a:prstGeom>
          <a:noFill/>
          <a:ln w="9525">
            <a:noFill/>
            <a:miter lim="800000"/>
            <a:headEnd/>
            <a:tailEnd/>
          </a:ln>
        </p:spPr>
        <p:txBody>
          <a:bodyPr vert="horz" wrap="square" lIns="80110" tIns="40055" rIns="80110" bIns="40055" numCol="1" anchor="t" anchorCtr="0" compatLnSpc="1">
            <a:prstTxWarp prst="textNoShape">
              <a:avLst/>
            </a:prstTxWarp>
          </a:bodyPr>
          <a:lstStyle>
            <a:lvl1pPr marL="301625" indent="-301625" algn="just" defTabSz="801688" rtl="0" eaLnBrk="1" fontAlgn="ctr" latinLnBrk="0" hangingPunct="1">
              <a:lnSpc>
                <a:spcPct val="140000"/>
              </a:lnSpc>
              <a:spcBef>
                <a:spcPct val="30000"/>
              </a:spcBef>
              <a:spcAft>
                <a:spcPct val="0"/>
              </a:spcAft>
              <a:buClr>
                <a:schemeClr val="bg1">
                  <a:lumMod val="50000"/>
                </a:schemeClr>
              </a:buClr>
              <a:buSzPct val="60000"/>
              <a:buFont typeface="Wingdings" pitchFamily="2" charset="2"/>
              <a:buChar char="l"/>
              <a:defRPr sz="2200">
                <a:solidFill>
                  <a:schemeClr val="tx1"/>
                </a:solidFill>
                <a:latin typeface="+mn-ea"/>
                <a:ea typeface="+mn-ea"/>
                <a:cs typeface="Arial" panose="020B0604020202020204" pitchFamily="34" charset="0"/>
              </a:defRPr>
            </a:lvl1pPr>
            <a:lvl2pPr marL="654050" indent="-252413" algn="l" defTabSz="801688" rtl="0" eaLnBrk="1" fontAlgn="ctr" hangingPunct="1">
              <a:lnSpc>
                <a:spcPct val="140000"/>
              </a:lnSpc>
              <a:spcBef>
                <a:spcPct val="30000"/>
              </a:spcBef>
              <a:spcAft>
                <a:spcPct val="0"/>
              </a:spcAft>
              <a:buClr>
                <a:schemeClr val="tx1"/>
              </a:buClr>
              <a:buSzPct val="50000"/>
              <a:buFont typeface="Wingdings" pitchFamily="2" charset="2"/>
              <a:buChar char="p"/>
              <a:defRPr sz="2000">
                <a:solidFill>
                  <a:schemeClr val="tx1"/>
                </a:solidFill>
                <a:latin typeface="+mn-lt"/>
                <a:ea typeface="+mn-ea"/>
              </a:defRPr>
            </a:lvl2pPr>
            <a:lvl3pPr marL="1003300" indent="-201613" algn="l" defTabSz="801688" rtl="0" eaLnBrk="1" fontAlgn="ctr" hangingPunct="1">
              <a:lnSpc>
                <a:spcPct val="140000"/>
              </a:lnSpc>
              <a:spcBef>
                <a:spcPct val="30000"/>
              </a:spcBef>
              <a:spcAft>
                <a:spcPct val="0"/>
              </a:spcAft>
              <a:buSzPct val="50000"/>
              <a:buFont typeface="Wingdings" pitchFamily="2" charset="2"/>
              <a:buChar char="n"/>
              <a:defRPr>
                <a:solidFill>
                  <a:schemeClr val="tx1"/>
                </a:solidFill>
                <a:latin typeface="FrutigerNext LT Light" pitchFamily="34" charset="0"/>
                <a:ea typeface="+mn-ea"/>
              </a:defRPr>
            </a:lvl3pPr>
            <a:lvl4pPr marL="1400175" indent="-198438" algn="l" defTabSz="801688" rtl="0" eaLnBrk="1" fontAlgn="ctr" hangingPunct="1">
              <a:lnSpc>
                <a:spcPct val="140000"/>
              </a:lnSpc>
              <a:spcBef>
                <a:spcPct val="30000"/>
              </a:spcBef>
              <a:spcAft>
                <a:spcPct val="0"/>
              </a:spcAft>
              <a:buChar char="–"/>
              <a:defRPr sz="1600">
                <a:solidFill>
                  <a:schemeClr val="tx1"/>
                </a:solidFill>
                <a:latin typeface="+mj-lt"/>
                <a:ea typeface="+mn-ea"/>
              </a:defRPr>
            </a:lvl4pPr>
            <a:lvl5pPr marL="1801813" indent="-201613" algn="l" defTabSz="801688" rtl="0" eaLnBrk="1" fontAlgn="ctr" hangingPunct="1">
              <a:lnSpc>
                <a:spcPct val="140000"/>
              </a:lnSpc>
              <a:spcBef>
                <a:spcPct val="30000"/>
              </a:spcBef>
              <a:spcAft>
                <a:spcPct val="0"/>
              </a:spcAft>
              <a:buFont typeface="FrutigerNext LT Medium" pitchFamily="34" charset="0"/>
              <a:buChar char="~"/>
              <a:defRPr sz="1600">
                <a:solidFill>
                  <a:schemeClr val="tx1"/>
                </a:solidFill>
                <a:latin typeface="+mj-lt"/>
                <a:ea typeface="+mn-ea"/>
              </a:defRPr>
            </a:lvl5pPr>
            <a:lvl6pPr marL="2259013" indent="-201613" algn="l" defTabSz="801688" rtl="0" fontAlgn="ctr">
              <a:lnSpc>
                <a:spcPct val="140000"/>
              </a:lnSpc>
              <a:spcBef>
                <a:spcPct val="30000"/>
              </a:spcBef>
              <a:spcAft>
                <a:spcPct val="0"/>
              </a:spcAft>
              <a:buFont typeface="FrutigerNext LT Medium" pitchFamily="34" charset="0"/>
              <a:buChar char="~"/>
              <a:defRPr sz="1600">
                <a:solidFill>
                  <a:schemeClr val="tx1"/>
                </a:solidFill>
                <a:latin typeface="+mj-lt"/>
                <a:ea typeface="+mn-ea"/>
              </a:defRPr>
            </a:lvl6pPr>
            <a:lvl7pPr marL="2716213" indent="-201613" algn="l" defTabSz="801688" rtl="0" fontAlgn="base">
              <a:lnSpc>
                <a:spcPct val="140000"/>
              </a:lnSpc>
              <a:spcBef>
                <a:spcPct val="30000"/>
              </a:spcBef>
              <a:spcAft>
                <a:spcPct val="0"/>
              </a:spcAft>
              <a:buFont typeface="FrutigerNext LT Medium" pitchFamily="34" charset="0"/>
              <a:buChar char="~"/>
              <a:defRPr sz="1600">
                <a:solidFill>
                  <a:schemeClr val="tx1"/>
                </a:solidFill>
                <a:latin typeface="+mj-lt"/>
                <a:ea typeface="+mn-ea"/>
              </a:defRPr>
            </a:lvl7pPr>
            <a:lvl8pPr marL="3173413" indent="-201613" algn="l" defTabSz="801688" rtl="0" fontAlgn="base">
              <a:lnSpc>
                <a:spcPct val="140000"/>
              </a:lnSpc>
              <a:spcBef>
                <a:spcPct val="30000"/>
              </a:spcBef>
              <a:spcAft>
                <a:spcPct val="0"/>
              </a:spcAft>
              <a:buFont typeface="FrutigerNext LT Medium" pitchFamily="34" charset="0"/>
              <a:buChar char="~"/>
              <a:defRPr sz="1600">
                <a:solidFill>
                  <a:schemeClr val="tx1"/>
                </a:solidFill>
                <a:latin typeface="+mj-lt"/>
                <a:ea typeface="+mn-ea"/>
              </a:defRPr>
            </a:lvl8pPr>
            <a:lvl9pPr marL="3630613" indent="-201613" algn="l" defTabSz="801688" rtl="0" fontAlgn="base">
              <a:lnSpc>
                <a:spcPct val="140000"/>
              </a:lnSpc>
              <a:spcBef>
                <a:spcPct val="30000"/>
              </a:spcBef>
              <a:spcAft>
                <a:spcPct val="0"/>
              </a:spcAft>
              <a:buFont typeface="FrutigerNext LT Medium" pitchFamily="34" charset="0"/>
              <a:buChar char="~"/>
              <a:defRPr sz="1600">
                <a:solidFill>
                  <a:schemeClr val="tx1"/>
                </a:solidFill>
                <a:latin typeface="+mj-lt"/>
                <a:ea typeface="+mn-ea"/>
              </a:defRPr>
            </a:lvl9pPr>
          </a:lstStyle>
          <a:p>
            <a:pPr marL="302279" indent="-302279" defTabSz="914034" fontAlgn="auto">
              <a:spcBef>
                <a:spcPts val="600"/>
              </a:spcBef>
              <a:spcAft>
                <a:spcPts val="0"/>
              </a:spcAft>
              <a:buClrTx/>
              <a:buSzPct val="100000"/>
              <a:buFont typeface="Arial" panose="020B0604020202020204" pitchFamily="34" charset="0"/>
              <a:buChar char="•"/>
            </a:pPr>
            <a:r>
              <a:rPr lang="zh-CN" altLang="en-US" sz="1600" dirty="0" smtClean="0">
                <a:latin typeface="Huawei Sans" panose="020C0503030203020204" pitchFamily="34" charset="0"/>
                <a:ea typeface="方正兰亭黑简体" panose="02000000000000000000" pitchFamily="2" charset="-122"/>
                <a:sym typeface="Huawei Sans" panose="020C0503030203020204" pitchFamily="34" charset="0"/>
              </a:rPr>
              <a:t>案例需</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求描述：</a:t>
            </a:r>
            <a:endParaRPr lang="en-US" altLang="zh-CN" sz="1600" dirty="0">
              <a:latin typeface="Huawei Sans" panose="020C0503030203020204" pitchFamily="34" charset="0"/>
              <a:ea typeface="方正兰亭黑简体" panose="02000000000000000000" pitchFamily="2" charset="-122"/>
              <a:sym typeface="Huawei Sans" panose="020C0503030203020204" pitchFamily="34" charset="0"/>
            </a:endParaRPr>
          </a:p>
          <a:p>
            <a:pPr marL="654938" lvl="1" indent="-251899" defTabSz="914034" fontAlgn="auto">
              <a:spcBef>
                <a:spcPts val="600"/>
              </a:spcBef>
              <a:spcAft>
                <a:spcPts val="0"/>
              </a:spcAft>
              <a:buClrTx/>
              <a:buSzPct val="100000"/>
              <a:buFont typeface="Huawei Sans" panose="020C0503030203020204" pitchFamily="34" charset="0"/>
              <a:buChar char="▫"/>
            </a:pP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SW1</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SW2</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都连接着</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VLAN10</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VLAN20</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的网络。</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pPr marL="654938" lvl="1" indent="-251899" defTabSz="914034" fontAlgn="auto">
              <a:spcBef>
                <a:spcPts val="600"/>
              </a:spcBef>
              <a:spcAft>
                <a:spcPts val="0"/>
              </a:spcAft>
              <a:buClrTx/>
              <a:buSzPct val="100000"/>
              <a:buFont typeface="Huawei Sans" panose="020C0503030203020204" pitchFamily="34" charset="0"/>
              <a:buChar char="▫"/>
            </a:pP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SW1</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和</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SW2</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之间通过两根以太网链路互联，为了提供链路冗余以及保证传输可靠性，在</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SW1</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SW2</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之间配置手工模式的链路聚合。</a:t>
            </a:r>
          </a:p>
        </p:txBody>
      </p:sp>
      <p:sp>
        <p:nvSpPr>
          <p:cNvPr id="23" name="文本框 22"/>
          <p:cNvSpPr txBox="1"/>
          <p:nvPr/>
        </p:nvSpPr>
        <p:spPr>
          <a:xfrm>
            <a:off x="6489557" y="2091912"/>
            <a:ext cx="5256356" cy="1323439"/>
          </a:xfrm>
          <a:prstGeom prst="rect">
            <a:avLst/>
          </a:prstGeom>
          <a:solidFill>
            <a:srgbClr val="F4FBFE"/>
          </a:solidFill>
          <a:ln>
            <a:solidFill>
              <a:srgbClr val="99DFF9"/>
            </a:solidFill>
          </a:ln>
        </p:spPr>
        <p:txBody>
          <a:bodyPr wrap="square" rtlCol="0">
            <a:spAutoFit/>
          </a:bodyPr>
          <a:lstStyle/>
          <a:p>
            <a:pPr>
              <a:lnSpc>
                <a:spcPts val="2399"/>
              </a:lnSpc>
            </a:pPr>
            <a:r>
              <a:rPr lang="en-US" altLang="zh-CN" sz="1399"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[SW1] </a:t>
            </a:r>
            <a:r>
              <a:rPr lang="en-US" altLang="zh-CN" sz="1399" b="1"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interface eth-trunk 1</a:t>
            </a:r>
          </a:p>
          <a:p>
            <a:pPr>
              <a:lnSpc>
                <a:spcPts val="2399"/>
              </a:lnSpc>
            </a:pPr>
            <a:r>
              <a:rPr lang="en-US" altLang="zh-CN" sz="1399"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[SW1-Eth-Trunk1] </a:t>
            </a:r>
            <a:r>
              <a:rPr lang="en-US" altLang="zh-CN" sz="1399" b="1" dirty="0" err="1">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trunkport</a:t>
            </a:r>
            <a:r>
              <a:rPr lang="en-US" altLang="zh-CN" sz="1399" b="1"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a:t>
            </a:r>
            <a:r>
              <a:rPr lang="en-US" altLang="zh-CN" sz="1399" b="1" dirty="0" err="1">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gigabitethernet</a:t>
            </a:r>
            <a:r>
              <a:rPr lang="en-US" altLang="zh-CN" sz="1399" b="1"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0/0/1 </a:t>
            </a:r>
            <a:r>
              <a:rPr lang="en-US" altLang="zh-CN" sz="1399" b="1" dirty="0" smtClean="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to </a:t>
            </a:r>
            <a:r>
              <a:rPr lang="en-US" altLang="zh-CN" sz="1399" b="1"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0/0/2</a:t>
            </a:r>
          </a:p>
          <a:p>
            <a:pPr>
              <a:lnSpc>
                <a:spcPts val="2399"/>
              </a:lnSpc>
            </a:pPr>
            <a:r>
              <a:rPr lang="en-US" altLang="zh-CN" sz="1399"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[SW1-Eth-Trunk1] </a:t>
            </a:r>
            <a:r>
              <a:rPr lang="en-US" altLang="zh-CN" sz="1399" b="1"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port link-type trunk</a:t>
            </a:r>
          </a:p>
          <a:p>
            <a:pPr>
              <a:lnSpc>
                <a:spcPts val="2399"/>
              </a:lnSpc>
            </a:pPr>
            <a:r>
              <a:rPr lang="en-US" altLang="zh-CN" sz="1399"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[SW1-Eth-Trunk1] </a:t>
            </a:r>
            <a:r>
              <a:rPr lang="en-US" altLang="zh-CN" sz="1399" b="1"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port trunk allow-pass </a:t>
            </a:r>
            <a:r>
              <a:rPr lang="en-US" altLang="zh-CN" sz="1399" b="1" dirty="0" err="1">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vlan</a:t>
            </a:r>
            <a:r>
              <a:rPr lang="en-US" altLang="zh-CN" sz="1399" b="1"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10 20</a:t>
            </a:r>
          </a:p>
        </p:txBody>
      </p:sp>
      <p:sp>
        <p:nvSpPr>
          <p:cNvPr id="24" name="文本框 23"/>
          <p:cNvSpPr txBox="1"/>
          <p:nvPr/>
        </p:nvSpPr>
        <p:spPr>
          <a:xfrm>
            <a:off x="6489006" y="1690982"/>
            <a:ext cx="1859079" cy="338422"/>
          </a:xfrm>
          <a:prstGeom prst="rect">
            <a:avLst/>
          </a:prstGeom>
          <a:noFill/>
        </p:spPr>
        <p:txBody>
          <a:bodyPr wrap="none" rtlCol="0">
            <a:spAutoFit/>
          </a:bodyPr>
          <a:lstStyle/>
          <a:p>
            <a:r>
              <a:rPr lang="en-US" altLang="zh-CN" sz="1599"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SW1</a:t>
            </a:r>
            <a:r>
              <a:rPr lang="zh-CN" altLang="en-US" sz="1599"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的配置如下：</a:t>
            </a:r>
          </a:p>
        </p:txBody>
      </p:sp>
      <p:sp>
        <p:nvSpPr>
          <p:cNvPr id="25" name="文本框 24"/>
          <p:cNvSpPr txBox="1"/>
          <p:nvPr/>
        </p:nvSpPr>
        <p:spPr>
          <a:xfrm>
            <a:off x="6489557" y="4337610"/>
            <a:ext cx="5256356" cy="1323439"/>
          </a:xfrm>
          <a:prstGeom prst="rect">
            <a:avLst/>
          </a:prstGeom>
          <a:solidFill>
            <a:srgbClr val="F4FBFE"/>
          </a:solidFill>
          <a:ln>
            <a:solidFill>
              <a:srgbClr val="99DFF9"/>
            </a:solidFill>
          </a:ln>
        </p:spPr>
        <p:txBody>
          <a:bodyPr wrap="square" rtlCol="0">
            <a:spAutoFit/>
          </a:bodyPr>
          <a:lstStyle/>
          <a:p>
            <a:pPr>
              <a:lnSpc>
                <a:spcPts val="2399"/>
              </a:lnSpc>
            </a:pPr>
            <a:r>
              <a:rPr lang="en-US" altLang="zh-CN" sz="1399"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[SW2] </a:t>
            </a:r>
            <a:r>
              <a:rPr lang="en-US" altLang="zh-CN" sz="1399" b="1"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interface eth-trunk 1</a:t>
            </a:r>
          </a:p>
          <a:p>
            <a:pPr>
              <a:lnSpc>
                <a:spcPts val="2399"/>
              </a:lnSpc>
            </a:pPr>
            <a:r>
              <a:rPr lang="en-US" altLang="zh-CN" sz="1399"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[SW2-Eth-Trunk1] </a:t>
            </a:r>
            <a:r>
              <a:rPr lang="en-US" altLang="zh-CN" sz="1399" b="1" dirty="0" err="1">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trunkport</a:t>
            </a:r>
            <a:r>
              <a:rPr lang="en-US" altLang="zh-CN" sz="1399" b="1"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a:t>
            </a:r>
            <a:r>
              <a:rPr lang="en-US" altLang="zh-CN" sz="1399" b="1" dirty="0" err="1">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gigabitethernet</a:t>
            </a:r>
            <a:r>
              <a:rPr lang="en-US" altLang="zh-CN" sz="1399" b="1"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0/0/1 </a:t>
            </a:r>
            <a:r>
              <a:rPr lang="en-US" altLang="zh-CN" sz="1399" b="1" dirty="0" smtClean="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to </a:t>
            </a:r>
            <a:r>
              <a:rPr lang="en-US" altLang="zh-CN" sz="1399" b="1"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0/0/2</a:t>
            </a:r>
          </a:p>
          <a:p>
            <a:pPr>
              <a:lnSpc>
                <a:spcPts val="2399"/>
              </a:lnSpc>
            </a:pPr>
            <a:r>
              <a:rPr lang="en-US" altLang="zh-CN" sz="1399"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[SW2-Eth-Trunk1] </a:t>
            </a:r>
            <a:r>
              <a:rPr lang="en-US" altLang="zh-CN" sz="1399" b="1"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port link-type trunk</a:t>
            </a:r>
          </a:p>
          <a:p>
            <a:pPr>
              <a:lnSpc>
                <a:spcPts val="2399"/>
              </a:lnSpc>
            </a:pPr>
            <a:r>
              <a:rPr lang="en-US" altLang="zh-CN" sz="1399"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[SW2-Eth-Trunk1] </a:t>
            </a:r>
            <a:r>
              <a:rPr lang="en-US" altLang="zh-CN" sz="1399" b="1"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port trunk allow-pass </a:t>
            </a:r>
            <a:r>
              <a:rPr lang="en-US" altLang="zh-CN" sz="1399" b="1" dirty="0" err="1">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vlan</a:t>
            </a:r>
            <a:r>
              <a:rPr lang="en-US" altLang="zh-CN" sz="1399" b="1"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10 20</a:t>
            </a:r>
          </a:p>
        </p:txBody>
      </p:sp>
      <p:sp>
        <p:nvSpPr>
          <p:cNvPr id="26" name="文本框 25"/>
          <p:cNvSpPr txBox="1"/>
          <p:nvPr/>
        </p:nvSpPr>
        <p:spPr>
          <a:xfrm>
            <a:off x="6489006" y="3936681"/>
            <a:ext cx="1859079" cy="338422"/>
          </a:xfrm>
          <a:prstGeom prst="rect">
            <a:avLst/>
          </a:prstGeom>
          <a:noFill/>
        </p:spPr>
        <p:txBody>
          <a:bodyPr wrap="none" rtlCol="0">
            <a:spAutoFit/>
          </a:bodyPr>
          <a:lstStyle/>
          <a:p>
            <a:r>
              <a:rPr lang="en-US" altLang="zh-CN" sz="1599"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SW2</a:t>
            </a:r>
            <a:r>
              <a:rPr lang="zh-CN" altLang="en-US" sz="1599"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的配置如下：</a:t>
            </a:r>
          </a:p>
        </p:txBody>
      </p:sp>
    </p:spTree>
    <p:extLst>
      <p:ext uri="{BB962C8B-B14F-4D97-AF65-F5344CB8AC3E}">
        <p14:creationId xmlns:p14="http://schemas.microsoft.com/office/powerpoint/2010/main" val="3984010936"/>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auto"/>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LACP</a:t>
            </a:r>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模式链路聚合配置</a:t>
            </a:r>
            <a:r>
              <a:rPr lang="zh-CN" altLang="en-US" dirty="0" smtClean="0">
                <a:latin typeface="Huawei Sans" panose="020C0503030203020204" pitchFamily="34" charset="0"/>
                <a:ea typeface="方正兰亭黑简体" panose="02000000000000000000" pitchFamily="2" charset="-122"/>
                <a:sym typeface="Huawei Sans" panose="020C0503030203020204" pitchFamily="34" charset="0"/>
              </a:rPr>
              <a:t>举例 </a:t>
            </a:r>
            <a:r>
              <a:rPr lang="en-US" altLang="zh-CN" dirty="0" smtClean="0">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1)</a:t>
            </a:r>
            <a:endParaRPr lang="zh-CN" altLang="en-US" dirty="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3" name="直接连接符 2"/>
          <p:cNvCxnSpPr/>
          <p:nvPr/>
        </p:nvCxnSpPr>
        <p:spPr bwMode="auto">
          <a:xfrm flipH="1">
            <a:off x="1648860" y="2608340"/>
            <a:ext cx="3123332" cy="0"/>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4" name="直接连接符 3"/>
          <p:cNvCxnSpPr/>
          <p:nvPr/>
        </p:nvCxnSpPr>
        <p:spPr bwMode="auto">
          <a:xfrm flipH="1">
            <a:off x="1648860" y="2758957"/>
            <a:ext cx="3123332" cy="0"/>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5" name="直接连接符 4"/>
          <p:cNvCxnSpPr/>
          <p:nvPr/>
        </p:nvCxnSpPr>
        <p:spPr bwMode="auto">
          <a:xfrm flipH="1">
            <a:off x="1648860" y="2909574"/>
            <a:ext cx="3123332" cy="0"/>
          </a:xfrm>
          <a:prstGeom prst="line">
            <a:avLst/>
          </a:prstGeom>
          <a:solidFill>
            <a:schemeClr val="accent1"/>
          </a:solidFill>
          <a:ln w="19050" cap="flat" cmpd="sng" algn="ctr">
            <a:solidFill>
              <a:schemeClr val="tx1"/>
            </a:solidFill>
            <a:prstDash val="solid"/>
            <a:round/>
            <a:headEnd type="none" w="med" len="med"/>
            <a:tailEnd type="none" w="med" len="med"/>
          </a:ln>
          <a:effectLst/>
        </p:spPr>
      </p:cxnSp>
      <p:pic>
        <p:nvPicPr>
          <p:cNvPr id="6" name="图片 5" descr="通用交换机.png">
            <a:extLst>
              <a:ext uri="{FF2B5EF4-FFF2-40B4-BE49-F238E27FC236}">
                <a16:creationId xmlns="" xmlns:a16="http://schemas.microsoft.com/office/drawing/2014/main" id="{5583757F-4C12-471A-A130-6DAAF82105FA}"/>
              </a:ext>
            </a:extLst>
          </p:cNvPr>
          <p:cNvPicPr>
            <a:picLocks noChangeAspect="1"/>
          </p:cNvPicPr>
          <p:nvPr/>
        </p:nvPicPr>
        <p:blipFill>
          <a:blip r:embed="rId3" cstate="print"/>
          <a:stretch>
            <a:fillRect/>
          </a:stretch>
        </p:blipFill>
        <p:spPr>
          <a:xfrm>
            <a:off x="1101277" y="2549940"/>
            <a:ext cx="539789" cy="441645"/>
          </a:xfrm>
          <a:prstGeom prst="rect">
            <a:avLst/>
          </a:prstGeom>
        </p:spPr>
      </p:pic>
      <p:sp>
        <p:nvSpPr>
          <p:cNvPr id="7" name="TextBox 4">
            <a:extLst>
              <a:ext uri="{FF2B5EF4-FFF2-40B4-BE49-F238E27FC236}">
                <a16:creationId xmlns="" xmlns:a16="http://schemas.microsoft.com/office/drawing/2014/main" id="{0C4059EF-1483-411E-A63F-9C2727B11E24}"/>
              </a:ext>
            </a:extLst>
          </p:cNvPr>
          <p:cNvSpPr txBox="1"/>
          <p:nvPr/>
        </p:nvSpPr>
        <p:spPr>
          <a:xfrm>
            <a:off x="1083275" y="2973050"/>
            <a:ext cx="575799" cy="307777"/>
          </a:xfrm>
          <a:prstGeom prst="rect">
            <a:avLst/>
          </a:prstGeom>
          <a:noFill/>
        </p:spPr>
        <p:txBody>
          <a:bodyPr wrap="none" rtlCol="0">
            <a:spAutoFit/>
          </a:bodyPr>
          <a:lstStyle/>
          <a:p>
            <a:pPr algn="ctr"/>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SW1</a:t>
            </a:r>
            <a:endPar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8" name="图片 7" descr="通用交换机.png">
            <a:extLst>
              <a:ext uri="{FF2B5EF4-FFF2-40B4-BE49-F238E27FC236}">
                <a16:creationId xmlns="" xmlns:a16="http://schemas.microsoft.com/office/drawing/2014/main" id="{5583757F-4C12-471A-A130-6DAAF82105FA}"/>
              </a:ext>
            </a:extLst>
          </p:cNvPr>
          <p:cNvPicPr>
            <a:picLocks noChangeAspect="1"/>
          </p:cNvPicPr>
          <p:nvPr/>
        </p:nvPicPr>
        <p:blipFill>
          <a:blip r:embed="rId3" cstate="print"/>
          <a:stretch>
            <a:fillRect/>
          </a:stretch>
        </p:blipFill>
        <p:spPr>
          <a:xfrm>
            <a:off x="4792159" y="2549940"/>
            <a:ext cx="539789" cy="441645"/>
          </a:xfrm>
          <a:prstGeom prst="rect">
            <a:avLst/>
          </a:prstGeom>
        </p:spPr>
      </p:pic>
      <p:sp>
        <p:nvSpPr>
          <p:cNvPr id="9" name="TextBox 4">
            <a:extLst>
              <a:ext uri="{FF2B5EF4-FFF2-40B4-BE49-F238E27FC236}">
                <a16:creationId xmlns="" xmlns:a16="http://schemas.microsoft.com/office/drawing/2014/main" id="{0C4059EF-1483-411E-A63F-9C2727B11E24}"/>
              </a:ext>
            </a:extLst>
          </p:cNvPr>
          <p:cNvSpPr txBox="1"/>
          <p:nvPr/>
        </p:nvSpPr>
        <p:spPr>
          <a:xfrm>
            <a:off x="4774157" y="2973050"/>
            <a:ext cx="575799" cy="307777"/>
          </a:xfrm>
          <a:prstGeom prst="rect">
            <a:avLst/>
          </a:prstGeom>
          <a:noFill/>
        </p:spPr>
        <p:txBody>
          <a:bodyPr wrap="none" rtlCol="0">
            <a:spAutoFit/>
          </a:bodyPr>
          <a:lstStyle/>
          <a:p>
            <a:pPr algn="ctr"/>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SW2</a:t>
            </a:r>
            <a:endPar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 name="TextBox 4">
            <a:extLst>
              <a:ext uri="{FF2B5EF4-FFF2-40B4-BE49-F238E27FC236}">
                <a16:creationId xmlns="" xmlns:a16="http://schemas.microsoft.com/office/drawing/2014/main" id="{0C4059EF-1483-411E-A63F-9C2727B11E24}"/>
              </a:ext>
            </a:extLst>
          </p:cNvPr>
          <p:cNvSpPr txBox="1"/>
          <p:nvPr/>
        </p:nvSpPr>
        <p:spPr>
          <a:xfrm>
            <a:off x="1603169" y="2365200"/>
            <a:ext cx="682933" cy="253817"/>
          </a:xfrm>
          <a:prstGeom prst="rect">
            <a:avLst/>
          </a:prstGeom>
          <a:noFill/>
        </p:spPr>
        <p:txBody>
          <a:bodyPr wrap="none" rtlCol="0">
            <a:spAutoFit/>
          </a:bodyPr>
          <a:lstStyle/>
          <a:p>
            <a:pPr algn="ctr"/>
            <a:r>
              <a:rPr lang="en-US" altLang="zh-CN" sz="1050" dirty="0">
                <a:latin typeface="Huawei Sans" panose="020C0503030203020204" pitchFamily="34" charset="0"/>
                <a:ea typeface="方正兰亭黑简体" panose="02000000000000000000" pitchFamily="2" charset="-122"/>
                <a:sym typeface="Huawei Sans" panose="020C0503030203020204" pitchFamily="34" charset="0"/>
              </a:rPr>
              <a:t>GE0/0/1</a:t>
            </a:r>
            <a:endParaRPr lang="zh-CN" altLang="en-US" sz="105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 name="TextBox 4">
            <a:extLst>
              <a:ext uri="{FF2B5EF4-FFF2-40B4-BE49-F238E27FC236}">
                <a16:creationId xmlns="" xmlns:a16="http://schemas.microsoft.com/office/drawing/2014/main" id="{0C4059EF-1483-411E-A63F-9C2727B11E24}"/>
              </a:ext>
            </a:extLst>
          </p:cNvPr>
          <p:cNvSpPr txBox="1"/>
          <p:nvPr/>
        </p:nvSpPr>
        <p:spPr>
          <a:xfrm>
            <a:off x="1603169" y="2556137"/>
            <a:ext cx="682933" cy="253817"/>
          </a:xfrm>
          <a:prstGeom prst="rect">
            <a:avLst/>
          </a:prstGeom>
          <a:noFill/>
        </p:spPr>
        <p:txBody>
          <a:bodyPr wrap="none" rtlCol="0">
            <a:spAutoFit/>
          </a:bodyPr>
          <a:lstStyle/>
          <a:p>
            <a:pPr algn="ctr"/>
            <a:r>
              <a:rPr lang="en-US" altLang="zh-CN" sz="1050" dirty="0">
                <a:latin typeface="Huawei Sans" panose="020C0503030203020204" pitchFamily="34" charset="0"/>
                <a:ea typeface="方正兰亭黑简体" panose="02000000000000000000" pitchFamily="2" charset="-122"/>
                <a:sym typeface="Huawei Sans" panose="020C0503030203020204" pitchFamily="34" charset="0"/>
              </a:rPr>
              <a:t>GE0/0/2</a:t>
            </a:r>
            <a:endParaRPr lang="zh-CN" altLang="en-US" sz="105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2" name="TextBox 4">
            <a:extLst>
              <a:ext uri="{FF2B5EF4-FFF2-40B4-BE49-F238E27FC236}">
                <a16:creationId xmlns="" xmlns:a16="http://schemas.microsoft.com/office/drawing/2014/main" id="{0C4059EF-1483-411E-A63F-9C2727B11E24}"/>
              </a:ext>
            </a:extLst>
          </p:cNvPr>
          <p:cNvSpPr txBox="1"/>
          <p:nvPr/>
        </p:nvSpPr>
        <p:spPr>
          <a:xfrm>
            <a:off x="1603169" y="2722059"/>
            <a:ext cx="682933" cy="253817"/>
          </a:xfrm>
          <a:prstGeom prst="rect">
            <a:avLst/>
          </a:prstGeom>
          <a:noFill/>
        </p:spPr>
        <p:txBody>
          <a:bodyPr wrap="none" rtlCol="0">
            <a:spAutoFit/>
          </a:bodyPr>
          <a:lstStyle/>
          <a:p>
            <a:pPr algn="ctr"/>
            <a:r>
              <a:rPr lang="en-US" altLang="zh-CN" sz="1050" dirty="0">
                <a:latin typeface="Huawei Sans" panose="020C0503030203020204" pitchFamily="34" charset="0"/>
                <a:ea typeface="方正兰亭黑简体" panose="02000000000000000000" pitchFamily="2" charset="-122"/>
                <a:sym typeface="Huawei Sans" panose="020C0503030203020204" pitchFamily="34" charset="0"/>
              </a:rPr>
              <a:t>GE0/0/3</a:t>
            </a:r>
            <a:endParaRPr lang="zh-CN" altLang="en-US" sz="105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3" name="TextBox 4">
            <a:extLst>
              <a:ext uri="{FF2B5EF4-FFF2-40B4-BE49-F238E27FC236}">
                <a16:creationId xmlns="" xmlns:a16="http://schemas.microsoft.com/office/drawing/2014/main" id="{0C4059EF-1483-411E-A63F-9C2727B11E24}"/>
              </a:ext>
            </a:extLst>
          </p:cNvPr>
          <p:cNvSpPr txBox="1"/>
          <p:nvPr/>
        </p:nvSpPr>
        <p:spPr>
          <a:xfrm>
            <a:off x="4131126" y="2365200"/>
            <a:ext cx="682933" cy="253817"/>
          </a:xfrm>
          <a:prstGeom prst="rect">
            <a:avLst/>
          </a:prstGeom>
          <a:noFill/>
        </p:spPr>
        <p:txBody>
          <a:bodyPr wrap="none" rtlCol="0">
            <a:spAutoFit/>
          </a:bodyPr>
          <a:lstStyle/>
          <a:p>
            <a:pPr algn="ctr"/>
            <a:r>
              <a:rPr lang="en-US" altLang="zh-CN" sz="1050" dirty="0">
                <a:latin typeface="Huawei Sans" panose="020C0503030203020204" pitchFamily="34" charset="0"/>
                <a:ea typeface="方正兰亭黑简体" panose="02000000000000000000" pitchFamily="2" charset="-122"/>
                <a:sym typeface="Huawei Sans" panose="020C0503030203020204" pitchFamily="34" charset="0"/>
              </a:rPr>
              <a:t>GE0/0/1</a:t>
            </a:r>
            <a:endParaRPr lang="zh-CN" altLang="en-US" sz="105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4" name="TextBox 4">
            <a:extLst>
              <a:ext uri="{FF2B5EF4-FFF2-40B4-BE49-F238E27FC236}">
                <a16:creationId xmlns="" xmlns:a16="http://schemas.microsoft.com/office/drawing/2014/main" id="{0C4059EF-1483-411E-A63F-9C2727B11E24}"/>
              </a:ext>
            </a:extLst>
          </p:cNvPr>
          <p:cNvSpPr txBox="1"/>
          <p:nvPr/>
        </p:nvSpPr>
        <p:spPr>
          <a:xfrm>
            <a:off x="4131126" y="2556137"/>
            <a:ext cx="682933" cy="253817"/>
          </a:xfrm>
          <a:prstGeom prst="rect">
            <a:avLst/>
          </a:prstGeom>
          <a:noFill/>
        </p:spPr>
        <p:txBody>
          <a:bodyPr wrap="none" rtlCol="0">
            <a:spAutoFit/>
          </a:bodyPr>
          <a:lstStyle/>
          <a:p>
            <a:pPr algn="ctr"/>
            <a:r>
              <a:rPr lang="en-US" altLang="zh-CN" sz="1050" dirty="0">
                <a:latin typeface="Huawei Sans" panose="020C0503030203020204" pitchFamily="34" charset="0"/>
                <a:ea typeface="方正兰亭黑简体" panose="02000000000000000000" pitchFamily="2" charset="-122"/>
                <a:sym typeface="Huawei Sans" panose="020C0503030203020204" pitchFamily="34" charset="0"/>
              </a:rPr>
              <a:t>GE0/0/2</a:t>
            </a:r>
            <a:endParaRPr lang="zh-CN" altLang="en-US" sz="105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5" name="TextBox 4">
            <a:extLst>
              <a:ext uri="{FF2B5EF4-FFF2-40B4-BE49-F238E27FC236}">
                <a16:creationId xmlns="" xmlns:a16="http://schemas.microsoft.com/office/drawing/2014/main" id="{0C4059EF-1483-411E-A63F-9C2727B11E24}"/>
              </a:ext>
            </a:extLst>
          </p:cNvPr>
          <p:cNvSpPr txBox="1"/>
          <p:nvPr/>
        </p:nvSpPr>
        <p:spPr>
          <a:xfrm>
            <a:off x="4131126" y="2722059"/>
            <a:ext cx="682933" cy="253817"/>
          </a:xfrm>
          <a:prstGeom prst="rect">
            <a:avLst/>
          </a:prstGeom>
          <a:noFill/>
        </p:spPr>
        <p:txBody>
          <a:bodyPr wrap="none" rtlCol="0">
            <a:spAutoFit/>
          </a:bodyPr>
          <a:lstStyle/>
          <a:p>
            <a:pPr algn="ctr"/>
            <a:r>
              <a:rPr lang="en-US" altLang="zh-CN" sz="1050" dirty="0">
                <a:latin typeface="Huawei Sans" panose="020C0503030203020204" pitchFamily="34" charset="0"/>
                <a:ea typeface="方正兰亭黑简体" panose="02000000000000000000" pitchFamily="2" charset="-122"/>
                <a:sym typeface="Huawei Sans" panose="020C0503030203020204" pitchFamily="34" charset="0"/>
              </a:rPr>
              <a:t>GE0/0/3</a:t>
            </a:r>
            <a:endParaRPr lang="zh-CN" altLang="en-US" sz="1050"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16" name="组合 15">
            <a:extLst>
              <a:ext uri="{FF2B5EF4-FFF2-40B4-BE49-F238E27FC236}">
                <a16:creationId xmlns="" xmlns:a16="http://schemas.microsoft.com/office/drawing/2014/main" id="{2C6D8F46-1254-485A-AB3D-7A037411E3DA}"/>
              </a:ext>
            </a:extLst>
          </p:cNvPr>
          <p:cNvGrpSpPr/>
          <p:nvPr/>
        </p:nvGrpSpPr>
        <p:grpSpPr>
          <a:xfrm>
            <a:off x="2571873" y="2445754"/>
            <a:ext cx="1160129" cy="628405"/>
            <a:chOff x="6623190" y="5220119"/>
            <a:chExt cx="1129417" cy="228830"/>
          </a:xfrm>
          <a:solidFill>
            <a:srgbClr val="F4FBFE"/>
          </a:solidFill>
        </p:grpSpPr>
        <p:sp>
          <p:nvSpPr>
            <p:cNvPr id="17" name="任意多边形: 形状 67">
              <a:extLst>
                <a:ext uri="{FF2B5EF4-FFF2-40B4-BE49-F238E27FC236}">
                  <a16:creationId xmlns="" xmlns:a16="http://schemas.microsoft.com/office/drawing/2014/main" id="{DDE7F5E3-EC99-4B98-9942-9CF564C3EC09}"/>
                </a:ext>
              </a:extLst>
            </p:cNvPr>
            <p:cNvSpPr/>
            <p:nvPr/>
          </p:nvSpPr>
          <p:spPr>
            <a:xfrm flipH="1">
              <a:off x="6623190" y="5220119"/>
              <a:ext cx="1075309" cy="228830"/>
            </a:xfrm>
            <a:custGeom>
              <a:avLst/>
              <a:gdLst>
                <a:gd name="connsiteX0" fmla="*/ 0 w 1703698"/>
                <a:gd name="connsiteY0" fmla="*/ 0 h 627538"/>
                <a:gd name="connsiteX1" fmla="*/ 1572253 w 1703698"/>
                <a:gd name="connsiteY1" fmla="*/ 0 h 627538"/>
                <a:gd name="connsiteX2" fmla="*/ 1703698 w 1703698"/>
                <a:gd name="connsiteY2" fmla="*/ 313769 h 627538"/>
                <a:gd name="connsiteX3" fmla="*/ 1572253 w 1703698"/>
                <a:gd name="connsiteY3" fmla="*/ 627538 h 627538"/>
                <a:gd name="connsiteX4" fmla="*/ 1572249 w 1703698"/>
                <a:gd name="connsiteY4" fmla="*/ 627537 h 627538"/>
                <a:gd name="connsiteX5" fmla="*/ 0 w 1703698"/>
                <a:gd name="connsiteY5" fmla="*/ 627537 h 627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03698" h="627538">
                  <a:moveTo>
                    <a:pt x="0" y="0"/>
                  </a:moveTo>
                  <a:lnTo>
                    <a:pt x="1572253" y="0"/>
                  </a:lnTo>
                  <a:cubicBezTo>
                    <a:pt x="1644848" y="0"/>
                    <a:pt x="1703698" y="140479"/>
                    <a:pt x="1703698" y="313769"/>
                  </a:cubicBezTo>
                  <a:cubicBezTo>
                    <a:pt x="1703698" y="487059"/>
                    <a:pt x="1644848" y="627538"/>
                    <a:pt x="1572253" y="627538"/>
                  </a:cubicBezTo>
                  <a:lnTo>
                    <a:pt x="1572249" y="627537"/>
                  </a:lnTo>
                  <a:lnTo>
                    <a:pt x="0" y="627537"/>
                  </a:lnTo>
                  <a:close/>
                </a:path>
              </a:pathLst>
            </a:custGeom>
            <a:grpFill/>
            <a:ln w="12700">
              <a:solidFill>
                <a:srgbClr val="99DFF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8" name="椭圆 17">
              <a:extLst>
                <a:ext uri="{FF2B5EF4-FFF2-40B4-BE49-F238E27FC236}">
                  <a16:creationId xmlns="" xmlns:a16="http://schemas.microsoft.com/office/drawing/2014/main" id="{7EEDE773-BD04-46B5-ACD7-D793E0BC1578}"/>
                </a:ext>
              </a:extLst>
            </p:cNvPr>
            <p:cNvSpPr/>
            <p:nvPr/>
          </p:nvSpPr>
          <p:spPr>
            <a:xfrm>
              <a:off x="7644390" y="5220119"/>
              <a:ext cx="108217" cy="228830"/>
            </a:xfrm>
            <a:prstGeom prst="ellipse">
              <a:avLst/>
            </a:prstGeom>
            <a:grpFill/>
            <a:ln w="12700">
              <a:solidFill>
                <a:srgbClr val="99DFF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19" name="TextBox 120">
            <a:extLst>
              <a:ext uri="{FF2B5EF4-FFF2-40B4-BE49-F238E27FC236}">
                <a16:creationId xmlns="" xmlns:a16="http://schemas.microsoft.com/office/drawing/2014/main" id="{890033A1-CB2B-46C1-843C-A395BBB7F123}"/>
              </a:ext>
            </a:extLst>
          </p:cNvPr>
          <p:cNvSpPr txBox="1"/>
          <p:nvPr/>
        </p:nvSpPr>
        <p:spPr>
          <a:xfrm>
            <a:off x="2186963" y="2082243"/>
            <a:ext cx="1874368" cy="307657"/>
          </a:xfrm>
          <a:prstGeom prst="rect">
            <a:avLst/>
          </a:prstGeom>
          <a:noFill/>
        </p:spPr>
        <p:txBody>
          <a:bodyPr wrap="square" rtlCol="0" anchor="ctr">
            <a:spAutoFit/>
          </a:bodyPr>
          <a:lstStyle/>
          <a:p>
            <a:pPr algn="ctr"/>
            <a:r>
              <a:rPr lang="en-US" altLang="zh-CN" sz="1399" b="1" dirty="0">
                <a:latin typeface="Huawei Sans" panose="020C0503030203020204" pitchFamily="34" charset="0"/>
                <a:ea typeface="方正兰亭黑简体" panose="02000000000000000000" pitchFamily="2" charset="-122"/>
                <a:sym typeface="Huawei Sans" panose="020C0503030203020204" pitchFamily="34" charset="0"/>
              </a:rPr>
              <a:t>Eth-Trunk</a:t>
            </a:r>
            <a:endParaRPr lang="zh-CN" altLang="en-US" sz="1399"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0" name="文本占位符 3"/>
          <p:cNvSpPr txBox="1">
            <a:spLocks/>
          </p:cNvSpPr>
          <p:nvPr/>
        </p:nvSpPr>
        <p:spPr bwMode="auto">
          <a:xfrm>
            <a:off x="446089" y="3719882"/>
            <a:ext cx="5649911" cy="2383205"/>
          </a:xfrm>
          <a:prstGeom prst="rect">
            <a:avLst/>
          </a:prstGeom>
          <a:noFill/>
          <a:ln w="9525">
            <a:noFill/>
            <a:miter lim="800000"/>
            <a:headEnd/>
            <a:tailEnd/>
          </a:ln>
        </p:spPr>
        <p:txBody>
          <a:bodyPr vert="horz" wrap="square" lIns="80110" tIns="40055" rIns="80110" bIns="40055" numCol="1" anchor="t" anchorCtr="0" compatLnSpc="1">
            <a:prstTxWarp prst="textNoShape">
              <a:avLst/>
            </a:prstTxWarp>
          </a:bodyPr>
          <a:lstStyle>
            <a:lvl1pPr marL="301625" indent="-301625" algn="just" defTabSz="801688" rtl="0" eaLnBrk="1" fontAlgn="ctr" latinLnBrk="0" hangingPunct="1">
              <a:lnSpc>
                <a:spcPct val="140000"/>
              </a:lnSpc>
              <a:spcBef>
                <a:spcPct val="30000"/>
              </a:spcBef>
              <a:spcAft>
                <a:spcPct val="0"/>
              </a:spcAft>
              <a:buClr>
                <a:schemeClr val="bg1">
                  <a:lumMod val="50000"/>
                </a:schemeClr>
              </a:buClr>
              <a:buSzPct val="60000"/>
              <a:buFont typeface="Wingdings" pitchFamily="2" charset="2"/>
              <a:buChar char="l"/>
              <a:defRPr sz="2200">
                <a:solidFill>
                  <a:schemeClr val="tx1"/>
                </a:solidFill>
                <a:latin typeface="+mn-ea"/>
                <a:ea typeface="+mn-ea"/>
                <a:cs typeface="Arial" panose="020B0604020202020204" pitchFamily="34" charset="0"/>
              </a:defRPr>
            </a:lvl1pPr>
            <a:lvl2pPr marL="654050" indent="-252413" algn="l" defTabSz="801688" rtl="0" eaLnBrk="1" fontAlgn="ctr" hangingPunct="1">
              <a:lnSpc>
                <a:spcPct val="140000"/>
              </a:lnSpc>
              <a:spcBef>
                <a:spcPct val="30000"/>
              </a:spcBef>
              <a:spcAft>
                <a:spcPct val="0"/>
              </a:spcAft>
              <a:buClr>
                <a:schemeClr val="tx1"/>
              </a:buClr>
              <a:buSzPct val="50000"/>
              <a:buFont typeface="Wingdings" pitchFamily="2" charset="2"/>
              <a:buChar char="p"/>
              <a:defRPr sz="2000">
                <a:solidFill>
                  <a:schemeClr val="tx1"/>
                </a:solidFill>
                <a:latin typeface="+mn-lt"/>
                <a:ea typeface="+mn-ea"/>
              </a:defRPr>
            </a:lvl2pPr>
            <a:lvl3pPr marL="1003300" indent="-201613" algn="l" defTabSz="801688" rtl="0" eaLnBrk="1" fontAlgn="ctr" hangingPunct="1">
              <a:lnSpc>
                <a:spcPct val="140000"/>
              </a:lnSpc>
              <a:spcBef>
                <a:spcPct val="30000"/>
              </a:spcBef>
              <a:spcAft>
                <a:spcPct val="0"/>
              </a:spcAft>
              <a:buSzPct val="50000"/>
              <a:buFont typeface="Wingdings" pitchFamily="2" charset="2"/>
              <a:buChar char="n"/>
              <a:defRPr>
                <a:solidFill>
                  <a:schemeClr val="tx1"/>
                </a:solidFill>
                <a:latin typeface="FrutigerNext LT Light" pitchFamily="34" charset="0"/>
                <a:ea typeface="+mn-ea"/>
              </a:defRPr>
            </a:lvl3pPr>
            <a:lvl4pPr marL="1400175" indent="-198438" algn="l" defTabSz="801688" rtl="0" eaLnBrk="1" fontAlgn="ctr" hangingPunct="1">
              <a:lnSpc>
                <a:spcPct val="140000"/>
              </a:lnSpc>
              <a:spcBef>
                <a:spcPct val="30000"/>
              </a:spcBef>
              <a:spcAft>
                <a:spcPct val="0"/>
              </a:spcAft>
              <a:buChar char="–"/>
              <a:defRPr sz="1600">
                <a:solidFill>
                  <a:schemeClr val="tx1"/>
                </a:solidFill>
                <a:latin typeface="+mj-lt"/>
                <a:ea typeface="+mn-ea"/>
              </a:defRPr>
            </a:lvl4pPr>
            <a:lvl5pPr marL="1801813" indent="-201613" algn="l" defTabSz="801688" rtl="0" eaLnBrk="1" fontAlgn="ctr" hangingPunct="1">
              <a:lnSpc>
                <a:spcPct val="140000"/>
              </a:lnSpc>
              <a:spcBef>
                <a:spcPct val="30000"/>
              </a:spcBef>
              <a:spcAft>
                <a:spcPct val="0"/>
              </a:spcAft>
              <a:buFont typeface="FrutigerNext LT Medium" pitchFamily="34" charset="0"/>
              <a:buChar char="~"/>
              <a:defRPr sz="1600">
                <a:solidFill>
                  <a:schemeClr val="tx1"/>
                </a:solidFill>
                <a:latin typeface="+mj-lt"/>
                <a:ea typeface="+mn-ea"/>
              </a:defRPr>
            </a:lvl5pPr>
            <a:lvl6pPr marL="2259013" indent="-201613" algn="l" defTabSz="801688" rtl="0" fontAlgn="ctr">
              <a:lnSpc>
                <a:spcPct val="140000"/>
              </a:lnSpc>
              <a:spcBef>
                <a:spcPct val="30000"/>
              </a:spcBef>
              <a:spcAft>
                <a:spcPct val="0"/>
              </a:spcAft>
              <a:buFont typeface="FrutigerNext LT Medium" pitchFamily="34" charset="0"/>
              <a:buChar char="~"/>
              <a:defRPr sz="1600">
                <a:solidFill>
                  <a:schemeClr val="tx1"/>
                </a:solidFill>
                <a:latin typeface="+mj-lt"/>
                <a:ea typeface="+mn-ea"/>
              </a:defRPr>
            </a:lvl6pPr>
            <a:lvl7pPr marL="2716213" indent="-201613" algn="l" defTabSz="801688" rtl="0" fontAlgn="base">
              <a:lnSpc>
                <a:spcPct val="140000"/>
              </a:lnSpc>
              <a:spcBef>
                <a:spcPct val="30000"/>
              </a:spcBef>
              <a:spcAft>
                <a:spcPct val="0"/>
              </a:spcAft>
              <a:buFont typeface="FrutigerNext LT Medium" pitchFamily="34" charset="0"/>
              <a:buChar char="~"/>
              <a:defRPr sz="1600">
                <a:solidFill>
                  <a:schemeClr val="tx1"/>
                </a:solidFill>
                <a:latin typeface="+mj-lt"/>
                <a:ea typeface="+mn-ea"/>
              </a:defRPr>
            </a:lvl7pPr>
            <a:lvl8pPr marL="3173413" indent="-201613" algn="l" defTabSz="801688" rtl="0" fontAlgn="base">
              <a:lnSpc>
                <a:spcPct val="140000"/>
              </a:lnSpc>
              <a:spcBef>
                <a:spcPct val="30000"/>
              </a:spcBef>
              <a:spcAft>
                <a:spcPct val="0"/>
              </a:spcAft>
              <a:buFont typeface="FrutigerNext LT Medium" pitchFamily="34" charset="0"/>
              <a:buChar char="~"/>
              <a:defRPr sz="1600">
                <a:solidFill>
                  <a:schemeClr val="tx1"/>
                </a:solidFill>
                <a:latin typeface="+mj-lt"/>
                <a:ea typeface="+mn-ea"/>
              </a:defRPr>
            </a:lvl8pPr>
            <a:lvl9pPr marL="3630613" indent="-201613" algn="l" defTabSz="801688" rtl="0" fontAlgn="base">
              <a:lnSpc>
                <a:spcPct val="140000"/>
              </a:lnSpc>
              <a:spcBef>
                <a:spcPct val="30000"/>
              </a:spcBef>
              <a:spcAft>
                <a:spcPct val="0"/>
              </a:spcAft>
              <a:buFont typeface="FrutigerNext LT Medium" pitchFamily="34" charset="0"/>
              <a:buChar char="~"/>
              <a:defRPr sz="1600">
                <a:solidFill>
                  <a:schemeClr val="tx1"/>
                </a:solidFill>
                <a:latin typeface="+mj-lt"/>
                <a:ea typeface="+mn-ea"/>
              </a:defRPr>
            </a:lvl9pPr>
          </a:lstStyle>
          <a:p>
            <a:pPr marL="302279" indent="-302279" defTabSz="914034" fontAlgn="auto">
              <a:spcBef>
                <a:spcPts val="600"/>
              </a:spcBef>
              <a:spcAft>
                <a:spcPts val="0"/>
              </a:spcAft>
              <a:buClrTx/>
              <a:buSzPct val="100000"/>
              <a:buFont typeface="Arial" panose="020B0604020202020204" pitchFamily="34" charset="0"/>
              <a:buChar char="•"/>
            </a:pPr>
            <a:r>
              <a:rPr lang="zh-CN" altLang="en-US" sz="1600" dirty="0" smtClean="0">
                <a:latin typeface="Huawei Sans" panose="020C0503030203020204" pitchFamily="34" charset="0"/>
                <a:ea typeface="方正兰亭黑简体" panose="02000000000000000000" pitchFamily="2" charset="-122"/>
                <a:sym typeface="Huawei Sans" panose="020C0503030203020204" pitchFamily="34" charset="0"/>
              </a:rPr>
              <a:t>案例需</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求描述：</a:t>
            </a:r>
            <a:endParaRPr lang="en-US" altLang="zh-CN" sz="1600" dirty="0">
              <a:latin typeface="Huawei Sans" panose="020C0503030203020204" pitchFamily="34" charset="0"/>
              <a:ea typeface="方正兰亭黑简体" panose="02000000000000000000" pitchFamily="2" charset="-122"/>
              <a:sym typeface="Huawei Sans" panose="020C0503030203020204" pitchFamily="34" charset="0"/>
            </a:endParaRPr>
          </a:p>
          <a:p>
            <a:pPr marL="654938" lvl="1" indent="-251899" defTabSz="914034" fontAlgn="auto">
              <a:spcBef>
                <a:spcPts val="600"/>
              </a:spcBef>
              <a:spcAft>
                <a:spcPts val="0"/>
              </a:spcAft>
              <a:buClrTx/>
              <a:buSzPct val="100000"/>
              <a:buFont typeface="Huawei Sans" panose="020C0503030203020204" pitchFamily="34" charset="0"/>
              <a:buChar char="▫"/>
            </a:pP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SW1</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SW2</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都连接着</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VLAN10</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VLAN20</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的网络。</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pPr marL="654938" lvl="1" indent="-251899" defTabSz="914034" fontAlgn="auto">
              <a:spcBef>
                <a:spcPts val="600"/>
              </a:spcBef>
              <a:spcAft>
                <a:spcPts val="0"/>
              </a:spcAft>
              <a:buClrTx/>
              <a:buSzPct val="100000"/>
              <a:buFont typeface="Huawei Sans" panose="020C0503030203020204" pitchFamily="34" charset="0"/>
              <a:buChar char="▫"/>
            </a:pP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SW1</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和</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SW2</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之间通过三根以太网链路互联，为了提供链路冗余以及保证传输可靠性，在</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SW1</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SW2</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之间配置</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LACP</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模式的链路聚合，并且手动调整优先级让</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SW1</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成为主动端，并配置最大活跃端口为</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2</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，另外一条链路作为备份。</a:t>
            </a:r>
          </a:p>
        </p:txBody>
      </p:sp>
      <p:sp>
        <p:nvSpPr>
          <p:cNvPr id="21" name="文本框 20"/>
          <p:cNvSpPr txBox="1"/>
          <p:nvPr/>
        </p:nvSpPr>
        <p:spPr>
          <a:xfrm>
            <a:off x="6495124" y="2479593"/>
            <a:ext cx="5250789" cy="2554545"/>
          </a:xfrm>
          <a:prstGeom prst="rect">
            <a:avLst/>
          </a:prstGeom>
          <a:solidFill>
            <a:srgbClr val="F4FBFE"/>
          </a:solidFill>
          <a:ln>
            <a:solidFill>
              <a:srgbClr val="99DFF9"/>
            </a:solidFill>
          </a:ln>
        </p:spPr>
        <p:txBody>
          <a:bodyPr wrap="square" rtlCol="0">
            <a:spAutoFit/>
          </a:bodyPr>
          <a:lstStyle/>
          <a:p>
            <a:pPr>
              <a:lnSpc>
                <a:spcPts val="2399"/>
              </a:lnSpc>
            </a:pPr>
            <a:r>
              <a:rPr lang="en-US" altLang="zh-CN" sz="1399"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[SW1] </a:t>
            </a:r>
            <a:r>
              <a:rPr lang="en-US" altLang="zh-CN" sz="1399" b="1"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interface eth-trunk 1</a:t>
            </a:r>
          </a:p>
          <a:p>
            <a:pPr>
              <a:lnSpc>
                <a:spcPts val="2399"/>
              </a:lnSpc>
            </a:pPr>
            <a:r>
              <a:rPr lang="en-US" altLang="zh-CN" sz="1399"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[SW1-Eth-Trunk1] </a:t>
            </a:r>
            <a:r>
              <a:rPr lang="en-US" altLang="zh-CN" sz="1399" b="1"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mode </a:t>
            </a:r>
            <a:r>
              <a:rPr lang="en-US" altLang="zh-CN" sz="1399" b="1" dirty="0" err="1">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lacp</a:t>
            </a:r>
            <a:endParaRPr lang="en-US" altLang="zh-CN" sz="1399" b="1"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a:p>
            <a:pPr>
              <a:lnSpc>
                <a:spcPts val="2399"/>
              </a:lnSpc>
            </a:pPr>
            <a:r>
              <a:rPr lang="en-US" altLang="zh-CN" sz="1399"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[SW1-Eth-Trunk1] </a:t>
            </a:r>
            <a:r>
              <a:rPr lang="en-US" altLang="zh-CN" sz="1399" b="1"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max active-</a:t>
            </a:r>
            <a:r>
              <a:rPr lang="en-US" altLang="zh-CN" sz="1399" b="1" dirty="0" err="1">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linknumber</a:t>
            </a:r>
            <a:r>
              <a:rPr lang="en-US" altLang="zh-CN" sz="1399" b="1"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2</a:t>
            </a:r>
          </a:p>
          <a:p>
            <a:pPr>
              <a:lnSpc>
                <a:spcPts val="2399"/>
              </a:lnSpc>
            </a:pPr>
            <a:r>
              <a:rPr lang="en-US" altLang="zh-CN" sz="1399"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[SW1-Eth-Trunk1] </a:t>
            </a:r>
            <a:r>
              <a:rPr lang="en-US" altLang="zh-CN" sz="1399" b="1" dirty="0" err="1">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trunkport</a:t>
            </a:r>
            <a:r>
              <a:rPr lang="en-US" altLang="zh-CN" sz="1399" b="1"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a:t>
            </a:r>
            <a:r>
              <a:rPr lang="en-US" altLang="zh-CN" sz="1399" b="1" dirty="0" err="1">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gigabitethernet</a:t>
            </a:r>
            <a:r>
              <a:rPr lang="en-US" altLang="zh-CN" sz="1399" b="1"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0/0/1 </a:t>
            </a:r>
            <a:r>
              <a:rPr lang="en-US" altLang="zh-CN" sz="1399" b="1" dirty="0" smtClean="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to </a:t>
            </a:r>
            <a:r>
              <a:rPr lang="en-US" altLang="zh-CN" sz="1399" b="1"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0/0/3</a:t>
            </a:r>
          </a:p>
          <a:p>
            <a:pPr>
              <a:lnSpc>
                <a:spcPts val="2399"/>
              </a:lnSpc>
            </a:pPr>
            <a:r>
              <a:rPr lang="en-US" altLang="zh-CN" sz="1399"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[SW1-Eth-Trunk1] </a:t>
            </a:r>
            <a:r>
              <a:rPr lang="en-US" altLang="zh-CN" sz="1399" b="1"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port link-type trunk</a:t>
            </a:r>
          </a:p>
          <a:p>
            <a:pPr>
              <a:lnSpc>
                <a:spcPts val="2399"/>
              </a:lnSpc>
            </a:pPr>
            <a:r>
              <a:rPr lang="en-US" altLang="zh-CN" sz="1399"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[SW1-Eth-Trunk1] </a:t>
            </a:r>
            <a:r>
              <a:rPr lang="en-US" altLang="zh-CN" sz="1399" b="1"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port trunk allow-pass </a:t>
            </a:r>
            <a:r>
              <a:rPr lang="en-US" altLang="zh-CN" sz="1399" b="1" dirty="0" err="1">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vlan</a:t>
            </a:r>
            <a:r>
              <a:rPr lang="en-US" altLang="zh-CN" sz="1399" b="1"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10 20</a:t>
            </a:r>
          </a:p>
          <a:p>
            <a:pPr>
              <a:lnSpc>
                <a:spcPts val="2399"/>
              </a:lnSpc>
            </a:pPr>
            <a:r>
              <a:rPr lang="en-US" altLang="zh-CN" sz="1399"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[SW1-Eth-Trunk1] </a:t>
            </a:r>
            <a:r>
              <a:rPr lang="en-US" altLang="zh-CN" sz="1399" b="1"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quit</a:t>
            </a:r>
          </a:p>
          <a:p>
            <a:pPr>
              <a:lnSpc>
                <a:spcPts val="2399"/>
              </a:lnSpc>
            </a:pPr>
            <a:r>
              <a:rPr lang="en-US" altLang="zh-CN" sz="1399"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[SW1] </a:t>
            </a:r>
            <a:r>
              <a:rPr lang="en-US" altLang="zh-CN" sz="1399" b="1" dirty="0" err="1">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lacp</a:t>
            </a:r>
            <a:r>
              <a:rPr lang="en-US" altLang="zh-CN" sz="1399" b="1"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priority 30000</a:t>
            </a:r>
          </a:p>
        </p:txBody>
      </p:sp>
      <p:sp>
        <p:nvSpPr>
          <p:cNvPr id="22" name="文本框 21"/>
          <p:cNvSpPr txBox="1"/>
          <p:nvPr/>
        </p:nvSpPr>
        <p:spPr>
          <a:xfrm>
            <a:off x="6494573" y="2078664"/>
            <a:ext cx="1859079" cy="338422"/>
          </a:xfrm>
          <a:prstGeom prst="rect">
            <a:avLst/>
          </a:prstGeom>
          <a:noFill/>
        </p:spPr>
        <p:txBody>
          <a:bodyPr wrap="none" rtlCol="0">
            <a:spAutoFit/>
          </a:bodyPr>
          <a:lstStyle/>
          <a:p>
            <a:r>
              <a:rPr lang="en-US" altLang="zh-CN" sz="1599">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SW1</a:t>
            </a:r>
            <a:r>
              <a:rPr lang="zh-CN" altLang="en-US" sz="1599">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的配置如下：</a:t>
            </a:r>
          </a:p>
        </p:txBody>
      </p:sp>
    </p:spTree>
    <p:extLst>
      <p:ext uri="{BB962C8B-B14F-4D97-AF65-F5344CB8AC3E}">
        <p14:creationId xmlns:p14="http://schemas.microsoft.com/office/powerpoint/2010/main" val="534937370"/>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mtClean="0">
                <a:sym typeface="Huawei Sans" panose="020C0503030203020204" pitchFamily="34" charset="0"/>
              </a:rPr>
              <a:t>LACP</a:t>
            </a:r>
            <a:r>
              <a:rPr lang="zh-CN" altLang="en-US" smtClean="0">
                <a:sym typeface="Huawei Sans" panose="020C0503030203020204" pitchFamily="34" charset="0"/>
              </a:rPr>
              <a:t>模式链路聚合配置举例 </a:t>
            </a:r>
            <a:r>
              <a:rPr lang="en-US" altLang="zh-CN" smtClean="0">
                <a:sym typeface="Huawei Sans" panose="020C0503030203020204" pitchFamily="34" charset="0"/>
              </a:rPr>
              <a:t>(2)</a:t>
            </a:r>
            <a:endParaRPr lang="zh-CN" altLang="en-US" dirty="0">
              <a:sym typeface="Huawei Sans" panose="020C0503030203020204" pitchFamily="34" charset="0"/>
            </a:endParaRPr>
          </a:p>
        </p:txBody>
      </p:sp>
      <p:cxnSp>
        <p:nvCxnSpPr>
          <p:cNvPr id="3" name="直接连接符 2"/>
          <p:cNvCxnSpPr/>
          <p:nvPr/>
        </p:nvCxnSpPr>
        <p:spPr bwMode="auto">
          <a:xfrm flipH="1">
            <a:off x="1648860" y="2608340"/>
            <a:ext cx="3123332" cy="0"/>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4" name="直接连接符 3"/>
          <p:cNvCxnSpPr/>
          <p:nvPr/>
        </p:nvCxnSpPr>
        <p:spPr bwMode="auto">
          <a:xfrm flipH="1">
            <a:off x="1648860" y="2758957"/>
            <a:ext cx="3123332" cy="0"/>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5" name="直接连接符 4"/>
          <p:cNvCxnSpPr/>
          <p:nvPr/>
        </p:nvCxnSpPr>
        <p:spPr bwMode="auto">
          <a:xfrm flipH="1">
            <a:off x="1648860" y="2909574"/>
            <a:ext cx="3123332" cy="0"/>
          </a:xfrm>
          <a:prstGeom prst="line">
            <a:avLst/>
          </a:prstGeom>
          <a:solidFill>
            <a:schemeClr val="accent1"/>
          </a:solidFill>
          <a:ln w="19050" cap="flat" cmpd="sng" algn="ctr">
            <a:solidFill>
              <a:schemeClr val="tx1"/>
            </a:solidFill>
            <a:prstDash val="solid"/>
            <a:round/>
            <a:headEnd type="none" w="med" len="med"/>
            <a:tailEnd type="none" w="med" len="med"/>
          </a:ln>
          <a:effectLst/>
        </p:spPr>
      </p:cxnSp>
      <p:pic>
        <p:nvPicPr>
          <p:cNvPr id="6" name="图片 5" descr="通用交换机.png">
            <a:extLst>
              <a:ext uri="{FF2B5EF4-FFF2-40B4-BE49-F238E27FC236}">
                <a16:creationId xmlns="" xmlns:a16="http://schemas.microsoft.com/office/drawing/2014/main" id="{5583757F-4C12-471A-A130-6DAAF82105FA}"/>
              </a:ext>
            </a:extLst>
          </p:cNvPr>
          <p:cNvPicPr>
            <a:picLocks noChangeAspect="1"/>
          </p:cNvPicPr>
          <p:nvPr/>
        </p:nvPicPr>
        <p:blipFill>
          <a:blip r:embed="rId3" cstate="print"/>
          <a:stretch>
            <a:fillRect/>
          </a:stretch>
        </p:blipFill>
        <p:spPr>
          <a:xfrm>
            <a:off x="1101277" y="2549940"/>
            <a:ext cx="539789" cy="441645"/>
          </a:xfrm>
          <a:prstGeom prst="rect">
            <a:avLst/>
          </a:prstGeom>
        </p:spPr>
      </p:pic>
      <p:sp>
        <p:nvSpPr>
          <p:cNvPr id="7" name="TextBox 4">
            <a:extLst>
              <a:ext uri="{FF2B5EF4-FFF2-40B4-BE49-F238E27FC236}">
                <a16:creationId xmlns="" xmlns:a16="http://schemas.microsoft.com/office/drawing/2014/main" id="{0C4059EF-1483-411E-A63F-9C2727B11E24}"/>
              </a:ext>
            </a:extLst>
          </p:cNvPr>
          <p:cNvSpPr txBox="1"/>
          <p:nvPr/>
        </p:nvSpPr>
        <p:spPr>
          <a:xfrm>
            <a:off x="1083275" y="2973050"/>
            <a:ext cx="575799" cy="307777"/>
          </a:xfrm>
          <a:prstGeom prst="rect">
            <a:avLst/>
          </a:prstGeom>
          <a:noFill/>
        </p:spPr>
        <p:txBody>
          <a:bodyPr wrap="none" rtlCol="0">
            <a:spAutoFit/>
          </a:bodyPr>
          <a:lstStyle/>
          <a:p>
            <a:pPr algn="ctr"/>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SW1</a:t>
            </a:r>
            <a:endPar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8" name="图片 7" descr="通用交换机.png">
            <a:extLst>
              <a:ext uri="{FF2B5EF4-FFF2-40B4-BE49-F238E27FC236}">
                <a16:creationId xmlns="" xmlns:a16="http://schemas.microsoft.com/office/drawing/2014/main" id="{5583757F-4C12-471A-A130-6DAAF82105FA}"/>
              </a:ext>
            </a:extLst>
          </p:cNvPr>
          <p:cNvPicPr>
            <a:picLocks noChangeAspect="1"/>
          </p:cNvPicPr>
          <p:nvPr/>
        </p:nvPicPr>
        <p:blipFill>
          <a:blip r:embed="rId3" cstate="print"/>
          <a:stretch>
            <a:fillRect/>
          </a:stretch>
        </p:blipFill>
        <p:spPr>
          <a:xfrm>
            <a:off x="4792159" y="2549940"/>
            <a:ext cx="539789" cy="441645"/>
          </a:xfrm>
          <a:prstGeom prst="rect">
            <a:avLst/>
          </a:prstGeom>
        </p:spPr>
      </p:pic>
      <p:sp>
        <p:nvSpPr>
          <p:cNvPr id="9" name="TextBox 4">
            <a:extLst>
              <a:ext uri="{FF2B5EF4-FFF2-40B4-BE49-F238E27FC236}">
                <a16:creationId xmlns="" xmlns:a16="http://schemas.microsoft.com/office/drawing/2014/main" id="{0C4059EF-1483-411E-A63F-9C2727B11E24}"/>
              </a:ext>
            </a:extLst>
          </p:cNvPr>
          <p:cNvSpPr txBox="1"/>
          <p:nvPr/>
        </p:nvSpPr>
        <p:spPr>
          <a:xfrm>
            <a:off x="4774157" y="2973050"/>
            <a:ext cx="575799" cy="307777"/>
          </a:xfrm>
          <a:prstGeom prst="rect">
            <a:avLst/>
          </a:prstGeom>
          <a:noFill/>
        </p:spPr>
        <p:txBody>
          <a:bodyPr wrap="none" rtlCol="0">
            <a:spAutoFit/>
          </a:bodyPr>
          <a:lstStyle/>
          <a:p>
            <a:pPr algn="ctr"/>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SW2</a:t>
            </a:r>
            <a:endPar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 name="TextBox 4">
            <a:extLst>
              <a:ext uri="{FF2B5EF4-FFF2-40B4-BE49-F238E27FC236}">
                <a16:creationId xmlns="" xmlns:a16="http://schemas.microsoft.com/office/drawing/2014/main" id="{0C4059EF-1483-411E-A63F-9C2727B11E24}"/>
              </a:ext>
            </a:extLst>
          </p:cNvPr>
          <p:cNvSpPr txBox="1"/>
          <p:nvPr/>
        </p:nvSpPr>
        <p:spPr>
          <a:xfrm>
            <a:off x="1603169" y="2365200"/>
            <a:ext cx="682933" cy="253817"/>
          </a:xfrm>
          <a:prstGeom prst="rect">
            <a:avLst/>
          </a:prstGeom>
          <a:noFill/>
        </p:spPr>
        <p:txBody>
          <a:bodyPr wrap="none" rtlCol="0">
            <a:spAutoFit/>
          </a:bodyPr>
          <a:lstStyle/>
          <a:p>
            <a:pPr algn="ctr"/>
            <a:r>
              <a:rPr lang="en-US" altLang="zh-CN" sz="1050" dirty="0">
                <a:latin typeface="Huawei Sans" panose="020C0503030203020204" pitchFamily="34" charset="0"/>
                <a:ea typeface="方正兰亭黑简体" panose="02000000000000000000" pitchFamily="2" charset="-122"/>
                <a:sym typeface="Huawei Sans" panose="020C0503030203020204" pitchFamily="34" charset="0"/>
              </a:rPr>
              <a:t>GE0/0/1</a:t>
            </a:r>
            <a:endParaRPr lang="zh-CN" altLang="en-US" sz="105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 name="TextBox 4">
            <a:extLst>
              <a:ext uri="{FF2B5EF4-FFF2-40B4-BE49-F238E27FC236}">
                <a16:creationId xmlns="" xmlns:a16="http://schemas.microsoft.com/office/drawing/2014/main" id="{0C4059EF-1483-411E-A63F-9C2727B11E24}"/>
              </a:ext>
            </a:extLst>
          </p:cNvPr>
          <p:cNvSpPr txBox="1"/>
          <p:nvPr/>
        </p:nvSpPr>
        <p:spPr>
          <a:xfrm>
            <a:off x="1603169" y="2556137"/>
            <a:ext cx="682933" cy="253817"/>
          </a:xfrm>
          <a:prstGeom prst="rect">
            <a:avLst/>
          </a:prstGeom>
          <a:noFill/>
        </p:spPr>
        <p:txBody>
          <a:bodyPr wrap="none" rtlCol="0">
            <a:spAutoFit/>
          </a:bodyPr>
          <a:lstStyle/>
          <a:p>
            <a:pPr algn="ctr"/>
            <a:r>
              <a:rPr lang="en-US" altLang="zh-CN" sz="1050" dirty="0">
                <a:latin typeface="Huawei Sans" panose="020C0503030203020204" pitchFamily="34" charset="0"/>
                <a:ea typeface="方正兰亭黑简体" panose="02000000000000000000" pitchFamily="2" charset="-122"/>
                <a:sym typeface="Huawei Sans" panose="020C0503030203020204" pitchFamily="34" charset="0"/>
              </a:rPr>
              <a:t>GE0/0/2</a:t>
            </a:r>
            <a:endParaRPr lang="zh-CN" altLang="en-US" sz="105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2" name="TextBox 4">
            <a:extLst>
              <a:ext uri="{FF2B5EF4-FFF2-40B4-BE49-F238E27FC236}">
                <a16:creationId xmlns="" xmlns:a16="http://schemas.microsoft.com/office/drawing/2014/main" id="{0C4059EF-1483-411E-A63F-9C2727B11E24}"/>
              </a:ext>
            </a:extLst>
          </p:cNvPr>
          <p:cNvSpPr txBox="1"/>
          <p:nvPr/>
        </p:nvSpPr>
        <p:spPr>
          <a:xfrm>
            <a:off x="1603169" y="2722059"/>
            <a:ext cx="682933" cy="253817"/>
          </a:xfrm>
          <a:prstGeom prst="rect">
            <a:avLst/>
          </a:prstGeom>
          <a:noFill/>
        </p:spPr>
        <p:txBody>
          <a:bodyPr wrap="none" rtlCol="0">
            <a:spAutoFit/>
          </a:bodyPr>
          <a:lstStyle/>
          <a:p>
            <a:pPr algn="ctr"/>
            <a:r>
              <a:rPr lang="en-US" altLang="zh-CN" sz="1050" dirty="0">
                <a:latin typeface="Huawei Sans" panose="020C0503030203020204" pitchFamily="34" charset="0"/>
                <a:ea typeface="方正兰亭黑简体" panose="02000000000000000000" pitchFamily="2" charset="-122"/>
                <a:sym typeface="Huawei Sans" panose="020C0503030203020204" pitchFamily="34" charset="0"/>
              </a:rPr>
              <a:t>GE0/0/3</a:t>
            </a:r>
            <a:endParaRPr lang="zh-CN" altLang="en-US" sz="105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3" name="TextBox 4">
            <a:extLst>
              <a:ext uri="{FF2B5EF4-FFF2-40B4-BE49-F238E27FC236}">
                <a16:creationId xmlns="" xmlns:a16="http://schemas.microsoft.com/office/drawing/2014/main" id="{0C4059EF-1483-411E-A63F-9C2727B11E24}"/>
              </a:ext>
            </a:extLst>
          </p:cNvPr>
          <p:cNvSpPr txBox="1"/>
          <p:nvPr/>
        </p:nvSpPr>
        <p:spPr>
          <a:xfrm>
            <a:off x="4131126" y="2365200"/>
            <a:ext cx="682933" cy="253817"/>
          </a:xfrm>
          <a:prstGeom prst="rect">
            <a:avLst/>
          </a:prstGeom>
          <a:noFill/>
        </p:spPr>
        <p:txBody>
          <a:bodyPr wrap="none" rtlCol="0">
            <a:spAutoFit/>
          </a:bodyPr>
          <a:lstStyle/>
          <a:p>
            <a:pPr algn="ctr"/>
            <a:r>
              <a:rPr lang="en-US" altLang="zh-CN" sz="1050" dirty="0">
                <a:latin typeface="Huawei Sans" panose="020C0503030203020204" pitchFamily="34" charset="0"/>
                <a:ea typeface="方正兰亭黑简体" panose="02000000000000000000" pitchFamily="2" charset="-122"/>
                <a:sym typeface="Huawei Sans" panose="020C0503030203020204" pitchFamily="34" charset="0"/>
              </a:rPr>
              <a:t>GE0/0/1</a:t>
            </a:r>
            <a:endParaRPr lang="zh-CN" altLang="en-US" sz="105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4" name="TextBox 4">
            <a:extLst>
              <a:ext uri="{FF2B5EF4-FFF2-40B4-BE49-F238E27FC236}">
                <a16:creationId xmlns="" xmlns:a16="http://schemas.microsoft.com/office/drawing/2014/main" id="{0C4059EF-1483-411E-A63F-9C2727B11E24}"/>
              </a:ext>
            </a:extLst>
          </p:cNvPr>
          <p:cNvSpPr txBox="1"/>
          <p:nvPr/>
        </p:nvSpPr>
        <p:spPr>
          <a:xfrm>
            <a:off x="4131126" y="2556137"/>
            <a:ext cx="682933" cy="253817"/>
          </a:xfrm>
          <a:prstGeom prst="rect">
            <a:avLst/>
          </a:prstGeom>
          <a:noFill/>
        </p:spPr>
        <p:txBody>
          <a:bodyPr wrap="none" rtlCol="0">
            <a:spAutoFit/>
          </a:bodyPr>
          <a:lstStyle/>
          <a:p>
            <a:pPr algn="ctr"/>
            <a:r>
              <a:rPr lang="en-US" altLang="zh-CN" sz="1050" dirty="0">
                <a:latin typeface="Huawei Sans" panose="020C0503030203020204" pitchFamily="34" charset="0"/>
                <a:ea typeface="方正兰亭黑简体" panose="02000000000000000000" pitchFamily="2" charset="-122"/>
                <a:sym typeface="Huawei Sans" panose="020C0503030203020204" pitchFamily="34" charset="0"/>
              </a:rPr>
              <a:t>GE0/0/2</a:t>
            </a:r>
            <a:endParaRPr lang="zh-CN" altLang="en-US" sz="105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5" name="TextBox 4">
            <a:extLst>
              <a:ext uri="{FF2B5EF4-FFF2-40B4-BE49-F238E27FC236}">
                <a16:creationId xmlns="" xmlns:a16="http://schemas.microsoft.com/office/drawing/2014/main" id="{0C4059EF-1483-411E-A63F-9C2727B11E24}"/>
              </a:ext>
            </a:extLst>
          </p:cNvPr>
          <p:cNvSpPr txBox="1"/>
          <p:nvPr/>
        </p:nvSpPr>
        <p:spPr>
          <a:xfrm>
            <a:off x="4131126" y="2722059"/>
            <a:ext cx="682933" cy="253817"/>
          </a:xfrm>
          <a:prstGeom prst="rect">
            <a:avLst/>
          </a:prstGeom>
          <a:noFill/>
        </p:spPr>
        <p:txBody>
          <a:bodyPr wrap="none" rtlCol="0">
            <a:spAutoFit/>
          </a:bodyPr>
          <a:lstStyle/>
          <a:p>
            <a:pPr algn="ctr"/>
            <a:r>
              <a:rPr lang="en-US" altLang="zh-CN" sz="1050" dirty="0">
                <a:latin typeface="Huawei Sans" panose="020C0503030203020204" pitchFamily="34" charset="0"/>
                <a:ea typeface="方正兰亭黑简体" panose="02000000000000000000" pitchFamily="2" charset="-122"/>
                <a:sym typeface="Huawei Sans" panose="020C0503030203020204" pitchFamily="34" charset="0"/>
              </a:rPr>
              <a:t>GE0/0/3</a:t>
            </a:r>
            <a:endParaRPr lang="zh-CN" altLang="en-US" sz="1050"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16" name="组合 15">
            <a:extLst>
              <a:ext uri="{FF2B5EF4-FFF2-40B4-BE49-F238E27FC236}">
                <a16:creationId xmlns="" xmlns:a16="http://schemas.microsoft.com/office/drawing/2014/main" id="{2C6D8F46-1254-485A-AB3D-7A037411E3DA}"/>
              </a:ext>
            </a:extLst>
          </p:cNvPr>
          <p:cNvGrpSpPr/>
          <p:nvPr/>
        </p:nvGrpSpPr>
        <p:grpSpPr>
          <a:xfrm>
            <a:off x="2571873" y="2445754"/>
            <a:ext cx="1160129" cy="628405"/>
            <a:chOff x="6623190" y="5220119"/>
            <a:chExt cx="1129417" cy="228830"/>
          </a:xfrm>
          <a:solidFill>
            <a:srgbClr val="F4FBFE"/>
          </a:solidFill>
        </p:grpSpPr>
        <p:sp>
          <p:nvSpPr>
            <p:cNvPr id="17" name="任意多边形: 形状 67">
              <a:extLst>
                <a:ext uri="{FF2B5EF4-FFF2-40B4-BE49-F238E27FC236}">
                  <a16:creationId xmlns="" xmlns:a16="http://schemas.microsoft.com/office/drawing/2014/main" id="{DDE7F5E3-EC99-4B98-9942-9CF564C3EC09}"/>
                </a:ext>
              </a:extLst>
            </p:cNvPr>
            <p:cNvSpPr/>
            <p:nvPr/>
          </p:nvSpPr>
          <p:spPr>
            <a:xfrm flipH="1">
              <a:off x="6623190" y="5220119"/>
              <a:ext cx="1075309" cy="228830"/>
            </a:xfrm>
            <a:custGeom>
              <a:avLst/>
              <a:gdLst>
                <a:gd name="connsiteX0" fmla="*/ 0 w 1703698"/>
                <a:gd name="connsiteY0" fmla="*/ 0 h 627538"/>
                <a:gd name="connsiteX1" fmla="*/ 1572253 w 1703698"/>
                <a:gd name="connsiteY1" fmla="*/ 0 h 627538"/>
                <a:gd name="connsiteX2" fmla="*/ 1703698 w 1703698"/>
                <a:gd name="connsiteY2" fmla="*/ 313769 h 627538"/>
                <a:gd name="connsiteX3" fmla="*/ 1572253 w 1703698"/>
                <a:gd name="connsiteY3" fmla="*/ 627538 h 627538"/>
                <a:gd name="connsiteX4" fmla="*/ 1572249 w 1703698"/>
                <a:gd name="connsiteY4" fmla="*/ 627537 h 627538"/>
                <a:gd name="connsiteX5" fmla="*/ 0 w 1703698"/>
                <a:gd name="connsiteY5" fmla="*/ 627537 h 627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03698" h="627538">
                  <a:moveTo>
                    <a:pt x="0" y="0"/>
                  </a:moveTo>
                  <a:lnTo>
                    <a:pt x="1572253" y="0"/>
                  </a:lnTo>
                  <a:cubicBezTo>
                    <a:pt x="1644848" y="0"/>
                    <a:pt x="1703698" y="140479"/>
                    <a:pt x="1703698" y="313769"/>
                  </a:cubicBezTo>
                  <a:cubicBezTo>
                    <a:pt x="1703698" y="487059"/>
                    <a:pt x="1644848" y="627538"/>
                    <a:pt x="1572253" y="627538"/>
                  </a:cubicBezTo>
                  <a:lnTo>
                    <a:pt x="1572249" y="627537"/>
                  </a:lnTo>
                  <a:lnTo>
                    <a:pt x="0" y="627537"/>
                  </a:lnTo>
                  <a:close/>
                </a:path>
              </a:pathLst>
            </a:custGeom>
            <a:grpFill/>
            <a:ln w="12700">
              <a:solidFill>
                <a:srgbClr val="99DFF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8" name="椭圆 17">
              <a:extLst>
                <a:ext uri="{FF2B5EF4-FFF2-40B4-BE49-F238E27FC236}">
                  <a16:creationId xmlns="" xmlns:a16="http://schemas.microsoft.com/office/drawing/2014/main" id="{7EEDE773-BD04-46B5-ACD7-D793E0BC1578}"/>
                </a:ext>
              </a:extLst>
            </p:cNvPr>
            <p:cNvSpPr/>
            <p:nvPr/>
          </p:nvSpPr>
          <p:spPr>
            <a:xfrm>
              <a:off x="7644390" y="5220119"/>
              <a:ext cx="108217" cy="228830"/>
            </a:xfrm>
            <a:prstGeom prst="ellipse">
              <a:avLst/>
            </a:prstGeom>
            <a:grpFill/>
            <a:ln w="12700">
              <a:solidFill>
                <a:srgbClr val="99DFF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19" name="TextBox 120">
            <a:extLst>
              <a:ext uri="{FF2B5EF4-FFF2-40B4-BE49-F238E27FC236}">
                <a16:creationId xmlns="" xmlns:a16="http://schemas.microsoft.com/office/drawing/2014/main" id="{890033A1-CB2B-46C1-843C-A395BBB7F123}"/>
              </a:ext>
            </a:extLst>
          </p:cNvPr>
          <p:cNvSpPr txBox="1"/>
          <p:nvPr/>
        </p:nvSpPr>
        <p:spPr>
          <a:xfrm>
            <a:off x="2186963" y="2082243"/>
            <a:ext cx="1874368" cy="307657"/>
          </a:xfrm>
          <a:prstGeom prst="rect">
            <a:avLst/>
          </a:prstGeom>
          <a:noFill/>
        </p:spPr>
        <p:txBody>
          <a:bodyPr wrap="square" rtlCol="0" anchor="ctr">
            <a:spAutoFit/>
          </a:bodyPr>
          <a:lstStyle/>
          <a:p>
            <a:pPr algn="ctr"/>
            <a:r>
              <a:rPr lang="en-US" altLang="zh-CN" sz="1399" b="1" dirty="0">
                <a:latin typeface="Huawei Sans" panose="020C0503030203020204" pitchFamily="34" charset="0"/>
                <a:ea typeface="方正兰亭黑简体" panose="02000000000000000000" pitchFamily="2" charset="-122"/>
                <a:sym typeface="Huawei Sans" panose="020C0503030203020204" pitchFamily="34" charset="0"/>
              </a:rPr>
              <a:t>Eth-Trunk</a:t>
            </a:r>
            <a:endParaRPr lang="zh-CN" altLang="en-US" sz="1399"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1" name="文本框 20"/>
          <p:cNvSpPr txBox="1"/>
          <p:nvPr/>
        </p:nvSpPr>
        <p:spPr>
          <a:xfrm>
            <a:off x="6520414" y="2445754"/>
            <a:ext cx="5225499" cy="2246769"/>
          </a:xfrm>
          <a:prstGeom prst="rect">
            <a:avLst/>
          </a:prstGeom>
          <a:solidFill>
            <a:srgbClr val="F4FBFE"/>
          </a:solidFill>
          <a:ln>
            <a:solidFill>
              <a:srgbClr val="99DFF9"/>
            </a:solidFill>
          </a:ln>
        </p:spPr>
        <p:txBody>
          <a:bodyPr wrap="square" rtlCol="0">
            <a:spAutoFit/>
          </a:bodyPr>
          <a:lstStyle/>
          <a:p>
            <a:pPr>
              <a:lnSpc>
                <a:spcPts val="2399"/>
              </a:lnSpc>
            </a:pPr>
            <a:r>
              <a:rPr lang="en-US" altLang="zh-CN" sz="1399"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[SW2] </a:t>
            </a:r>
            <a:r>
              <a:rPr lang="en-US" altLang="zh-CN" sz="1399" b="1"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interface eth-trunk 1</a:t>
            </a:r>
          </a:p>
          <a:p>
            <a:pPr>
              <a:lnSpc>
                <a:spcPts val="2399"/>
              </a:lnSpc>
            </a:pPr>
            <a:r>
              <a:rPr lang="en-US" altLang="zh-CN" sz="1399"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[SW2-Eth-Trunk1] </a:t>
            </a:r>
            <a:r>
              <a:rPr lang="en-US" altLang="zh-CN" sz="1399" b="1"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mode </a:t>
            </a:r>
            <a:r>
              <a:rPr lang="en-US" altLang="zh-CN" sz="1399" b="1" dirty="0" err="1">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lacp</a:t>
            </a:r>
            <a:endParaRPr lang="en-US" altLang="zh-CN" sz="1399" b="1"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a:p>
            <a:pPr>
              <a:lnSpc>
                <a:spcPts val="2399"/>
              </a:lnSpc>
            </a:pPr>
            <a:r>
              <a:rPr lang="en-US" altLang="zh-CN" sz="1399"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[SW2-Eth-Trunk1] </a:t>
            </a:r>
            <a:r>
              <a:rPr lang="en-US" altLang="zh-CN" sz="1399" b="1"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max active-</a:t>
            </a:r>
            <a:r>
              <a:rPr lang="en-US" altLang="zh-CN" sz="1399" b="1" dirty="0" err="1">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linknumber</a:t>
            </a:r>
            <a:r>
              <a:rPr lang="en-US" altLang="zh-CN" sz="1399" b="1"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2</a:t>
            </a:r>
          </a:p>
          <a:p>
            <a:pPr>
              <a:lnSpc>
                <a:spcPts val="2399"/>
              </a:lnSpc>
            </a:pPr>
            <a:r>
              <a:rPr lang="en-US" altLang="zh-CN" sz="1399"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[SW2-Eth-Trunk1] </a:t>
            </a:r>
            <a:r>
              <a:rPr lang="en-US" altLang="zh-CN" sz="1399" b="1" dirty="0" err="1">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trunkport</a:t>
            </a:r>
            <a:r>
              <a:rPr lang="en-US" altLang="zh-CN" sz="1399" b="1"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a:t>
            </a:r>
            <a:r>
              <a:rPr lang="en-US" altLang="zh-CN" sz="1399" b="1" dirty="0" err="1">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gigabitethernet</a:t>
            </a:r>
            <a:r>
              <a:rPr lang="en-US" altLang="zh-CN" sz="1399" b="1"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0/0/1 </a:t>
            </a:r>
            <a:r>
              <a:rPr lang="en-US" altLang="zh-CN" sz="1399" b="1" dirty="0" smtClean="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to </a:t>
            </a:r>
            <a:r>
              <a:rPr lang="en-US" altLang="zh-CN" sz="1399" b="1"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0/0/3</a:t>
            </a:r>
          </a:p>
          <a:p>
            <a:pPr>
              <a:lnSpc>
                <a:spcPts val="2399"/>
              </a:lnSpc>
            </a:pPr>
            <a:r>
              <a:rPr lang="en-US" altLang="zh-CN" sz="1399"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[SW2-Eth-Trunk1] </a:t>
            </a:r>
            <a:r>
              <a:rPr lang="en-US" altLang="zh-CN" sz="1399" b="1"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port link-type trunk</a:t>
            </a:r>
          </a:p>
          <a:p>
            <a:pPr>
              <a:lnSpc>
                <a:spcPts val="2399"/>
              </a:lnSpc>
            </a:pPr>
            <a:r>
              <a:rPr lang="en-US" altLang="zh-CN" sz="1399"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[SW2-Eth-Trunk1] </a:t>
            </a:r>
            <a:r>
              <a:rPr lang="en-US" altLang="zh-CN" sz="1399" b="1"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port trunk allow-pass </a:t>
            </a:r>
            <a:r>
              <a:rPr lang="en-US" altLang="zh-CN" sz="1399" b="1" dirty="0" err="1">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vlan</a:t>
            </a:r>
            <a:r>
              <a:rPr lang="en-US" altLang="zh-CN" sz="1399" b="1"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10 20</a:t>
            </a:r>
          </a:p>
          <a:p>
            <a:pPr>
              <a:lnSpc>
                <a:spcPts val="2399"/>
              </a:lnSpc>
            </a:pPr>
            <a:r>
              <a:rPr lang="en-US" altLang="zh-CN" sz="1399"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[SW2-Eth-Trunk1] </a:t>
            </a:r>
            <a:r>
              <a:rPr lang="en-US" altLang="zh-CN" sz="1399" b="1"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quit</a:t>
            </a:r>
          </a:p>
        </p:txBody>
      </p:sp>
      <p:sp>
        <p:nvSpPr>
          <p:cNvPr id="22" name="文本框 21"/>
          <p:cNvSpPr txBox="1"/>
          <p:nvPr/>
        </p:nvSpPr>
        <p:spPr>
          <a:xfrm>
            <a:off x="6519863" y="2044825"/>
            <a:ext cx="1859079" cy="338422"/>
          </a:xfrm>
          <a:prstGeom prst="rect">
            <a:avLst/>
          </a:prstGeom>
          <a:noFill/>
        </p:spPr>
        <p:txBody>
          <a:bodyPr wrap="none" rtlCol="0">
            <a:spAutoFit/>
          </a:bodyPr>
          <a:lstStyle/>
          <a:p>
            <a:r>
              <a:rPr lang="en-US" altLang="zh-CN" sz="1599"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SW2</a:t>
            </a:r>
            <a:r>
              <a:rPr lang="zh-CN" altLang="en-US" sz="1599"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的配置如下：</a:t>
            </a:r>
          </a:p>
        </p:txBody>
      </p:sp>
      <p:sp>
        <p:nvSpPr>
          <p:cNvPr id="24" name="文本占位符 3"/>
          <p:cNvSpPr txBox="1">
            <a:spLocks/>
          </p:cNvSpPr>
          <p:nvPr/>
        </p:nvSpPr>
        <p:spPr bwMode="auto">
          <a:xfrm>
            <a:off x="446089" y="3719882"/>
            <a:ext cx="5649911" cy="2383205"/>
          </a:xfrm>
          <a:prstGeom prst="rect">
            <a:avLst/>
          </a:prstGeom>
          <a:noFill/>
          <a:ln w="9525">
            <a:noFill/>
            <a:miter lim="800000"/>
            <a:headEnd/>
            <a:tailEnd/>
          </a:ln>
        </p:spPr>
        <p:txBody>
          <a:bodyPr vert="horz" wrap="square" lIns="80110" tIns="40055" rIns="80110" bIns="40055" numCol="1" anchor="t" anchorCtr="0" compatLnSpc="1">
            <a:prstTxWarp prst="textNoShape">
              <a:avLst/>
            </a:prstTxWarp>
          </a:bodyPr>
          <a:lstStyle>
            <a:lvl1pPr marL="301625" indent="-301625" algn="just" defTabSz="801688" rtl="0" eaLnBrk="1" fontAlgn="ctr" latinLnBrk="0" hangingPunct="1">
              <a:lnSpc>
                <a:spcPct val="140000"/>
              </a:lnSpc>
              <a:spcBef>
                <a:spcPct val="30000"/>
              </a:spcBef>
              <a:spcAft>
                <a:spcPct val="0"/>
              </a:spcAft>
              <a:buClr>
                <a:schemeClr val="bg1">
                  <a:lumMod val="50000"/>
                </a:schemeClr>
              </a:buClr>
              <a:buSzPct val="60000"/>
              <a:buFont typeface="Wingdings" pitchFamily="2" charset="2"/>
              <a:buChar char="l"/>
              <a:defRPr sz="2200">
                <a:solidFill>
                  <a:schemeClr val="tx1"/>
                </a:solidFill>
                <a:latin typeface="+mn-ea"/>
                <a:ea typeface="+mn-ea"/>
                <a:cs typeface="Arial" panose="020B0604020202020204" pitchFamily="34" charset="0"/>
              </a:defRPr>
            </a:lvl1pPr>
            <a:lvl2pPr marL="654050" indent="-252413" algn="l" defTabSz="801688" rtl="0" eaLnBrk="1" fontAlgn="ctr" hangingPunct="1">
              <a:lnSpc>
                <a:spcPct val="140000"/>
              </a:lnSpc>
              <a:spcBef>
                <a:spcPct val="30000"/>
              </a:spcBef>
              <a:spcAft>
                <a:spcPct val="0"/>
              </a:spcAft>
              <a:buClr>
                <a:schemeClr val="tx1"/>
              </a:buClr>
              <a:buSzPct val="50000"/>
              <a:buFont typeface="Wingdings" pitchFamily="2" charset="2"/>
              <a:buChar char="p"/>
              <a:defRPr sz="2000">
                <a:solidFill>
                  <a:schemeClr val="tx1"/>
                </a:solidFill>
                <a:latin typeface="+mn-lt"/>
                <a:ea typeface="+mn-ea"/>
              </a:defRPr>
            </a:lvl2pPr>
            <a:lvl3pPr marL="1003300" indent="-201613" algn="l" defTabSz="801688" rtl="0" eaLnBrk="1" fontAlgn="ctr" hangingPunct="1">
              <a:lnSpc>
                <a:spcPct val="140000"/>
              </a:lnSpc>
              <a:spcBef>
                <a:spcPct val="30000"/>
              </a:spcBef>
              <a:spcAft>
                <a:spcPct val="0"/>
              </a:spcAft>
              <a:buSzPct val="50000"/>
              <a:buFont typeface="Wingdings" pitchFamily="2" charset="2"/>
              <a:buChar char="n"/>
              <a:defRPr>
                <a:solidFill>
                  <a:schemeClr val="tx1"/>
                </a:solidFill>
                <a:latin typeface="FrutigerNext LT Light" pitchFamily="34" charset="0"/>
                <a:ea typeface="+mn-ea"/>
              </a:defRPr>
            </a:lvl3pPr>
            <a:lvl4pPr marL="1400175" indent="-198438" algn="l" defTabSz="801688" rtl="0" eaLnBrk="1" fontAlgn="ctr" hangingPunct="1">
              <a:lnSpc>
                <a:spcPct val="140000"/>
              </a:lnSpc>
              <a:spcBef>
                <a:spcPct val="30000"/>
              </a:spcBef>
              <a:spcAft>
                <a:spcPct val="0"/>
              </a:spcAft>
              <a:buChar char="–"/>
              <a:defRPr sz="1600">
                <a:solidFill>
                  <a:schemeClr val="tx1"/>
                </a:solidFill>
                <a:latin typeface="+mj-lt"/>
                <a:ea typeface="+mn-ea"/>
              </a:defRPr>
            </a:lvl4pPr>
            <a:lvl5pPr marL="1801813" indent="-201613" algn="l" defTabSz="801688" rtl="0" eaLnBrk="1" fontAlgn="ctr" hangingPunct="1">
              <a:lnSpc>
                <a:spcPct val="140000"/>
              </a:lnSpc>
              <a:spcBef>
                <a:spcPct val="30000"/>
              </a:spcBef>
              <a:spcAft>
                <a:spcPct val="0"/>
              </a:spcAft>
              <a:buFont typeface="FrutigerNext LT Medium" pitchFamily="34" charset="0"/>
              <a:buChar char="~"/>
              <a:defRPr sz="1600">
                <a:solidFill>
                  <a:schemeClr val="tx1"/>
                </a:solidFill>
                <a:latin typeface="+mj-lt"/>
                <a:ea typeface="+mn-ea"/>
              </a:defRPr>
            </a:lvl5pPr>
            <a:lvl6pPr marL="2259013" indent="-201613" algn="l" defTabSz="801688" rtl="0" fontAlgn="ctr">
              <a:lnSpc>
                <a:spcPct val="140000"/>
              </a:lnSpc>
              <a:spcBef>
                <a:spcPct val="30000"/>
              </a:spcBef>
              <a:spcAft>
                <a:spcPct val="0"/>
              </a:spcAft>
              <a:buFont typeface="FrutigerNext LT Medium" pitchFamily="34" charset="0"/>
              <a:buChar char="~"/>
              <a:defRPr sz="1600">
                <a:solidFill>
                  <a:schemeClr val="tx1"/>
                </a:solidFill>
                <a:latin typeface="+mj-lt"/>
                <a:ea typeface="+mn-ea"/>
              </a:defRPr>
            </a:lvl6pPr>
            <a:lvl7pPr marL="2716213" indent="-201613" algn="l" defTabSz="801688" rtl="0" fontAlgn="base">
              <a:lnSpc>
                <a:spcPct val="140000"/>
              </a:lnSpc>
              <a:spcBef>
                <a:spcPct val="30000"/>
              </a:spcBef>
              <a:spcAft>
                <a:spcPct val="0"/>
              </a:spcAft>
              <a:buFont typeface="FrutigerNext LT Medium" pitchFamily="34" charset="0"/>
              <a:buChar char="~"/>
              <a:defRPr sz="1600">
                <a:solidFill>
                  <a:schemeClr val="tx1"/>
                </a:solidFill>
                <a:latin typeface="+mj-lt"/>
                <a:ea typeface="+mn-ea"/>
              </a:defRPr>
            </a:lvl7pPr>
            <a:lvl8pPr marL="3173413" indent="-201613" algn="l" defTabSz="801688" rtl="0" fontAlgn="base">
              <a:lnSpc>
                <a:spcPct val="140000"/>
              </a:lnSpc>
              <a:spcBef>
                <a:spcPct val="30000"/>
              </a:spcBef>
              <a:spcAft>
                <a:spcPct val="0"/>
              </a:spcAft>
              <a:buFont typeface="FrutigerNext LT Medium" pitchFamily="34" charset="0"/>
              <a:buChar char="~"/>
              <a:defRPr sz="1600">
                <a:solidFill>
                  <a:schemeClr val="tx1"/>
                </a:solidFill>
                <a:latin typeface="+mj-lt"/>
                <a:ea typeface="+mn-ea"/>
              </a:defRPr>
            </a:lvl8pPr>
            <a:lvl9pPr marL="3630613" indent="-201613" algn="l" defTabSz="801688" rtl="0" fontAlgn="base">
              <a:lnSpc>
                <a:spcPct val="140000"/>
              </a:lnSpc>
              <a:spcBef>
                <a:spcPct val="30000"/>
              </a:spcBef>
              <a:spcAft>
                <a:spcPct val="0"/>
              </a:spcAft>
              <a:buFont typeface="FrutigerNext LT Medium" pitchFamily="34" charset="0"/>
              <a:buChar char="~"/>
              <a:defRPr sz="1600">
                <a:solidFill>
                  <a:schemeClr val="tx1"/>
                </a:solidFill>
                <a:latin typeface="+mj-lt"/>
                <a:ea typeface="+mn-ea"/>
              </a:defRPr>
            </a:lvl9pPr>
          </a:lstStyle>
          <a:p>
            <a:pPr marL="302279" indent="-302279" defTabSz="914034" fontAlgn="auto">
              <a:spcBef>
                <a:spcPts val="600"/>
              </a:spcBef>
              <a:spcAft>
                <a:spcPts val="0"/>
              </a:spcAft>
              <a:buClrTx/>
              <a:buSzPct val="100000"/>
              <a:buFont typeface="Arial" panose="020B0604020202020204" pitchFamily="34" charset="0"/>
              <a:buChar char="•"/>
            </a:pPr>
            <a:r>
              <a:rPr lang="zh-CN" altLang="en-US" sz="1600" dirty="0" smtClean="0">
                <a:latin typeface="Huawei Sans" panose="020C0503030203020204" pitchFamily="34" charset="0"/>
                <a:ea typeface="方正兰亭黑简体" panose="02000000000000000000" pitchFamily="2" charset="-122"/>
                <a:sym typeface="Huawei Sans" panose="020C0503030203020204" pitchFamily="34" charset="0"/>
              </a:rPr>
              <a:t>案例需</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求描述：</a:t>
            </a:r>
            <a:endParaRPr lang="en-US" altLang="zh-CN" sz="1600" dirty="0">
              <a:latin typeface="Huawei Sans" panose="020C0503030203020204" pitchFamily="34" charset="0"/>
              <a:ea typeface="方正兰亭黑简体" panose="02000000000000000000" pitchFamily="2" charset="-122"/>
              <a:sym typeface="Huawei Sans" panose="020C0503030203020204" pitchFamily="34" charset="0"/>
            </a:endParaRPr>
          </a:p>
          <a:p>
            <a:pPr marL="654938" lvl="1" indent="-251899" defTabSz="914034" fontAlgn="auto">
              <a:spcBef>
                <a:spcPts val="600"/>
              </a:spcBef>
              <a:spcAft>
                <a:spcPts val="0"/>
              </a:spcAft>
              <a:buClrTx/>
              <a:buSzPct val="100000"/>
              <a:buFont typeface="Huawei Sans" panose="020C0503030203020204" pitchFamily="34" charset="0"/>
              <a:buChar char="▫"/>
            </a:pP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SW1</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SW2</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都连接着</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VLAN10</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VLAN20</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的网络。</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pPr marL="654938" lvl="1" indent="-251899" defTabSz="914034" fontAlgn="auto">
              <a:spcBef>
                <a:spcPts val="600"/>
              </a:spcBef>
              <a:spcAft>
                <a:spcPts val="0"/>
              </a:spcAft>
              <a:buClrTx/>
              <a:buSzPct val="100000"/>
              <a:buFont typeface="Huawei Sans" panose="020C0503030203020204" pitchFamily="34" charset="0"/>
              <a:buChar char="▫"/>
            </a:pP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SW1</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和</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SW2</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之间通过三根以太网链路互联，为了提供链路冗余以及保证传输可靠性，在</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SW1</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SW2</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之间配置</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LACP</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模式的链路聚合，并且手动调整优先级让</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SW1</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成为主动端，并配置最大活跃端口为</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2</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，另外一条链路作为备份。</a:t>
            </a:r>
          </a:p>
        </p:txBody>
      </p:sp>
    </p:spTree>
    <p:extLst>
      <p:ext uri="{BB962C8B-B14F-4D97-AF65-F5344CB8AC3E}">
        <p14:creationId xmlns:p14="http://schemas.microsoft.com/office/powerpoint/2010/main" val="166968515"/>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p:txBody>
          <a:bodyPr/>
          <a:lstStyle/>
          <a:p>
            <a:r>
              <a:rPr lang="zh-CN" altLang="en-US"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网络可靠性需求</a:t>
            </a:r>
            <a:endParaRPr lang="en-US" altLang="zh-CN"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a:p>
            <a:r>
              <a:rPr lang="zh-CN" altLang="en-US"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链路聚合技术原理与配置</a:t>
            </a:r>
            <a:endParaRPr lang="en-US" altLang="zh-CN"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a:p>
            <a:r>
              <a:rPr lang="zh-CN" altLang="en-US" b="1" dirty="0">
                <a:latin typeface="Huawei Sans" panose="020C0503030203020204" pitchFamily="34" charset="0"/>
                <a:ea typeface="方正兰亭黑简体" panose="02000000000000000000" pitchFamily="2" charset="-122"/>
                <a:sym typeface="Huawei Sans" panose="020C0503030203020204" pitchFamily="34" charset="0"/>
              </a:rPr>
              <a:t>堆叠</a:t>
            </a:r>
            <a:r>
              <a:rPr lang="en-US" altLang="zh-CN" b="1" dirty="0">
                <a:latin typeface="Huawei Sans" panose="020C0503030203020204" pitchFamily="34" charset="0"/>
                <a:ea typeface="方正兰亭黑简体" panose="02000000000000000000" pitchFamily="2" charset="-122"/>
                <a:sym typeface="Huawei Sans" panose="020C0503030203020204" pitchFamily="34" charset="0"/>
              </a:rPr>
              <a:t>/</a:t>
            </a:r>
            <a:r>
              <a:rPr lang="zh-CN" altLang="en-US" b="1" dirty="0">
                <a:latin typeface="Huawei Sans" panose="020C0503030203020204" pitchFamily="34" charset="0"/>
                <a:ea typeface="方正兰亭黑简体" panose="02000000000000000000" pitchFamily="2" charset="-122"/>
                <a:sym typeface="Huawei Sans" panose="020C0503030203020204" pitchFamily="34" charset="0"/>
              </a:rPr>
              <a:t>集群概述</a:t>
            </a:r>
            <a:endParaRPr lang="en-US" altLang="zh-CN" b="1"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1511140884"/>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 name="圆角矩形 67"/>
          <p:cNvSpPr/>
          <p:nvPr/>
        </p:nvSpPr>
        <p:spPr>
          <a:xfrm>
            <a:off x="10030973" y="1982458"/>
            <a:ext cx="1659643" cy="693149"/>
          </a:xfrm>
          <a:prstGeom prst="roundRect">
            <a:avLst>
              <a:gd name="adj" fmla="val 4236"/>
            </a:avLst>
          </a:prstGeom>
          <a:solidFill>
            <a:srgbClr val="F4FBFE"/>
          </a:solidFill>
          <a:ln>
            <a:solidFill>
              <a:srgbClr val="99DFF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255" name="直接连接符 254"/>
          <p:cNvCxnSpPr/>
          <p:nvPr/>
        </p:nvCxnSpPr>
        <p:spPr bwMode="auto">
          <a:xfrm flipH="1">
            <a:off x="10242203" y="2554346"/>
            <a:ext cx="466136" cy="836569"/>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268" name="直接连接符 267"/>
          <p:cNvCxnSpPr/>
          <p:nvPr/>
        </p:nvCxnSpPr>
        <p:spPr bwMode="auto">
          <a:xfrm flipH="1">
            <a:off x="10360382" y="2554346"/>
            <a:ext cx="466136" cy="836569"/>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269" name="直接连接符 268"/>
          <p:cNvCxnSpPr/>
          <p:nvPr/>
        </p:nvCxnSpPr>
        <p:spPr bwMode="auto">
          <a:xfrm>
            <a:off x="10974676" y="2554346"/>
            <a:ext cx="393654" cy="836569"/>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272" name="直接连接符 271"/>
          <p:cNvCxnSpPr/>
          <p:nvPr/>
        </p:nvCxnSpPr>
        <p:spPr bwMode="auto">
          <a:xfrm>
            <a:off x="11084719" y="2554346"/>
            <a:ext cx="393654" cy="836569"/>
          </a:xfrm>
          <a:prstGeom prst="line">
            <a:avLst/>
          </a:prstGeom>
          <a:solidFill>
            <a:schemeClr val="accent1"/>
          </a:solidFill>
          <a:ln w="19050" cap="flat" cmpd="sng" algn="ctr">
            <a:solidFill>
              <a:schemeClr val="tx1"/>
            </a:solidFill>
            <a:prstDash val="solid"/>
            <a:round/>
            <a:headEnd type="none" w="med" len="med"/>
            <a:tailEnd type="none" w="med" len="med"/>
          </a:ln>
          <a:effectLst/>
        </p:spPr>
      </p:cxnSp>
      <p:sp>
        <p:nvSpPr>
          <p:cNvPr id="19" name="圆角矩形 18"/>
          <p:cNvSpPr/>
          <p:nvPr/>
        </p:nvSpPr>
        <p:spPr>
          <a:xfrm>
            <a:off x="517271" y="2410849"/>
            <a:ext cx="2654215" cy="864632"/>
          </a:xfrm>
          <a:prstGeom prst="roundRect">
            <a:avLst>
              <a:gd name="adj" fmla="val 4236"/>
            </a:avLst>
          </a:prstGeom>
          <a:solidFill>
            <a:srgbClr val="F4FBFE"/>
          </a:solidFill>
          <a:ln>
            <a:solidFill>
              <a:srgbClr val="99DFF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 name="标题 1"/>
          <p:cNvSpPr>
            <a:spLocks noGrp="1"/>
          </p:cNvSpPr>
          <p:nvPr>
            <p:ph type="title"/>
          </p:nvPr>
        </p:nvSpPr>
        <p:spPr/>
        <p:txBody>
          <a:bodyPr/>
          <a:lstStyle/>
          <a:p>
            <a:r>
              <a:rPr lang="zh-CN" altLang="en-US" smtClean="0">
                <a:sym typeface="Huawei Sans" panose="020C0503030203020204" pitchFamily="34" charset="0"/>
              </a:rPr>
              <a:t>什么是堆叠、集群</a:t>
            </a:r>
            <a:endParaRPr lang="zh-CN" altLang="en-US" dirty="0">
              <a:sym typeface="Huawei Sans" panose="020C0503030203020204" pitchFamily="34" charset="0"/>
            </a:endParaRPr>
          </a:p>
        </p:txBody>
      </p:sp>
      <p:sp>
        <p:nvSpPr>
          <p:cNvPr id="6" name="文本占位符 5"/>
          <p:cNvSpPr>
            <a:spLocks noGrp="1"/>
          </p:cNvSpPr>
          <p:nvPr>
            <p:ph type="body" sz="quarter" idx="10"/>
          </p:nvPr>
        </p:nvSpPr>
        <p:spPr/>
        <p:txBody>
          <a:bodyPr/>
          <a:lstStyle/>
          <a:p>
            <a:pPr marL="177729" indent="-177729">
              <a:lnSpc>
                <a:spcPts val="2599"/>
              </a:lnSpc>
              <a:spcAft>
                <a:spcPts val="600"/>
              </a:spcAft>
            </a:pPr>
            <a:endParaRPr lang="en-US" altLang="zh-CN" sz="1800"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marL="177729" indent="-177729">
              <a:lnSpc>
                <a:spcPts val="2599"/>
              </a:lnSpc>
              <a:spcAft>
                <a:spcPts val="600"/>
              </a:spcAft>
            </a:pPr>
            <a:endParaRPr lang="en-US" altLang="zh-CN" sz="18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marL="177729" indent="-177729">
              <a:lnSpc>
                <a:spcPts val="2599"/>
              </a:lnSpc>
              <a:spcAft>
                <a:spcPts val="600"/>
              </a:spcAft>
            </a:pPr>
            <a:endParaRPr lang="en-US" altLang="zh-CN" sz="1800"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marL="177729" indent="-177729">
              <a:lnSpc>
                <a:spcPts val="2599"/>
              </a:lnSpc>
              <a:spcAft>
                <a:spcPts val="600"/>
              </a:spcAft>
            </a:pPr>
            <a:endParaRPr lang="en-US" altLang="zh-CN" sz="18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marL="177729" indent="-177729">
              <a:lnSpc>
                <a:spcPts val="2599"/>
              </a:lnSpc>
              <a:spcAft>
                <a:spcPts val="600"/>
              </a:spcAft>
            </a:pPr>
            <a:endParaRPr lang="en-US" altLang="zh-CN" sz="1800"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marL="0" indent="0">
              <a:spcAft>
                <a:spcPts val="600"/>
              </a:spcAft>
              <a:buNone/>
            </a:pPr>
            <a:endParaRPr lang="en-US" altLang="zh-CN" sz="1600"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marL="177729" indent="-177729">
              <a:spcAft>
                <a:spcPts val="600"/>
              </a:spcAft>
            </a:pPr>
            <a:r>
              <a:rPr lang="zh-CN" altLang="en-US" sz="1600"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堆叠</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600" dirty="0" err="1">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iStack</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）：多台支持堆叠特性的交换机通过堆叠线缆连接在一起，从逻辑上变成一台交换设备，作为一个整体参与数据转发。</a:t>
            </a:r>
          </a:p>
          <a:p>
            <a:pPr marL="177729" indent="-177729">
              <a:spcAft>
                <a:spcPts val="600"/>
              </a:spcAft>
            </a:pP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集群（</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Cluster Switch System</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CSS </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）：将两台支持集群特性的交换机设备组合在一起，从逻辑上组合成一台交换设备。</a:t>
            </a:r>
          </a:p>
          <a:p>
            <a:pPr marL="177729" indent="-177729">
              <a:spcAft>
                <a:spcPts val="600"/>
              </a:spcAft>
            </a:pP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集群只支持两台设备，一般框式交换机支持</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CSS</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，盒式设备支持</a:t>
            </a:r>
            <a:r>
              <a:rPr lang="en-US" altLang="zh-CN" sz="1600" dirty="0" err="1">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iStack</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a:t>
            </a:r>
          </a:p>
          <a:p>
            <a:endParaRPr lang="zh-CN" altLang="en-US" sz="1800" dirty="0"/>
          </a:p>
        </p:txBody>
      </p:sp>
      <p:sp>
        <p:nvSpPr>
          <p:cNvPr id="4" name="矩形 3"/>
          <p:cNvSpPr/>
          <p:nvPr/>
        </p:nvSpPr>
        <p:spPr>
          <a:xfrm>
            <a:off x="6745637" y="1244192"/>
            <a:ext cx="5022909" cy="1320685"/>
          </a:xfrm>
          <a:prstGeom prst="rect">
            <a:avLst/>
          </a:prstGeom>
          <a:noFill/>
          <a:ln w="9525">
            <a:noFill/>
            <a:miter lim="800000"/>
            <a:headEnd/>
            <a:tailEnd/>
          </a:ln>
        </p:spPr>
        <p:txBody>
          <a:bodyPr vert="horz" wrap="square" lIns="80110" tIns="40055" rIns="80110" bIns="40055" numCol="1" anchor="t" anchorCtr="0" compatLnSpc="1">
            <a:prstTxWarp prst="textNoShape">
              <a:avLst/>
            </a:prstTxWarp>
          </a:bodyPr>
          <a:lstStyle/>
          <a:p>
            <a:pPr marL="301504" indent="-301504" algn="just" defTabSz="801367" fontAlgn="ctr">
              <a:lnSpc>
                <a:spcPct val="140000"/>
              </a:lnSpc>
              <a:spcBef>
                <a:spcPct val="30000"/>
              </a:spcBef>
              <a:spcAft>
                <a:spcPct val="0"/>
              </a:spcAft>
              <a:buClr>
                <a:schemeClr val="bg1">
                  <a:lumMod val="50000"/>
                </a:schemeClr>
              </a:buClr>
              <a:buSzPct val="60000"/>
              <a:buFont typeface="Wingdings" pitchFamily="2" charset="2"/>
              <a:buChar char="l"/>
            </a:pPr>
            <a:endParaRPr lang="zh-CN" altLang="en-US" sz="1399" kern="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pic>
        <p:nvPicPr>
          <p:cNvPr id="7" name="图片 6" descr="通用交换机.png"/>
          <p:cNvPicPr>
            <a:picLocks noChangeAspect="1"/>
          </p:cNvPicPr>
          <p:nvPr/>
        </p:nvPicPr>
        <p:blipFill>
          <a:blip r:embed="rId3" cstate="print"/>
          <a:stretch>
            <a:fillRect/>
          </a:stretch>
        </p:blipFill>
        <p:spPr>
          <a:xfrm>
            <a:off x="624493" y="2475958"/>
            <a:ext cx="539789" cy="441645"/>
          </a:xfrm>
          <a:prstGeom prst="rect">
            <a:avLst/>
          </a:prstGeom>
        </p:spPr>
      </p:pic>
      <p:pic>
        <p:nvPicPr>
          <p:cNvPr id="8" name="图片 7" descr="通用交换机.png"/>
          <p:cNvPicPr>
            <a:picLocks noChangeAspect="1"/>
          </p:cNvPicPr>
          <p:nvPr/>
        </p:nvPicPr>
        <p:blipFill>
          <a:blip r:embed="rId3" cstate="print"/>
          <a:stretch>
            <a:fillRect/>
          </a:stretch>
        </p:blipFill>
        <p:spPr>
          <a:xfrm>
            <a:off x="1532746" y="2475958"/>
            <a:ext cx="539789" cy="441645"/>
          </a:xfrm>
          <a:prstGeom prst="rect">
            <a:avLst/>
          </a:prstGeom>
        </p:spPr>
      </p:pic>
      <p:pic>
        <p:nvPicPr>
          <p:cNvPr id="9" name="图片 8" descr="通用交换机.png"/>
          <p:cNvPicPr>
            <a:picLocks noChangeAspect="1"/>
          </p:cNvPicPr>
          <p:nvPr/>
        </p:nvPicPr>
        <p:blipFill>
          <a:blip r:embed="rId3" cstate="print"/>
          <a:stretch>
            <a:fillRect/>
          </a:stretch>
        </p:blipFill>
        <p:spPr>
          <a:xfrm>
            <a:off x="2479033" y="2475958"/>
            <a:ext cx="539789" cy="441645"/>
          </a:xfrm>
          <a:prstGeom prst="rect">
            <a:avLst/>
          </a:prstGeom>
        </p:spPr>
      </p:pic>
      <p:cxnSp>
        <p:nvCxnSpPr>
          <p:cNvPr id="11" name="直接连接符 10"/>
          <p:cNvCxnSpPr>
            <a:stCxn id="7" idx="3"/>
            <a:endCxn id="8" idx="1"/>
          </p:cNvCxnSpPr>
          <p:nvPr/>
        </p:nvCxnSpPr>
        <p:spPr bwMode="auto">
          <a:xfrm>
            <a:off x="1164282" y="2696780"/>
            <a:ext cx="368464" cy="0"/>
          </a:xfrm>
          <a:prstGeom prst="line">
            <a:avLst/>
          </a:prstGeom>
          <a:solidFill>
            <a:schemeClr val="accent1"/>
          </a:solidFill>
          <a:ln w="28575" cap="flat" cmpd="sng" algn="ctr">
            <a:solidFill>
              <a:srgbClr val="00B0F0"/>
            </a:solidFill>
            <a:prstDash val="solid"/>
            <a:round/>
            <a:headEnd type="none" w="med" len="med"/>
            <a:tailEnd type="none" w="med" len="med"/>
          </a:ln>
          <a:effectLst/>
        </p:spPr>
      </p:cxnSp>
      <p:cxnSp>
        <p:nvCxnSpPr>
          <p:cNvPr id="14" name="直接连接符 13"/>
          <p:cNvCxnSpPr>
            <a:stCxn id="8" idx="3"/>
            <a:endCxn id="9" idx="1"/>
          </p:cNvCxnSpPr>
          <p:nvPr/>
        </p:nvCxnSpPr>
        <p:spPr bwMode="auto">
          <a:xfrm>
            <a:off x="2072535" y="2696780"/>
            <a:ext cx="406497" cy="0"/>
          </a:xfrm>
          <a:prstGeom prst="line">
            <a:avLst/>
          </a:prstGeom>
          <a:solidFill>
            <a:schemeClr val="accent1"/>
          </a:solidFill>
          <a:ln w="28575" cap="flat" cmpd="sng" algn="ctr">
            <a:solidFill>
              <a:srgbClr val="00B0F0"/>
            </a:solidFill>
            <a:prstDash val="solid"/>
            <a:round/>
            <a:headEnd type="none" w="med" len="med"/>
            <a:tailEnd type="none" w="med" len="med"/>
          </a:ln>
          <a:effectLst/>
        </p:spPr>
      </p:cxnSp>
      <p:sp>
        <p:nvSpPr>
          <p:cNvPr id="18" name="任意多边形 17"/>
          <p:cNvSpPr/>
          <p:nvPr/>
        </p:nvSpPr>
        <p:spPr>
          <a:xfrm>
            <a:off x="985886" y="2917603"/>
            <a:ext cx="1710657" cy="227120"/>
          </a:xfrm>
          <a:custGeom>
            <a:avLst/>
            <a:gdLst>
              <a:gd name="connsiteX0" fmla="*/ 0 w 1898650"/>
              <a:gd name="connsiteY0" fmla="*/ 0 h 209550"/>
              <a:gd name="connsiteX1" fmla="*/ 0 w 1898650"/>
              <a:gd name="connsiteY1" fmla="*/ 209550 h 209550"/>
              <a:gd name="connsiteX2" fmla="*/ 1898650 w 1898650"/>
              <a:gd name="connsiteY2" fmla="*/ 209550 h 209550"/>
              <a:gd name="connsiteX3" fmla="*/ 1898650 w 1898650"/>
              <a:gd name="connsiteY3" fmla="*/ 0 h 209550"/>
            </a:gdLst>
            <a:ahLst/>
            <a:cxnLst>
              <a:cxn ang="0">
                <a:pos x="connsiteX0" y="connsiteY0"/>
              </a:cxn>
              <a:cxn ang="0">
                <a:pos x="connsiteX1" y="connsiteY1"/>
              </a:cxn>
              <a:cxn ang="0">
                <a:pos x="connsiteX2" y="connsiteY2"/>
              </a:cxn>
              <a:cxn ang="0">
                <a:pos x="connsiteX3" y="connsiteY3"/>
              </a:cxn>
            </a:cxnLst>
            <a:rect l="l" t="t" r="r" b="b"/>
            <a:pathLst>
              <a:path w="1898650" h="209550">
                <a:moveTo>
                  <a:pt x="0" y="0"/>
                </a:moveTo>
                <a:lnTo>
                  <a:pt x="0" y="209550"/>
                </a:lnTo>
                <a:lnTo>
                  <a:pt x="1898650" y="209550"/>
                </a:lnTo>
                <a:lnTo>
                  <a:pt x="1898650" y="0"/>
                </a:lnTo>
              </a:path>
            </a:pathLst>
          </a:custGeom>
          <a:noFill/>
          <a:ln w="28575">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24" name="直接连接符 23"/>
          <p:cNvCxnSpPr>
            <a:stCxn id="7" idx="2"/>
            <a:endCxn id="25" idx="0"/>
          </p:cNvCxnSpPr>
          <p:nvPr/>
        </p:nvCxnSpPr>
        <p:spPr bwMode="auto">
          <a:xfrm>
            <a:off x="894388" y="2917603"/>
            <a:ext cx="0" cy="643810"/>
          </a:xfrm>
          <a:prstGeom prst="line">
            <a:avLst/>
          </a:prstGeom>
          <a:solidFill>
            <a:schemeClr val="accent1"/>
          </a:solidFill>
          <a:ln w="19050" cap="flat" cmpd="sng" algn="ctr">
            <a:solidFill>
              <a:schemeClr val="tx1"/>
            </a:solidFill>
            <a:prstDash val="solid"/>
            <a:round/>
            <a:headEnd type="none" w="med" len="med"/>
            <a:tailEnd type="none" w="med" len="med"/>
          </a:ln>
          <a:effectLst/>
        </p:spPr>
      </p:cxnSp>
      <p:pic>
        <p:nvPicPr>
          <p:cNvPr id="25" name="图片 24"/>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624493" y="3561412"/>
            <a:ext cx="539789" cy="442627"/>
          </a:xfrm>
          <a:prstGeom prst="rect">
            <a:avLst/>
          </a:prstGeom>
        </p:spPr>
      </p:pic>
      <p:pic>
        <p:nvPicPr>
          <p:cNvPr id="31" name="图片 30"/>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2482747" y="3561412"/>
            <a:ext cx="539789" cy="442627"/>
          </a:xfrm>
          <a:prstGeom prst="rect">
            <a:avLst/>
          </a:prstGeom>
        </p:spPr>
      </p:pic>
      <p:cxnSp>
        <p:nvCxnSpPr>
          <p:cNvPr id="32" name="直接连接符 31"/>
          <p:cNvCxnSpPr/>
          <p:nvPr/>
        </p:nvCxnSpPr>
        <p:spPr bwMode="auto">
          <a:xfrm>
            <a:off x="894388" y="2917602"/>
            <a:ext cx="0" cy="643810"/>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33" name="直接连接符 32"/>
          <p:cNvCxnSpPr>
            <a:stCxn id="9" idx="2"/>
            <a:endCxn id="31" idx="0"/>
          </p:cNvCxnSpPr>
          <p:nvPr/>
        </p:nvCxnSpPr>
        <p:spPr bwMode="auto">
          <a:xfrm>
            <a:off x="2748927" y="2917603"/>
            <a:ext cx="3715" cy="643810"/>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36" name="直接连接符 35"/>
          <p:cNvCxnSpPr/>
          <p:nvPr/>
        </p:nvCxnSpPr>
        <p:spPr bwMode="auto">
          <a:xfrm>
            <a:off x="557905" y="2157687"/>
            <a:ext cx="368464" cy="0"/>
          </a:xfrm>
          <a:prstGeom prst="line">
            <a:avLst/>
          </a:prstGeom>
          <a:solidFill>
            <a:schemeClr val="accent1"/>
          </a:solidFill>
          <a:ln w="28575" cap="flat" cmpd="sng" algn="ctr">
            <a:solidFill>
              <a:srgbClr val="00B0F0"/>
            </a:solidFill>
            <a:prstDash val="solid"/>
            <a:round/>
            <a:headEnd type="none" w="med" len="med"/>
            <a:tailEnd type="none" w="med" len="med"/>
          </a:ln>
          <a:effectLst/>
        </p:spPr>
      </p:cxnSp>
      <p:sp>
        <p:nvSpPr>
          <p:cNvPr id="37" name="TextBox 77"/>
          <p:cNvSpPr txBox="1"/>
          <p:nvPr/>
        </p:nvSpPr>
        <p:spPr bwMode="auto">
          <a:xfrm>
            <a:off x="681790" y="2002060"/>
            <a:ext cx="1390745" cy="316351"/>
          </a:xfrm>
          <a:prstGeom prst="rect">
            <a:avLst/>
          </a:prstGeom>
          <a:noFill/>
          <a:ln w="9525">
            <a:noFill/>
            <a:miter lim="800000"/>
            <a:headEnd/>
            <a:tailEnd/>
          </a:ln>
        </p:spPr>
        <p:txBody>
          <a:bodyPr wrap="square" lIns="99941" tIns="49966" rIns="99941" bIns="49966" rtlCol="0">
            <a:spAutoFit/>
          </a:bodyPr>
          <a:lstStyle/>
          <a:p>
            <a:pPr algn="ctr" defTabSz="1001248" eaLnBrk="0" hangingPunct="0"/>
            <a:r>
              <a:rPr lang="zh-CN" altLang="en-US" sz="1400" dirty="0">
                <a:solidFill>
                  <a:srgbClr val="000000"/>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堆叠线缆</a:t>
            </a:r>
            <a:endParaRPr lang="en-US" altLang="zh-CN" sz="1400" dirty="0">
              <a:solidFill>
                <a:srgbClr val="000000"/>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sp>
        <p:nvSpPr>
          <p:cNvPr id="41" name="圆角矩形 40"/>
          <p:cNvSpPr/>
          <p:nvPr/>
        </p:nvSpPr>
        <p:spPr>
          <a:xfrm>
            <a:off x="4303648" y="2410849"/>
            <a:ext cx="1312749" cy="864632"/>
          </a:xfrm>
          <a:prstGeom prst="roundRect">
            <a:avLst>
              <a:gd name="adj" fmla="val 4236"/>
            </a:avLst>
          </a:prstGeom>
          <a:solidFill>
            <a:srgbClr val="F4FBFE"/>
          </a:solidFill>
          <a:ln>
            <a:solidFill>
              <a:srgbClr val="99DFF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42" name="图片 41" descr="通用交换机.png"/>
          <p:cNvPicPr>
            <a:picLocks noChangeAspect="1"/>
          </p:cNvPicPr>
          <p:nvPr/>
        </p:nvPicPr>
        <p:blipFill>
          <a:blip r:embed="rId3" cstate="print"/>
          <a:stretch>
            <a:fillRect/>
          </a:stretch>
        </p:blipFill>
        <p:spPr>
          <a:xfrm>
            <a:off x="4705926" y="2512477"/>
            <a:ext cx="539789" cy="441645"/>
          </a:xfrm>
          <a:prstGeom prst="rect">
            <a:avLst/>
          </a:prstGeom>
        </p:spPr>
      </p:pic>
      <p:cxnSp>
        <p:nvCxnSpPr>
          <p:cNvPr id="48" name="直接连接符 47"/>
          <p:cNvCxnSpPr>
            <a:endCxn id="49" idx="0"/>
          </p:cNvCxnSpPr>
          <p:nvPr/>
        </p:nvCxnSpPr>
        <p:spPr bwMode="auto">
          <a:xfrm flipH="1">
            <a:off x="4435229" y="2954123"/>
            <a:ext cx="540592" cy="607290"/>
          </a:xfrm>
          <a:prstGeom prst="line">
            <a:avLst/>
          </a:prstGeom>
          <a:solidFill>
            <a:schemeClr val="accent1"/>
          </a:solidFill>
          <a:ln w="19050" cap="flat" cmpd="sng" algn="ctr">
            <a:solidFill>
              <a:schemeClr val="tx1"/>
            </a:solidFill>
            <a:prstDash val="solid"/>
            <a:round/>
            <a:headEnd type="none" w="med" len="med"/>
            <a:tailEnd type="none" w="med" len="med"/>
          </a:ln>
          <a:effectLst/>
        </p:spPr>
      </p:cxnSp>
      <p:pic>
        <p:nvPicPr>
          <p:cNvPr id="49" name="图片 48"/>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4165334" y="3561412"/>
            <a:ext cx="539789" cy="442627"/>
          </a:xfrm>
          <a:prstGeom prst="rect">
            <a:avLst/>
          </a:prstGeom>
        </p:spPr>
      </p:pic>
      <p:pic>
        <p:nvPicPr>
          <p:cNvPr id="50" name="图片 49"/>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5373723" y="3567909"/>
            <a:ext cx="539789" cy="442627"/>
          </a:xfrm>
          <a:prstGeom prst="rect">
            <a:avLst/>
          </a:prstGeom>
        </p:spPr>
      </p:pic>
      <p:cxnSp>
        <p:nvCxnSpPr>
          <p:cNvPr id="52" name="直接连接符 51"/>
          <p:cNvCxnSpPr>
            <a:stCxn id="42" idx="2"/>
            <a:endCxn id="50" idx="0"/>
          </p:cNvCxnSpPr>
          <p:nvPr/>
        </p:nvCxnSpPr>
        <p:spPr bwMode="auto">
          <a:xfrm>
            <a:off x="4975820" y="2954123"/>
            <a:ext cx="667797" cy="613786"/>
          </a:xfrm>
          <a:prstGeom prst="line">
            <a:avLst/>
          </a:prstGeom>
          <a:solidFill>
            <a:schemeClr val="accent1"/>
          </a:solidFill>
          <a:ln w="19050" cap="flat" cmpd="sng" algn="ctr">
            <a:solidFill>
              <a:schemeClr val="tx1"/>
            </a:solidFill>
            <a:prstDash val="solid"/>
            <a:round/>
            <a:headEnd type="none" w="med" len="med"/>
            <a:tailEnd type="none" w="med" len="med"/>
          </a:ln>
          <a:effectLst/>
        </p:spPr>
      </p:cxnSp>
      <p:sp>
        <p:nvSpPr>
          <p:cNvPr id="63" name="TextBox 77"/>
          <p:cNvSpPr txBox="1"/>
          <p:nvPr/>
        </p:nvSpPr>
        <p:spPr bwMode="auto">
          <a:xfrm>
            <a:off x="4346597" y="2061650"/>
            <a:ext cx="1390745" cy="316351"/>
          </a:xfrm>
          <a:prstGeom prst="rect">
            <a:avLst/>
          </a:prstGeom>
          <a:noFill/>
          <a:ln w="9525">
            <a:noFill/>
            <a:miter lim="800000"/>
            <a:headEnd/>
            <a:tailEnd/>
          </a:ln>
        </p:spPr>
        <p:txBody>
          <a:bodyPr wrap="square" lIns="99941" tIns="49966" rIns="99941" bIns="49966" rtlCol="0">
            <a:spAutoFit/>
          </a:bodyPr>
          <a:lstStyle/>
          <a:p>
            <a:pPr algn="ctr" defTabSz="1001248" eaLnBrk="0" hangingPunct="0"/>
            <a:r>
              <a:rPr lang="zh-CN" altLang="en-US" sz="1400" dirty="0">
                <a:solidFill>
                  <a:srgbClr val="000000"/>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堆叠系统</a:t>
            </a:r>
            <a:endParaRPr lang="en-US" altLang="zh-CN" sz="1400" dirty="0">
              <a:solidFill>
                <a:srgbClr val="000000"/>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sp>
        <p:nvSpPr>
          <p:cNvPr id="207" name="圆角矩形 75"/>
          <p:cNvSpPr/>
          <p:nvPr/>
        </p:nvSpPr>
        <p:spPr>
          <a:xfrm>
            <a:off x="474278" y="1430144"/>
            <a:ext cx="5580230" cy="393866"/>
          </a:xfrm>
          <a:prstGeom prst="roundRect">
            <a:avLst>
              <a:gd name="adj" fmla="val 10604"/>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堆叠</a:t>
            </a:r>
            <a:r>
              <a:rPr lang="en-US" altLang="zh-CN"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b="1" dirty="0" err="1">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iStack</a:t>
            </a:r>
            <a:endParaRPr lang="zh-CN" altLang="en-US"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08" name="圆角矩形 75"/>
          <p:cNvSpPr/>
          <p:nvPr/>
        </p:nvSpPr>
        <p:spPr>
          <a:xfrm>
            <a:off x="474278" y="1861480"/>
            <a:ext cx="5580230" cy="2225631"/>
          </a:xfrm>
          <a:prstGeom prst="roundRect">
            <a:avLst>
              <a:gd name="adj" fmla="val 874"/>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71972" tIns="35986" rIns="71972" bIns="35986" rtlCol="0" anchor="t" anchorCtr="0">
            <a:noAutofit/>
          </a:bodyPr>
          <a:lstStyle/>
          <a:p>
            <a:pPr algn="just">
              <a:lnSpc>
                <a:spcPts val="2599"/>
              </a:lnSpc>
              <a:spcAft>
                <a:spcPts val="600"/>
              </a:spcAft>
            </a:pPr>
            <a:endParaRPr lang="en-US" altLang="zh-CN" sz="1599"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09" name="圆角矩形 75"/>
          <p:cNvSpPr/>
          <p:nvPr/>
        </p:nvSpPr>
        <p:spPr>
          <a:xfrm>
            <a:off x="6168451" y="1430144"/>
            <a:ext cx="5580230" cy="393866"/>
          </a:xfrm>
          <a:prstGeom prst="roundRect">
            <a:avLst>
              <a:gd name="adj" fmla="val 10604"/>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集群</a:t>
            </a:r>
            <a:r>
              <a:rPr lang="en-US" altLang="zh-CN"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-CSS</a:t>
            </a:r>
            <a:endParaRPr lang="zh-CN" altLang="en-US"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10" name="圆角矩形 75"/>
          <p:cNvSpPr/>
          <p:nvPr/>
        </p:nvSpPr>
        <p:spPr>
          <a:xfrm>
            <a:off x="6168451" y="1861480"/>
            <a:ext cx="5580230" cy="2225631"/>
          </a:xfrm>
          <a:prstGeom prst="roundRect">
            <a:avLst>
              <a:gd name="adj" fmla="val 874"/>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71972" tIns="35986" rIns="71972" bIns="35986" rtlCol="0" anchor="t" anchorCtr="0">
            <a:noAutofit/>
          </a:bodyPr>
          <a:lstStyle/>
          <a:p>
            <a:pPr algn="just">
              <a:lnSpc>
                <a:spcPts val="2599"/>
              </a:lnSpc>
              <a:spcAft>
                <a:spcPts val="600"/>
              </a:spcAft>
            </a:pPr>
            <a:endParaRPr lang="en-US" altLang="zh-CN" sz="1599"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11" name="圆角矩形 210"/>
          <p:cNvSpPr/>
          <p:nvPr/>
        </p:nvSpPr>
        <p:spPr>
          <a:xfrm>
            <a:off x="6212429" y="1982458"/>
            <a:ext cx="2810682" cy="693149"/>
          </a:xfrm>
          <a:prstGeom prst="roundRect">
            <a:avLst>
              <a:gd name="adj" fmla="val 4236"/>
            </a:avLst>
          </a:prstGeom>
          <a:solidFill>
            <a:srgbClr val="F4FBFE"/>
          </a:solidFill>
          <a:ln>
            <a:solidFill>
              <a:srgbClr val="99DFF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212" name="直接连接符 211"/>
          <p:cNvCxnSpPr/>
          <p:nvPr/>
        </p:nvCxnSpPr>
        <p:spPr bwMode="auto">
          <a:xfrm flipH="1">
            <a:off x="6482429" y="2554346"/>
            <a:ext cx="414062" cy="809202"/>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213" name="直接连接符 212"/>
          <p:cNvCxnSpPr/>
          <p:nvPr/>
        </p:nvCxnSpPr>
        <p:spPr bwMode="auto">
          <a:xfrm flipH="1">
            <a:off x="6482429" y="2554346"/>
            <a:ext cx="1784269" cy="809202"/>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214" name="直接连接符 213"/>
          <p:cNvCxnSpPr>
            <a:stCxn id="64" idx="3"/>
            <a:endCxn id="65" idx="1"/>
          </p:cNvCxnSpPr>
          <p:nvPr/>
        </p:nvCxnSpPr>
        <p:spPr bwMode="auto">
          <a:xfrm>
            <a:off x="7164925" y="2332269"/>
            <a:ext cx="829287" cy="0"/>
          </a:xfrm>
          <a:prstGeom prst="line">
            <a:avLst/>
          </a:prstGeom>
          <a:solidFill>
            <a:schemeClr val="accent1"/>
          </a:solidFill>
          <a:ln w="28575" cap="flat" cmpd="sng" algn="ctr">
            <a:solidFill>
              <a:srgbClr val="00B0F0"/>
            </a:solidFill>
            <a:prstDash val="solid"/>
            <a:round/>
            <a:headEnd type="none" w="med" len="med"/>
            <a:tailEnd type="none" w="med" len="med"/>
          </a:ln>
          <a:effectLst/>
        </p:spPr>
      </p:cxnSp>
      <p:sp>
        <p:nvSpPr>
          <p:cNvPr id="215" name="TextBox 77"/>
          <p:cNvSpPr txBox="1"/>
          <p:nvPr/>
        </p:nvSpPr>
        <p:spPr bwMode="auto">
          <a:xfrm>
            <a:off x="6972877" y="3152342"/>
            <a:ext cx="1390745" cy="316351"/>
          </a:xfrm>
          <a:prstGeom prst="rect">
            <a:avLst/>
          </a:prstGeom>
          <a:noFill/>
          <a:ln w="9525">
            <a:noFill/>
            <a:miter lim="800000"/>
            <a:headEnd/>
            <a:tailEnd/>
          </a:ln>
        </p:spPr>
        <p:txBody>
          <a:bodyPr wrap="square" lIns="99941" tIns="49966" rIns="99941" bIns="49966" rtlCol="0">
            <a:spAutoFit/>
          </a:bodyPr>
          <a:lstStyle/>
          <a:p>
            <a:pPr algn="ctr" defTabSz="1001248" eaLnBrk="0" hangingPunct="0"/>
            <a:r>
              <a:rPr lang="zh-CN" altLang="en-US" sz="1400" dirty="0">
                <a:solidFill>
                  <a:srgbClr val="000000"/>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链路聚合</a:t>
            </a:r>
            <a:endParaRPr lang="en-US" altLang="zh-CN" sz="1400" dirty="0">
              <a:solidFill>
                <a:srgbClr val="000000"/>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sp>
        <p:nvSpPr>
          <p:cNvPr id="219" name="椭圆 218"/>
          <p:cNvSpPr/>
          <p:nvPr/>
        </p:nvSpPr>
        <p:spPr bwMode="auto">
          <a:xfrm rot="5400000">
            <a:off x="6710471" y="2530474"/>
            <a:ext cx="188044" cy="1140141"/>
          </a:xfrm>
          <a:prstGeom prst="ellipse">
            <a:avLst/>
          </a:prstGeom>
          <a:noFill/>
          <a:ln w="25400" cap="flat" cmpd="sng" algn="ctr">
            <a:solidFill>
              <a:srgbClr val="FFD17D"/>
            </a:solidFill>
            <a:prstDash val="solid"/>
          </a:ln>
          <a:effectLst/>
        </p:spPr>
        <p:txBody>
          <a:bodyPr rtlCol="0" anchor="ctr"/>
          <a:lstStyle/>
          <a:p>
            <a:pPr algn="ctr" defTabSz="914034"/>
            <a:endParaRPr lang="zh-CN" altLang="en-US" sz="1799" kern="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22" name="TextBox 77"/>
          <p:cNvSpPr txBox="1"/>
          <p:nvPr/>
        </p:nvSpPr>
        <p:spPr bwMode="auto">
          <a:xfrm>
            <a:off x="6873467" y="2014707"/>
            <a:ext cx="1390745" cy="316351"/>
          </a:xfrm>
          <a:prstGeom prst="rect">
            <a:avLst/>
          </a:prstGeom>
          <a:noFill/>
          <a:ln w="9525">
            <a:noFill/>
            <a:miter lim="800000"/>
            <a:headEnd/>
            <a:tailEnd/>
          </a:ln>
        </p:spPr>
        <p:txBody>
          <a:bodyPr wrap="square" lIns="99941" tIns="49966" rIns="99941" bIns="49966" rtlCol="0">
            <a:spAutoFit/>
          </a:bodyPr>
          <a:lstStyle/>
          <a:p>
            <a:pPr algn="ctr" defTabSz="1001248" eaLnBrk="0" hangingPunct="0"/>
            <a:r>
              <a:rPr lang="en-US" altLang="zh-CN" sz="1400" dirty="0">
                <a:solidFill>
                  <a:srgbClr val="000000"/>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CSS Link</a:t>
            </a:r>
          </a:p>
        </p:txBody>
      </p:sp>
      <p:cxnSp>
        <p:nvCxnSpPr>
          <p:cNvPr id="234" name="直接连接符 233"/>
          <p:cNvCxnSpPr/>
          <p:nvPr/>
        </p:nvCxnSpPr>
        <p:spPr bwMode="auto">
          <a:xfrm>
            <a:off x="6896491" y="2554346"/>
            <a:ext cx="1886443" cy="809202"/>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235" name="直接连接符 234"/>
          <p:cNvCxnSpPr/>
          <p:nvPr/>
        </p:nvCxnSpPr>
        <p:spPr bwMode="auto">
          <a:xfrm>
            <a:off x="8266698" y="2554346"/>
            <a:ext cx="516236" cy="809202"/>
          </a:xfrm>
          <a:prstGeom prst="line">
            <a:avLst/>
          </a:prstGeom>
          <a:solidFill>
            <a:schemeClr val="accent1"/>
          </a:solidFill>
          <a:ln w="19050" cap="flat" cmpd="sng" algn="ctr">
            <a:solidFill>
              <a:schemeClr val="tx1"/>
            </a:solidFill>
            <a:prstDash val="solid"/>
            <a:round/>
            <a:headEnd type="none" w="med" len="med"/>
            <a:tailEnd type="none" w="med" len="med"/>
          </a:ln>
          <a:effectLst/>
        </p:spPr>
      </p:cxnSp>
      <p:sp>
        <p:nvSpPr>
          <p:cNvPr id="244" name="椭圆 243"/>
          <p:cNvSpPr/>
          <p:nvPr/>
        </p:nvSpPr>
        <p:spPr bwMode="auto">
          <a:xfrm rot="5400000">
            <a:off x="8294736" y="2530475"/>
            <a:ext cx="188044" cy="1140141"/>
          </a:xfrm>
          <a:prstGeom prst="ellipse">
            <a:avLst/>
          </a:prstGeom>
          <a:noFill/>
          <a:ln w="25400" cap="flat" cmpd="sng" algn="ctr">
            <a:solidFill>
              <a:srgbClr val="FFD17D"/>
            </a:solidFill>
            <a:prstDash val="solid"/>
          </a:ln>
          <a:effectLst/>
        </p:spPr>
        <p:txBody>
          <a:bodyPr rtlCol="0" anchor="ctr"/>
          <a:lstStyle/>
          <a:p>
            <a:pPr algn="ctr" defTabSz="914034"/>
            <a:endParaRPr lang="zh-CN" altLang="en-US" sz="1799" kern="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76" name="TextBox 77"/>
          <p:cNvSpPr txBox="1"/>
          <p:nvPr/>
        </p:nvSpPr>
        <p:spPr bwMode="auto">
          <a:xfrm>
            <a:off x="10217702" y="3029773"/>
            <a:ext cx="1390745" cy="316351"/>
          </a:xfrm>
          <a:prstGeom prst="rect">
            <a:avLst/>
          </a:prstGeom>
          <a:noFill/>
          <a:ln w="9525">
            <a:noFill/>
            <a:miter lim="800000"/>
            <a:headEnd/>
            <a:tailEnd/>
          </a:ln>
        </p:spPr>
        <p:txBody>
          <a:bodyPr wrap="square" lIns="99941" tIns="49966" rIns="99941" bIns="49966" rtlCol="0">
            <a:spAutoFit/>
          </a:bodyPr>
          <a:lstStyle/>
          <a:p>
            <a:pPr algn="ctr" defTabSz="1001248" eaLnBrk="0" hangingPunct="0"/>
            <a:r>
              <a:rPr lang="zh-CN" altLang="en-US" sz="1400" dirty="0">
                <a:solidFill>
                  <a:srgbClr val="000000"/>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链路聚合</a:t>
            </a:r>
            <a:endParaRPr lang="en-US" altLang="zh-CN" sz="1400" dirty="0">
              <a:solidFill>
                <a:srgbClr val="000000"/>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sp>
        <p:nvSpPr>
          <p:cNvPr id="277" name="椭圆 276"/>
          <p:cNvSpPr/>
          <p:nvPr/>
        </p:nvSpPr>
        <p:spPr bwMode="auto">
          <a:xfrm rot="5400000">
            <a:off x="10451555" y="2754601"/>
            <a:ext cx="188044" cy="473684"/>
          </a:xfrm>
          <a:prstGeom prst="ellipse">
            <a:avLst/>
          </a:prstGeom>
          <a:noFill/>
          <a:ln w="25400" cap="flat" cmpd="sng" algn="ctr">
            <a:solidFill>
              <a:srgbClr val="FFD17D"/>
            </a:solidFill>
            <a:prstDash val="solid"/>
          </a:ln>
          <a:effectLst/>
        </p:spPr>
        <p:txBody>
          <a:bodyPr rtlCol="0" anchor="ctr"/>
          <a:lstStyle/>
          <a:p>
            <a:pPr algn="ctr" defTabSz="914034"/>
            <a:endParaRPr lang="zh-CN" altLang="en-US" sz="1799" kern="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79" name="椭圆 278"/>
          <p:cNvSpPr/>
          <p:nvPr/>
        </p:nvSpPr>
        <p:spPr bwMode="auto">
          <a:xfrm rot="5400000">
            <a:off x="11142502" y="2754601"/>
            <a:ext cx="188044" cy="473684"/>
          </a:xfrm>
          <a:prstGeom prst="ellipse">
            <a:avLst/>
          </a:prstGeom>
          <a:noFill/>
          <a:ln w="25400" cap="flat" cmpd="sng" algn="ctr">
            <a:solidFill>
              <a:srgbClr val="FFD17D"/>
            </a:solidFill>
            <a:prstDash val="solid"/>
          </a:ln>
          <a:effectLst/>
        </p:spPr>
        <p:txBody>
          <a:bodyPr rtlCol="0" anchor="ctr"/>
          <a:lstStyle/>
          <a:p>
            <a:pPr algn="ctr" defTabSz="914034"/>
            <a:endParaRPr lang="zh-CN" altLang="en-US" sz="1799" kern="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61" name="图片 60" descr="汇聚交换机.png">
            <a:extLst>
              <a:ext uri="{FF2B5EF4-FFF2-40B4-BE49-F238E27FC236}">
                <a16:creationId xmlns:a16="http://schemas.microsoft.com/office/drawing/2014/main" xmlns="" id="{510788B6-994F-4DD8-9E7B-2F7416C7AC83}"/>
              </a:ext>
            </a:extLst>
          </p:cNvPr>
          <p:cNvPicPr>
            <a:picLocks noChangeAspect="1"/>
          </p:cNvPicPr>
          <p:nvPr/>
        </p:nvPicPr>
        <p:blipFill>
          <a:blip r:embed="rId5" cstate="print"/>
          <a:stretch>
            <a:fillRect/>
          </a:stretch>
        </p:blipFill>
        <p:spPr>
          <a:xfrm>
            <a:off x="6212429" y="3366767"/>
            <a:ext cx="540000" cy="441818"/>
          </a:xfrm>
          <a:prstGeom prst="rect">
            <a:avLst/>
          </a:prstGeom>
        </p:spPr>
      </p:pic>
      <p:pic>
        <p:nvPicPr>
          <p:cNvPr id="62" name="图片 61" descr="汇聚交换机.png">
            <a:extLst>
              <a:ext uri="{FF2B5EF4-FFF2-40B4-BE49-F238E27FC236}">
                <a16:creationId xmlns:a16="http://schemas.microsoft.com/office/drawing/2014/main" xmlns="" id="{510788B6-994F-4DD8-9E7B-2F7416C7AC83}"/>
              </a:ext>
            </a:extLst>
          </p:cNvPr>
          <p:cNvPicPr>
            <a:picLocks noChangeAspect="1"/>
          </p:cNvPicPr>
          <p:nvPr/>
        </p:nvPicPr>
        <p:blipFill>
          <a:blip r:embed="rId5" cstate="print"/>
          <a:stretch>
            <a:fillRect/>
          </a:stretch>
        </p:blipFill>
        <p:spPr>
          <a:xfrm>
            <a:off x="8501345" y="3366767"/>
            <a:ext cx="540000" cy="441818"/>
          </a:xfrm>
          <a:prstGeom prst="rect">
            <a:avLst/>
          </a:prstGeom>
        </p:spPr>
      </p:pic>
      <p:pic>
        <p:nvPicPr>
          <p:cNvPr id="64" name="图片 63" descr="核心交换机.png">
            <a:extLst>
              <a:ext uri="{FF2B5EF4-FFF2-40B4-BE49-F238E27FC236}">
                <a16:creationId xmlns:a16="http://schemas.microsoft.com/office/drawing/2014/main" xmlns="" id="{B523C956-ACFD-43D2-A4FE-500709D8B096}"/>
              </a:ext>
            </a:extLst>
          </p:cNvPr>
          <p:cNvPicPr>
            <a:picLocks noChangeAspect="1"/>
          </p:cNvPicPr>
          <p:nvPr/>
        </p:nvPicPr>
        <p:blipFill>
          <a:blip r:embed="rId6" cstate="print"/>
          <a:stretch>
            <a:fillRect/>
          </a:stretch>
        </p:blipFill>
        <p:spPr>
          <a:xfrm>
            <a:off x="6624925" y="2111360"/>
            <a:ext cx="540000" cy="441818"/>
          </a:xfrm>
          <a:prstGeom prst="rect">
            <a:avLst/>
          </a:prstGeom>
        </p:spPr>
      </p:pic>
      <p:pic>
        <p:nvPicPr>
          <p:cNvPr id="65" name="图片 64" descr="核心交换机.png">
            <a:extLst>
              <a:ext uri="{FF2B5EF4-FFF2-40B4-BE49-F238E27FC236}">
                <a16:creationId xmlns:a16="http://schemas.microsoft.com/office/drawing/2014/main" xmlns="" id="{B523C956-ACFD-43D2-A4FE-500709D8B096}"/>
              </a:ext>
            </a:extLst>
          </p:cNvPr>
          <p:cNvPicPr>
            <a:picLocks noChangeAspect="1"/>
          </p:cNvPicPr>
          <p:nvPr/>
        </p:nvPicPr>
        <p:blipFill>
          <a:blip r:embed="rId6" cstate="print"/>
          <a:stretch>
            <a:fillRect/>
          </a:stretch>
        </p:blipFill>
        <p:spPr>
          <a:xfrm>
            <a:off x="7994212" y="2111360"/>
            <a:ext cx="540000" cy="441818"/>
          </a:xfrm>
          <a:prstGeom prst="rect">
            <a:avLst/>
          </a:prstGeom>
        </p:spPr>
      </p:pic>
      <p:grpSp>
        <p:nvGrpSpPr>
          <p:cNvPr id="3" name="组合 2"/>
          <p:cNvGrpSpPr/>
          <p:nvPr/>
        </p:nvGrpSpPr>
        <p:grpSpPr>
          <a:xfrm>
            <a:off x="2873562" y="2851652"/>
            <a:ext cx="1390745" cy="356242"/>
            <a:chOff x="2873562" y="2851652"/>
            <a:chExt cx="1390745" cy="356242"/>
          </a:xfrm>
        </p:grpSpPr>
        <p:sp>
          <p:nvSpPr>
            <p:cNvPr id="58" name="Right Arrow 157"/>
            <p:cNvSpPr/>
            <p:nvPr/>
          </p:nvSpPr>
          <p:spPr>
            <a:xfrm>
              <a:off x="3386607" y="2851652"/>
              <a:ext cx="647343" cy="356242"/>
            </a:xfrm>
            <a:prstGeom prst="rightArrow">
              <a:avLst>
                <a:gd name="adj1" fmla="val 40000"/>
                <a:gd name="adj2" fmla="val 50000"/>
              </a:avLst>
            </a:prstGeom>
            <a:gradFill flip="none" rotWithShape="1">
              <a:gsLst>
                <a:gs pos="15000">
                  <a:schemeClr val="accent1">
                    <a:lumMod val="5000"/>
                    <a:lumOff val="95000"/>
                    <a:alpha val="0"/>
                  </a:schemeClr>
                </a:gs>
                <a:gs pos="81000">
                  <a:srgbClr val="99DFF9"/>
                </a:gs>
              </a:gsLst>
              <a:lin ang="0" scaled="1"/>
              <a:tileRect/>
            </a:gradFill>
            <a:ln w="15875">
              <a:gradFill flip="none" rotWithShape="1">
                <a:gsLst>
                  <a:gs pos="0">
                    <a:schemeClr val="accent1">
                      <a:lumMod val="5000"/>
                      <a:lumOff val="95000"/>
                    </a:schemeClr>
                  </a:gs>
                  <a:gs pos="100000">
                    <a:srgbClr val="00B0F0"/>
                  </a:gs>
                </a:gsLst>
                <a:lin ang="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9" name="TextBox 77"/>
            <p:cNvSpPr txBox="1"/>
            <p:nvPr/>
          </p:nvSpPr>
          <p:spPr bwMode="auto">
            <a:xfrm>
              <a:off x="2873562" y="2871597"/>
              <a:ext cx="1390745" cy="285574"/>
            </a:xfrm>
            <a:prstGeom prst="rect">
              <a:avLst/>
            </a:prstGeom>
            <a:noFill/>
            <a:ln w="9525">
              <a:noFill/>
              <a:miter lim="800000"/>
              <a:headEnd/>
              <a:tailEnd/>
            </a:ln>
          </p:spPr>
          <p:txBody>
            <a:bodyPr wrap="square" lIns="99941" tIns="49966" rIns="99941" bIns="49966" rtlCol="0">
              <a:spAutoFit/>
            </a:bodyPr>
            <a:lstStyle/>
            <a:p>
              <a:pPr algn="ctr" defTabSz="1001248" eaLnBrk="0" hangingPunct="0"/>
              <a:r>
                <a:rPr lang="zh-CN" altLang="en-US" sz="1200" dirty="0">
                  <a:solidFill>
                    <a:srgbClr val="000000"/>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等效于</a:t>
              </a:r>
              <a:endParaRPr lang="en-US" altLang="zh-CN" sz="1200" dirty="0">
                <a:solidFill>
                  <a:srgbClr val="000000"/>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grpSp>
      <p:sp>
        <p:nvSpPr>
          <p:cNvPr id="60" name="Right Arrow 157"/>
          <p:cNvSpPr/>
          <p:nvPr/>
        </p:nvSpPr>
        <p:spPr>
          <a:xfrm>
            <a:off x="9368294" y="2966602"/>
            <a:ext cx="647343" cy="356242"/>
          </a:xfrm>
          <a:prstGeom prst="rightArrow">
            <a:avLst>
              <a:gd name="adj1" fmla="val 40000"/>
              <a:gd name="adj2" fmla="val 50000"/>
            </a:avLst>
          </a:prstGeom>
          <a:gradFill flip="none" rotWithShape="1">
            <a:gsLst>
              <a:gs pos="15000">
                <a:schemeClr val="accent1">
                  <a:lumMod val="5000"/>
                  <a:lumOff val="95000"/>
                  <a:alpha val="0"/>
                </a:schemeClr>
              </a:gs>
              <a:gs pos="81000">
                <a:srgbClr val="99DFF9"/>
              </a:gs>
            </a:gsLst>
            <a:lin ang="0" scaled="1"/>
            <a:tileRect/>
          </a:gradFill>
          <a:ln w="15875">
            <a:gradFill flip="none" rotWithShape="1">
              <a:gsLst>
                <a:gs pos="0">
                  <a:schemeClr val="accent1">
                    <a:lumMod val="5000"/>
                    <a:lumOff val="95000"/>
                  </a:schemeClr>
                </a:gs>
                <a:gs pos="100000">
                  <a:srgbClr val="00B0F0"/>
                </a:gs>
              </a:gsLst>
              <a:lin ang="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6" name="TextBox 77"/>
          <p:cNvSpPr txBox="1"/>
          <p:nvPr/>
        </p:nvSpPr>
        <p:spPr bwMode="auto">
          <a:xfrm>
            <a:off x="8778421" y="3000861"/>
            <a:ext cx="1390745" cy="285574"/>
          </a:xfrm>
          <a:prstGeom prst="rect">
            <a:avLst/>
          </a:prstGeom>
          <a:noFill/>
          <a:ln w="9525">
            <a:noFill/>
            <a:miter lim="800000"/>
            <a:headEnd/>
            <a:tailEnd/>
          </a:ln>
        </p:spPr>
        <p:txBody>
          <a:bodyPr wrap="square" lIns="99941" tIns="49966" rIns="99941" bIns="49966" rtlCol="0">
            <a:spAutoFit/>
          </a:bodyPr>
          <a:lstStyle/>
          <a:p>
            <a:pPr algn="ctr" defTabSz="1001248" eaLnBrk="0" hangingPunct="0"/>
            <a:r>
              <a:rPr lang="zh-CN" altLang="en-US" sz="1200" dirty="0">
                <a:solidFill>
                  <a:srgbClr val="000000"/>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等效于</a:t>
            </a:r>
            <a:endParaRPr lang="en-US" altLang="zh-CN" sz="1200" dirty="0">
              <a:solidFill>
                <a:srgbClr val="000000"/>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pic>
        <p:nvPicPr>
          <p:cNvPr id="56" name="图片 55" descr="汇聚交换机.png">
            <a:extLst>
              <a:ext uri="{FF2B5EF4-FFF2-40B4-BE49-F238E27FC236}">
                <a16:creationId xmlns:a16="http://schemas.microsoft.com/office/drawing/2014/main" xmlns="" id="{510788B6-994F-4DD8-9E7B-2F7416C7AC83}"/>
              </a:ext>
            </a:extLst>
          </p:cNvPr>
          <p:cNvPicPr>
            <a:picLocks noChangeAspect="1"/>
          </p:cNvPicPr>
          <p:nvPr/>
        </p:nvPicPr>
        <p:blipFill>
          <a:blip r:embed="rId5" cstate="print"/>
          <a:stretch>
            <a:fillRect/>
          </a:stretch>
        </p:blipFill>
        <p:spPr>
          <a:xfrm>
            <a:off x="10030974" y="3366767"/>
            <a:ext cx="540000" cy="441818"/>
          </a:xfrm>
          <a:prstGeom prst="rect">
            <a:avLst/>
          </a:prstGeom>
        </p:spPr>
      </p:pic>
      <p:pic>
        <p:nvPicPr>
          <p:cNvPr id="57" name="图片 56" descr="汇聚交换机.png">
            <a:extLst>
              <a:ext uri="{FF2B5EF4-FFF2-40B4-BE49-F238E27FC236}">
                <a16:creationId xmlns:a16="http://schemas.microsoft.com/office/drawing/2014/main" xmlns="" id="{510788B6-994F-4DD8-9E7B-2F7416C7AC83}"/>
              </a:ext>
            </a:extLst>
          </p:cNvPr>
          <p:cNvPicPr>
            <a:picLocks noChangeAspect="1"/>
          </p:cNvPicPr>
          <p:nvPr/>
        </p:nvPicPr>
        <p:blipFill>
          <a:blip r:embed="rId5" cstate="print"/>
          <a:stretch>
            <a:fillRect/>
          </a:stretch>
        </p:blipFill>
        <p:spPr>
          <a:xfrm>
            <a:off x="11151938" y="3366767"/>
            <a:ext cx="540000" cy="441818"/>
          </a:xfrm>
          <a:prstGeom prst="rect">
            <a:avLst/>
          </a:prstGeom>
        </p:spPr>
      </p:pic>
      <p:pic>
        <p:nvPicPr>
          <p:cNvPr id="67" name="图片 66" descr="核心交换机.png">
            <a:extLst>
              <a:ext uri="{FF2B5EF4-FFF2-40B4-BE49-F238E27FC236}">
                <a16:creationId xmlns:a16="http://schemas.microsoft.com/office/drawing/2014/main" xmlns="" id="{B523C956-ACFD-43D2-A4FE-500709D8B096}"/>
              </a:ext>
            </a:extLst>
          </p:cNvPr>
          <p:cNvPicPr>
            <a:picLocks noChangeAspect="1"/>
          </p:cNvPicPr>
          <p:nvPr/>
        </p:nvPicPr>
        <p:blipFill>
          <a:blip r:embed="rId6" cstate="print"/>
          <a:stretch>
            <a:fillRect/>
          </a:stretch>
        </p:blipFill>
        <p:spPr>
          <a:xfrm>
            <a:off x="10586497" y="2111360"/>
            <a:ext cx="540000" cy="441818"/>
          </a:xfrm>
          <a:prstGeom prst="rect">
            <a:avLst/>
          </a:prstGeom>
        </p:spPr>
      </p:pic>
      <p:sp>
        <p:nvSpPr>
          <p:cNvPr id="69" name="TextBox 77"/>
          <p:cNvSpPr txBox="1"/>
          <p:nvPr/>
        </p:nvSpPr>
        <p:spPr bwMode="auto">
          <a:xfrm>
            <a:off x="9391674" y="2202335"/>
            <a:ext cx="1390745" cy="316351"/>
          </a:xfrm>
          <a:prstGeom prst="rect">
            <a:avLst/>
          </a:prstGeom>
          <a:noFill/>
          <a:ln w="9525">
            <a:noFill/>
            <a:miter lim="800000"/>
            <a:headEnd/>
            <a:tailEnd/>
          </a:ln>
        </p:spPr>
        <p:txBody>
          <a:bodyPr wrap="square" lIns="99941" tIns="49966" rIns="99941" bIns="49966" rtlCol="0">
            <a:spAutoFit/>
          </a:bodyPr>
          <a:lstStyle/>
          <a:p>
            <a:pPr algn="ctr" defTabSz="1001248" eaLnBrk="0" hangingPunct="0"/>
            <a:r>
              <a:rPr lang="zh-CN" altLang="en-US" sz="1400" dirty="0">
                <a:solidFill>
                  <a:srgbClr val="000000"/>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集群</a:t>
            </a:r>
            <a:r>
              <a:rPr lang="zh-CN" altLang="en-US" sz="1400" dirty="0" smtClean="0">
                <a:solidFill>
                  <a:srgbClr val="000000"/>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系统</a:t>
            </a:r>
            <a:endParaRPr lang="en-US" altLang="zh-CN" sz="1400" dirty="0">
              <a:solidFill>
                <a:srgbClr val="000000"/>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spTree>
    <p:extLst>
      <p:ext uri="{BB962C8B-B14F-4D97-AF65-F5344CB8AC3E}">
        <p14:creationId xmlns:p14="http://schemas.microsoft.com/office/powerpoint/2010/main" val="2283870952"/>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sym typeface="Huawei Sans" panose="020C0503030203020204" pitchFamily="34" charset="0"/>
              </a:rPr>
              <a:t>堆叠、集群的优势</a:t>
            </a:r>
            <a:endParaRPr lang="zh-CN" altLang="en-US" dirty="0">
              <a:sym typeface="Huawei Sans" panose="020C0503030203020204" pitchFamily="34" charset="0"/>
            </a:endParaRPr>
          </a:p>
        </p:txBody>
      </p:sp>
      <p:sp>
        <p:nvSpPr>
          <p:cNvPr id="4" name="文本占位符 3"/>
          <p:cNvSpPr>
            <a:spLocks noGrp="1"/>
          </p:cNvSpPr>
          <p:nvPr>
            <p:ph type="body" sz="quarter" idx="10"/>
          </p:nvPr>
        </p:nvSpPr>
        <p:spPr/>
        <p:txBody>
          <a:bodyPr/>
          <a:lstStyle/>
          <a:p>
            <a:pPr marL="285750" indent="-285750" defTabSz="801367" fontAlgn="ctr">
              <a:spcBef>
                <a:spcPct val="30000"/>
              </a:spcBef>
              <a:spcAft>
                <a:spcPct val="0"/>
              </a:spcAft>
              <a:buSzPct val="100000"/>
              <a:defRPr/>
            </a:pPr>
            <a:endParaRPr lang="en-US" altLang="zh-CN" sz="1800" kern="0" dirty="0" smtClean="0">
              <a:latin typeface="Huawei Sans" panose="020C0503030203020204" pitchFamily="34" charset="0"/>
              <a:ea typeface="方正兰亭黑简体" panose="02000000000000000000" pitchFamily="2" charset="-122"/>
              <a:sym typeface="Huawei Sans" panose="020C0503030203020204" pitchFamily="34" charset="0"/>
            </a:endParaRPr>
          </a:p>
          <a:p>
            <a:pPr marL="285750" indent="-285750" defTabSz="801367" fontAlgn="ctr">
              <a:spcBef>
                <a:spcPct val="30000"/>
              </a:spcBef>
              <a:spcAft>
                <a:spcPct val="0"/>
              </a:spcAft>
              <a:buSzPct val="100000"/>
              <a:defRPr/>
            </a:pPr>
            <a:endParaRPr lang="en-US" altLang="zh-CN" sz="1800" kern="0" dirty="0">
              <a:latin typeface="Huawei Sans" panose="020C0503030203020204" pitchFamily="34" charset="0"/>
              <a:ea typeface="方正兰亭黑简体" panose="02000000000000000000" pitchFamily="2" charset="-122"/>
              <a:sym typeface="Huawei Sans" panose="020C0503030203020204" pitchFamily="34" charset="0"/>
            </a:endParaRPr>
          </a:p>
          <a:p>
            <a:pPr marL="285750" indent="-285750" defTabSz="801367" fontAlgn="ctr">
              <a:spcBef>
                <a:spcPct val="30000"/>
              </a:spcBef>
              <a:spcAft>
                <a:spcPct val="0"/>
              </a:spcAft>
              <a:buSzPct val="100000"/>
              <a:defRPr/>
            </a:pPr>
            <a:endParaRPr lang="en-US" altLang="zh-CN" sz="1800" kern="0" dirty="0" smtClean="0">
              <a:latin typeface="Huawei Sans" panose="020C0503030203020204" pitchFamily="34" charset="0"/>
              <a:ea typeface="方正兰亭黑简体" panose="02000000000000000000" pitchFamily="2" charset="-122"/>
              <a:sym typeface="Huawei Sans" panose="020C0503030203020204" pitchFamily="34" charset="0"/>
            </a:endParaRPr>
          </a:p>
          <a:p>
            <a:pPr marL="285750" indent="-285750" defTabSz="801367" fontAlgn="ctr">
              <a:spcBef>
                <a:spcPct val="30000"/>
              </a:spcBef>
              <a:spcAft>
                <a:spcPct val="0"/>
              </a:spcAft>
              <a:buSzPct val="100000"/>
              <a:defRPr/>
            </a:pPr>
            <a:endParaRPr lang="en-US" altLang="zh-CN" sz="1800" kern="0" dirty="0">
              <a:latin typeface="Huawei Sans" panose="020C0503030203020204" pitchFamily="34" charset="0"/>
              <a:ea typeface="方正兰亭黑简体" panose="02000000000000000000" pitchFamily="2" charset="-122"/>
              <a:sym typeface="Huawei Sans" panose="020C0503030203020204" pitchFamily="34" charset="0"/>
            </a:endParaRPr>
          </a:p>
          <a:p>
            <a:pPr marL="285750" indent="-285750" defTabSz="801367" fontAlgn="ctr">
              <a:spcBef>
                <a:spcPct val="30000"/>
              </a:spcBef>
              <a:spcAft>
                <a:spcPct val="0"/>
              </a:spcAft>
              <a:buSzPct val="100000"/>
              <a:defRPr/>
            </a:pPr>
            <a:endParaRPr lang="en-US" altLang="zh-CN" sz="1800" kern="0" dirty="0" smtClean="0">
              <a:latin typeface="Huawei Sans" panose="020C0503030203020204" pitchFamily="34" charset="0"/>
              <a:ea typeface="方正兰亭黑简体" panose="02000000000000000000" pitchFamily="2" charset="-122"/>
              <a:sym typeface="Huawei Sans" panose="020C0503030203020204" pitchFamily="34" charset="0"/>
            </a:endParaRPr>
          </a:p>
          <a:p>
            <a:pPr marL="285750" indent="-285750" defTabSz="801367" fontAlgn="ctr">
              <a:spcBef>
                <a:spcPct val="30000"/>
              </a:spcBef>
              <a:spcAft>
                <a:spcPct val="0"/>
              </a:spcAft>
              <a:buSzPct val="100000"/>
              <a:defRPr/>
            </a:pPr>
            <a:endParaRPr lang="en-US" altLang="zh-CN" sz="1800" kern="0" dirty="0">
              <a:latin typeface="Huawei Sans" panose="020C0503030203020204" pitchFamily="34" charset="0"/>
              <a:ea typeface="方正兰亭黑简体" panose="02000000000000000000" pitchFamily="2" charset="-122"/>
              <a:sym typeface="Huawei Sans" panose="020C0503030203020204" pitchFamily="34" charset="0"/>
            </a:endParaRPr>
          </a:p>
          <a:p>
            <a:pPr marL="285750" indent="-285750" defTabSz="801367" fontAlgn="ctr">
              <a:spcBef>
                <a:spcPct val="30000"/>
              </a:spcBef>
              <a:spcAft>
                <a:spcPct val="0"/>
              </a:spcAft>
              <a:buSzPct val="100000"/>
              <a:defRPr/>
            </a:pPr>
            <a:endParaRPr lang="en-US" altLang="zh-CN" sz="1800" kern="0" dirty="0" smtClean="0">
              <a:latin typeface="Huawei Sans" panose="020C0503030203020204" pitchFamily="34" charset="0"/>
              <a:ea typeface="方正兰亭黑简体" panose="02000000000000000000" pitchFamily="2" charset="-122"/>
              <a:sym typeface="Huawei Sans" panose="020C0503030203020204" pitchFamily="34" charset="0"/>
            </a:endParaRPr>
          </a:p>
          <a:p>
            <a:pPr marL="285750" indent="-285750" defTabSz="801367" fontAlgn="ctr">
              <a:spcBef>
                <a:spcPct val="30000"/>
              </a:spcBef>
              <a:spcAft>
                <a:spcPct val="0"/>
              </a:spcAft>
              <a:buSzPct val="100000"/>
              <a:defRPr/>
            </a:pPr>
            <a:endParaRPr lang="en-US" altLang="zh-CN" sz="1800" kern="0" dirty="0">
              <a:latin typeface="Huawei Sans" panose="020C0503030203020204" pitchFamily="34" charset="0"/>
              <a:ea typeface="方正兰亭黑简体" panose="02000000000000000000" pitchFamily="2" charset="-122"/>
              <a:sym typeface="Huawei Sans" panose="020C0503030203020204" pitchFamily="34" charset="0"/>
            </a:endParaRPr>
          </a:p>
          <a:p>
            <a:pPr marL="285750" indent="-285750" defTabSz="801367" fontAlgn="ctr">
              <a:spcBef>
                <a:spcPct val="30000"/>
              </a:spcBef>
              <a:spcAft>
                <a:spcPct val="0"/>
              </a:spcAft>
              <a:buSzPct val="100000"/>
              <a:defRPr/>
            </a:pPr>
            <a:r>
              <a:rPr lang="zh-CN" altLang="en-US" sz="1800" kern="0" dirty="0" smtClean="0">
                <a:latin typeface="Huawei Sans" panose="020C0503030203020204" pitchFamily="34" charset="0"/>
                <a:ea typeface="方正兰亭黑简体" panose="02000000000000000000" pitchFamily="2" charset="-122"/>
                <a:sym typeface="Huawei Sans" panose="020C0503030203020204" pitchFamily="34" charset="0"/>
              </a:rPr>
              <a:t>交换机</a:t>
            </a:r>
            <a:r>
              <a:rPr lang="zh-CN" altLang="en-US" sz="1800" kern="0" dirty="0">
                <a:latin typeface="Huawei Sans" panose="020C0503030203020204" pitchFamily="34" charset="0"/>
                <a:ea typeface="方正兰亭黑简体" panose="02000000000000000000" pitchFamily="2" charset="-122"/>
                <a:sym typeface="Huawei Sans" panose="020C0503030203020204" pitchFamily="34" charset="0"/>
              </a:rPr>
              <a:t>多虚一：堆叠交换机对外表现为一台逻辑交换机，控制平面合一，统一管理。</a:t>
            </a:r>
            <a:endParaRPr lang="en-US" altLang="zh-CN" sz="1800" kern="0" dirty="0">
              <a:latin typeface="Huawei Sans" panose="020C0503030203020204" pitchFamily="34" charset="0"/>
              <a:ea typeface="方正兰亭黑简体" panose="02000000000000000000" pitchFamily="2" charset="-122"/>
              <a:sym typeface="Huawei Sans" panose="020C0503030203020204" pitchFamily="34" charset="0"/>
            </a:endParaRPr>
          </a:p>
          <a:p>
            <a:pPr marL="285750" indent="-285750" defTabSz="801367" fontAlgn="ctr">
              <a:spcBef>
                <a:spcPct val="30000"/>
              </a:spcBef>
              <a:spcAft>
                <a:spcPct val="0"/>
              </a:spcAft>
              <a:buSzPct val="100000"/>
              <a:defRPr/>
            </a:pPr>
            <a:r>
              <a:rPr lang="zh-CN" altLang="en-US" sz="1800" kern="0" dirty="0">
                <a:latin typeface="Huawei Sans" panose="020C0503030203020204" pitchFamily="34" charset="0"/>
                <a:ea typeface="方正兰亭黑简体" panose="02000000000000000000" pitchFamily="2" charset="-122"/>
                <a:sym typeface="Huawei Sans" panose="020C0503030203020204" pitchFamily="34" charset="0"/>
              </a:rPr>
              <a:t>转发平面合一：堆叠内物理设备转发平面合一，转发信息共享并实时同步。</a:t>
            </a:r>
            <a:endParaRPr lang="en-US" altLang="zh-CN" sz="1800" kern="0" dirty="0">
              <a:latin typeface="Huawei Sans" panose="020C0503030203020204" pitchFamily="34" charset="0"/>
              <a:ea typeface="方正兰亭黑简体" panose="02000000000000000000" pitchFamily="2" charset="-122"/>
              <a:sym typeface="Huawei Sans" panose="020C0503030203020204" pitchFamily="34" charset="0"/>
            </a:endParaRPr>
          </a:p>
          <a:p>
            <a:pPr marL="285750" indent="-285750" defTabSz="801367" fontAlgn="ctr">
              <a:spcBef>
                <a:spcPct val="30000"/>
              </a:spcBef>
              <a:spcAft>
                <a:spcPct val="0"/>
              </a:spcAft>
              <a:buSzPct val="100000"/>
              <a:defRPr/>
            </a:pPr>
            <a:r>
              <a:rPr lang="zh-CN" altLang="en-US" sz="1800" kern="0" dirty="0">
                <a:latin typeface="Huawei Sans" panose="020C0503030203020204" pitchFamily="34" charset="0"/>
                <a:ea typeface="方正兰亭黑简体" panose="02000000000000000000" pitchFamily="2" charset="-122"/>
                <a:sym typeface="Huawei Sans" panose="020C0503030203020204" pitchFamily="34" charset="0"/>
              </a:rPr>
              <a:t>跨设备链路聚合：跨物理设备的链路被聚合成一个</a:t>
            </a:r>
            <a:r>
              <a:rPr lang="en-US" altLang="zh-CN" sz="1800" kern="0" dirty="0">
                <a:latin typeface="Huawei Sans" panose="020C0503030203020204" pitchFamily="34" charset="0"/>
                <a:ea typeface="方正兰亭黑简体" panose="02000000000000000000" pitchFamily="2" charset="-122"/>
                <a:sym typeface="Huawei Sans" panose="020C0503030203020204" pitchFamily="34" charset="0"/>
              </a:rPr>
              <a:t>Eth-Trunk</a:t>
            </a:r>
            <a:r>
              <a:rPr lang="zh-CN" altLang="en-US" sz="1800" kern="0" dirty="0">
                <a:latin typeface="Huawei Sans" panose="020C0503030203020204" pitchFamily="34" charset="0"/>
                <a:ea typeface="方正兰亭黑简体" panose="02000000000000000000" pitchFamily="2" charset="-122"/>
                <a:sym typeface="Huawei Sans" panose="020C0503030203020204" pitchFamily="34" charset="0"/>
              </a:rPr>
              <a:t>端口，和下游设备实现互联。</a:t>
            </a:r>
            <a:endParaRPr lang="en-US" altLang="zh-CN" sz="1800" kern="0" dirty="0">
              <a:latin typeface="Huawei Sans" panose="020C0503030203020204" pitchFamily="34" charset="0"/>
              <a:ea typeface="方正兰亭黑简体" panose="02000000000000000000" pitchFamily="2" charset="-122"/>
              <a:sym typeface="Huawei Sans" panose="020C0503030203020204" pitchFamily="34" charset="0"/>
            </a:endParaRPr>
          </a:p>
          <a:p>
            <a:endParaRPr lang="zh-CN" altLang="en-US" sz="1800" dirty="0"/>
          </a:p>
        </p:txBody>
      </p:sp>
      <p:sp>
        <p:nvSpPr>
          <p:cNvPr id="195" name="圆角矩形 194"/>
          <p:cNvSpPr/>
          <p:nvPr/>
        </p:nvSpPr>
        <p:spPr>
          <a:xfrm>
            <a:off x="6336610" y="3687770"/>
            <a:ext cx="943714" cy="579457"/>
          </a:xfrm>
          <a:prstGeom prst="roundRect">
            <a:avLst>
              <a:gd name="adj" fmla="val 4236"/>
            </a:avLst>
          </a:prstGeom>
          <a:solidFill>
            <a:schemeClr val="bg1">
              <a:lumMod val="9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96" name="圆角矩形 195"/>
          <p:cNvSpPr/>
          <p:nvPr/>
        </p:nvSpPr>
        <p:spPr>
          <a:xfrm>
            <a:off x="7574506" y="3687770"/>
            <a:ext cx="943714" cy="579457"/>
          </a:xfrm>
          <a:prstGeom prst="roundRect">
            <a:avLst>
              <a:gd name="adj" fmla="val 4236"/>
            </a:avLst>
          </a:prstGeom>
          <a:solidFill>
            <a:schemeClr val="bg1">
              <a:lumMod val="9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6" name="圆角矩形 115"/>
          <p:cNvSpPr/>
          <p:nvPr/>
        </p:nvSpPr>
        <p:spPr>
          <a:xfrm>
            <a:off x="2773233" y="2203546"/>
            <a:ext cx="1388254" cy="579457"/>
          </a:xfrm>
          <a:prstGeom prst="roundRect">
            <a:avLst>
              <a:gd name="adj" fmla="val 4236"/>
            </a:avLst>
          </a:prstGeom>
          <a:solidFill>
            <a:schemeClr val="bg1">
              <a:lumMod val="9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9" name="圆角矩形 118"/>
          <p:cNvSpPr/>
          <p:nvPr/>
        </p:nvSpPr>
        <p:spPr>
          <a:xfrm>
            <a:off x="3507443" y="3694275"/>
            <a:ext cx="1388254" cy="579457"/>
          </a:xfrm>
          <a:prstGeom prst="roundRect">
            <a:avLst>
              <a:gd name="adj" fmla="val 4236"/>
            </a:avLst>
          </a:prstGeom>
          <a:solidFill>
            <a:schemeClr val="bg1">
              <a:lumMod val="9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20" name="圆角矩形 119"/>
          <p:cNvSpPr/>
          <p:nvPr/>
        </p:nvSpPr>
        <p:spPr>
          <a:xfrm>
            <a:off x="2046367" y="3694276"/>
            <a:ext cx="1388254" cy="579457"/>
          </a:xfrm>
          <a:prstGeom prst="roundRect">
            <a:avLst>
              <a:gd name="adj" fmla="val 4236"/>
            </a:avLst>
          </a:prstGeom>
          <a:solidFill>
            <a:schemeClr val="bg1">
              <a:lumMod val="9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77" name="直接连接符 76"/>
          <p:cNvCxnSpPr>
            <a:stCxn id="55" idx="3"/>
          </p:cNvCxnSpPr>
          <p:nvPr/>
        </p:nvCxnSpPr>
        <p:spPr bwMode="auto">
          <a:xfrm>
            <a:off x="3395352" y="2485570"/>
            <a:ext cx="199763" cy="0"/>
          </a:xfrm>
          <a:prstGeom prst="line">
            <a:avLst/>
          </a:prstGeom>
          <a:solidFill>
            <a:schemeClr val="accent1"/>
          </a:solidFill>
          <a:ln w="19050" cap="flat" cmpd="sng" algn="ctr">
            <a:solidFill>
              <a:srgbClr val="00B0F0"/>
            </a:solidFill>
            <a:prstDash val="solid"/>
            <a:round/>
            <a:headEnd type="none" w="med" len="med"/>
            <a:tailEnd type="none" w="med" len="med"/>
          </a:ln>
          <a:effectLst/>
        </p:spPr>
      </p:cxnSp>
      <p:cxnSp>
        <p:nvCxnSpPr>
          <p:cNvPr id="85" name="直接连接符 84"/>
          <p:cNvCxnSpPr/>
          <p:nvPr/>
        </p:nvCxnSpPr>
        <p:spPr bwMode="auto">
          <a:xfrm flipH="1">
            <a:off x="2381363" y="2715809"/>
            <a:ext cx="725208" cy="1047373"/>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88" name="直接连接符 87"/>
          <p:cNvCxnSpPr/>
          <p:nvPr/>
        </p:nvCxnSpPr>
        <p:spPr bwMode="auto">
          <a:xfrm flipH="1">
            <a:off x="2381363" y="2715809"/>
            <a:ext cx="1450415" cy="1047373"/>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91" name="直接连接符 90"/>
          <p:cNvCxnSpPr/>
          <p:nvPr/>
        </p:nvCxnSpPr>
        <p:spPr bwMode="auto">
          <a:xfrm>
            <a:off x="3106571" y="2715809"/>
            <a:ext cx="0" cy="1047373"/>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94" name="直接连接符 93"/>
          <p:cNvCxnSpPr/>
          <p:nvPr/>
        </p:nvCxnSpPr>
        <p:spPr bwMode="auto">
          <a:xfrm flipH="1">
            <a:off x="3106571" y="2715809"/>
            <a:ext cx="725208" cy="1047373"/>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98" name="直接连接符 97"/>
          <p:cNvCxnSpPr/>
          <p:nvPr/>
        </p:nvCxnSpPr>
        <p:spPr bwMode="auto">
          <a:xfrm>
            <a:off x="3106571" y="2715809"/>
            <a:ext cx="728922" cy="1031614"/>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101" name="直接连接符 100"/>
          <p:cNvCxnSpPr/>
          <p:nvPr/>
        </p:nvCxnSpPr>
        <p:spPr bwMode="auto">
          <a:xfrm>
            <a:off x="3106571" y="2715809"/>
            <a:ext cx="1454130" cy="1031614"/>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104" name="直接连接符 103"/>
          <p:cNvCxnSpPr/>
          <p:nvPr/>
        </p:nvCxnSpPr>
        <p:spPr bwMode="auto">
          <a:xfrm>
            <a:off x="3831778" y="2715809"/>
            <a:ext cx="3715" cy="1031614"/>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105" name="直接连接符 104"/>
          <p:cNvCxnSpPr/>
          <p:nvPr/>
        </p:nvCxnSpPr>
        <p:spPr bwMode="auto">
          <a:xfrm>
            <a:off x="3831779" y="2715809"/>
            <a:ext cx="728922" cy="1031614"/>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110" name="直接连接符 109"/>
          <p:cNvCxnSpPr/>
          <p:nvPr/>
        </p:nvCxnSpPr>
        <p:spPr bwMode="auto">
          <a:xfrm>
            <a:off x="2651258" y="3984004"/>
            <a:ext cx="185419" cy="0"/>
          </a:xfrm>
          <a:prstGeom prst="line">
            <a:avLst/>
          </a:prstGeom>
          <a:solidFill>
            <a:schemeClr val="accent1"/>
          </a:solidFill>
          <a:ln w="19050" cap="flat" cmpd="sng" algn="ctr">
            <a:solidFill>
              <a:srgbClr val="00B0F0"/>
            </a:solidFill>
            <a:prstDash val="solid"/>
            <a:round/>
            <a:headEnd type="none" w="med" len="med"/>
            <a:tailEnd type="none" w="med" len="med"/>
          </a:ln>
          <a:effectLst/>
        </p:spPr>
      </p:cxnSp>
      <p:cxnSp>
        <p:nvCxnSpPr>
          <p:cNvPr id="113" name="直接连接符 112"/>
          <p:cNvCxnSpPr/>
          <p:nvPr/>
        </p:nvCxnSpPr>
        <p:spPr bwMode="auto">
          <a:xfrm>
            <a:off x="4105388" y="3968245"/>
            <a:ext cx="185419" cy="0"/>
          </a:xfrm>
          <a:prstGeom prst="line">
            <a:avLst/>
          </a:prstGeom>
          <a:solidFill>
            <a:schemeClr val="accent1"/>
          </a:solidFill>
          <a:ln w="19050" cap="flat" cmpd="sng" algn="ctr">
            <a:solidFill>
              <a:srgbClr val="00B0F0"/>
            </a:solidFill>
            <a:prstDash val="solid"/>
            <a:round/>
            <a:headEnd type="none" w="med" len="med"/>
            <a:tailEnd type="none" w="med" len="med"/>
          </a:ln>
          <a:effectLst/>
        </p:spPr>
      </p:cxnSp>
      <p:cxnSp>
        <p:nvCxnSpPr>
          <p:cNvPr id="125" name="直接连接符 124"/>
          <p:cNvCxnSpPr/>
          <p:nvPr/>
        </p:nvCxnSpPr>
        <p:spPr bwMode="auto">
          <a:xfrm>
            <a:off x="1953759" y="3141927"/>
            <a:ext cx="3223679" cy="0"/>
          </a:xfrm>
          <a:prstGeom prst="line">
            <a:avLst/>
          </a:prstGeom>
          <a:solidFill>
            <a:schemeClr val="accent1"/>
          </a:solidFill>
          <a:ln w="19050" cap="flat" cmpd="sng" algn="ctr">
            <a:solidFill>
              <a:srgbClr val="D8D8D8"/>
            </a:solidFill>
            <a:prstDash val="lgDash"/>
            <a:round/>
            <a:headEnd type="none" w="med" len="med"/>
            <a:tailEnd type="none" w="med" len="med"/>
          </a:ln>
          <a:effectLst/>
        </p:spPr>
      </p:cxnSp>
      <p:sp>
        <p:nvSpPr>
          <p:cNvPr id="131" name="TextBox 77"/>
          <p:cNvSpPr txBox="1"/>
          <p:nvPr/>
        </p:nvSpPr>
        <p:spPr bwMode="auto">
          <a:xfrm>
            <a:off x="2050715" y="4276647"/>
            <a:ext cx="3029766" cy="316268"/>
          </a:xfrm>
          <a:prstGeom prst="rect">
            <a:avLst/>
          </a:prstGeom>
          <a:noFill/>
          <a:ln w="9525">
            <a:noFill/>
            <a:miter lim="800000"/>
            <a:headEnd/>
            <a:tailEnd/>
          </a:ln>
        </p:spPr>
        <p:txBody>
          <a:bodyPr wrap="square" lIns="99941" tIns="49966" rIns="99941" bIns="49966" rtlCol="0">
            <a:spAutoFit/>
          </a:bodyPr>
          <a:lstStyle/>
          <a:p>
            <a:pPr algn="ctr" defTabSz="1001248" eaLnBrk="0" hangingPunct="0"/>
            <a:r>
              <a:rPr lang="en-US" altLang="zh-CN" sz="1399" dirty="0">
                <a:solidFill>
                  <a:srgbClr val="000000"/>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CSS</a:t>
            </a:r>
            <a:r>
              <a:rPr lang="zh-CN" altLang="en-US" sz="1399" dirty="0">
                <a:solidFill>
                  <a:srgbClr val="000000"/>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a:t>
            </a:r>
            <a:r>
              <a:rPr lang="en-US" altLang="zh-CN" sz="1399" dirty="0" err="1">
                <a:solidFill>
                  <a:srgbClr val="000000"/>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iStack</a:t>
            </a:r>
            <a:r>
              <a:rPr lang="zh-CN" altLang="en-US" sz="1399" dirty="0">
                <a:solidFill>
                  <a:srgbClr val="000000"/>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网络的物理形态</a:t>
            </a:r>
            <a:endParaRPr lang="en-US" altLang="zh-CN" sz="1399" dirty="0">
              <a:solidFill>
                <a:srgbClr val="000000"/>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sp>
        <p:nvSpPr>
          <p:cNvPr id="135" name="圆角矩形 134"/>
          <p:cNvSpPr/>
          <p:nvPr/>
        </p:nvSpPr>
        <p:spPr>
          <a:xfrm>
            <a:off x="6983664" y="2203546"/>
            <a:ext cx="943714" cy="579457"/>
          </a:xfrm>
          <a:prstGeom prst="roundRect">
            <a:avLst>
              <a:gd name="adj" fmla="val 4236"/>
            </a:avLst>
          </a:prstGeom>
          <a:solidFill>
            <a:schemeClr val="bg1">
              <a:lumMod val="9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145" name="直接连接符 144"/>
          <p:cNvCxnSpPr>
            <a:endCxn id="159" idx="0"/>
          </p:cNvCxnSpPr>
          <p:nvPr/>
        </p:nvCxnSpPr>
        <p:spPr bwMode="auto">
          <a:xfrm flipH="1">
            <a:off x="6831111" y="2723892"/>
            <a:ext cx="624410" cy="1048359"/>
          </a:xfrm>
          <a:prstGeom prst="line">
            <a:avLst/>
          </a:prstGeom>
          <a:solidFill>
            <a:schemeClr val="accent1"/>
          </a:solidFill>
          <a:ln w="19050" cap="flat" cmpd="sng" algn="ctr">
            <a:solidFill>
              <a:schemeClr val="tx1"/>
            </a:solidFill>
            <a:prstDash val="solid"/>
            <a:round/>
            <a:headEnd type="none" w="med" len="med"/>
            <a:tailEnd type="none" w="med" len="med"/>
          </a:ln>
          <a:effectLst/>
        </p:spPr>
      </p:cxnSp>
      <p:sp>
        <p:nvSpPr>
          <p:cNvPr id="155" name="TextBox 77"/>
          <p:cNvSpPr txBox="1"/>
          <p:nvPr/>
        </p:nvSpPr>
        <p:spPr bwMode="auto">
          <a:xfrm>
            <a:off x="7280323" y="2350523"/>
            <a:ext cx="1390745" cy="316268"/>
          </a:xfrm>
          <a:prstGeom prst="rect">
            <a:avLst/>
          </a:prstGeom>
          <a:noFill/>
          <a:ln w="9525">
            <a:noFill/>
            <a:miter lim="800000"/>
            <a:headEnd/>
            <a:tailEnd/>
          </a:ln>
        </p:spPr>
        <p:txBody>
          <a:bodyPr wrap="square" lIns="99941" tIns="49966" rIns="99941" bIns="49966" rtlCol="0">
            <a:spAutoFit/>
          </a:bodyPr>
          <a:lstStyle/>
          <a:p>
            <a:pPr algn="ctr" defTabSz="1001248" eaLnBrk="0" hangingPunct="0"/>
            <a:r>
              <a:rPr lang="en-US" altLang="zh-CN" sz="1399" dirty="0">
                <a:solidFill>
                  <a:srgbClr val="000000"/>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CSS</a:t>
            </a:r>
          </a:p>
        </p:txBody>
      </p:sp>
      <p:sp>
        <p:nvSpPr>
          <p:cNvPr id="156" name="TextBox 77"/>
          <p:cNvSpPr txBox="1"/>
          <p:nvPr/>
        </p:nvSpPr>
        <p:spPr bwMode="auto">
          <a:xfrm>
            <a:off x="8005191" y="3908923"/>
            <a:ext cx="1644932" cy="316268"/>
          </a:xfrm>
          <a:prstGeom prst="rect">
            <a:avLst/>
          </a:prstGeom>
          <a:noFill/>
          <a:ln w="9525">
            <a:noFill/>
            <a:miter lim="800000"/>
            <a:headEnd/>
            <a:tailEnd/>
          </a:ln>
        </p:spPr>
        <p:txBody>
          <a:bodyPr wrap="square" lIns="99941" tIns="49966" rIns="99941" bIns="49966" rtlCol="0">
            <a:spAutoFit/>
          </a:bodyPr>
          <a:lstStyle/>
          <a:p>
            <a:pPr algn="ctr" defTabSz="1001248" eaLnBrk="0" hangingPunct="0"/>
            <a:r>
              <a:rPr lang="en-US" altLang="zh-CN" sz="1399" dirty="0" err="1">
                <a:solidFill>
                  <a:srgbClr val="000000"/>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iStack</a:t>
            </a:r>
            <a:endParaRPr lang="en-US" altLang="zh-CN" sz="1399" dirty="0">
              <a:solidFill>
                <a:srgbClr val="000000"/>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sp>
        <p:nvSpPr>
          <p:cNvPr id="158" name="TextBox 77"/>
          <p:cNvSpPr txBox="1"/>
          <p:nvPr/>
        </p:nvSpPr>
        <p:spPr bwMode="auto">
          <a:xfrm>
            <a:off x="5884636" y="4273732"/>
            <a:ext cx="3029766" cy="316268"/>
          </a:xfrm>
          <a:prstGeom prst="rect">
            <a:avLst/>
          </a:prstGeom>
          <a:noFill/>
          <a:ln w="9525">
            <a:noFill/>
            <a:miter lim="800000"/>
            <a:headEnd/>
            <a:tailEnd/>
          </a:ln>
        </p:spPr>
        <p:txBody>
          <a:bodyPr wrap="square" lIns="99941" tIns="49966" rIns="99941" bIns="49966" rtlCol="0">
            <a:spAutoFit/>
          </a:bodyPr>
          <a:lstStyle/>
          <a:p>
            <a:pPr algn="ctr" defTabSz="1001248" eaLnBrk="0" hangingPunct="0"/>
            <a:r>
              <a:rPr lang="en-US" altLang="zh-CN" sz="1399" dirty="0">
                <a:solidFill>
                  <a:srgbClr val="000000"/>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CSS</a:t>
            </a:r>
            <a:r>
              <a:rPr lang="zh-CN" altLang="en-US" sz="1399" dirty="0">
                <a:solidFill>
                  <a:srgbClr val="000000"/>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a:t>
            </a:r>
            <a:r>
              <a:rPr lang="en-US" altLang="zh-CN" sz="1399" dirty="0" err="1">
                <a:solidFill>
                  <a:srgbClr val="000000"/>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iStack</a:t>
            </a:r>
            <a:r>
              <a:rPr lang="zh-CN" altLang="en-US" sz="1399" dirty="0">
                <a:solidFill>
                  <a:srgbClr val="000000"/>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网络的逻辑形态</a:t>
            </a:r>
            <a:endParaRPr lang="en-US" altLang="zh-CN" sz="1399" dirty="0">
              <a:solidFill>
                <a:srgbClr val="000000"/>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pic>
        <p:nvPicPr>
          <p:cNvPr id="159" name="图片 158"/>
          <p:cNvPicPr>
            <a:picLocks/>
          </p:cNvPicPr>
          <p:nvPr/>
        </p:nvPicPr>
        <p:blipFill>
          <a:blip r:embed="rId3" cstate="print">
            <a:extLst>
              <a:ext uri="{28A0092B-C50C-407E-A947-70E740481C1C}">
                <a14:useLocalDpi xmlns:a14="http://schemas.microsoft.com/office/drawing/2010/main" val="0"/>
              </a:ext>
            </a:extLst>
          </a:blip>
          <a:stretch>
            <a:fillRect/>
          </a:stretch>
        </p:blipFill>
        <p:spPr>
          <a:xfrm>
            <a:off x="6561216" y="3772251"/>
            <a:ext cx="539789" cy="442627"/>
          </a:xfrm>
          <a:prstGeom prst="rect">
            <a:avLst/>
          </a:prstGeom>
        </p:spPr>
      </p:pic>
      <p:pic>
        <p:nvPicPr>
          <p:cNvPr id="171" name="图片 170"/>
          <p:cNvPicPr>
            <a:picLocks/>
          </p:cNvPicPr>
          <p:nvPr/>
        </p:nvPicPr>
        <p:blipFill>
          <a:blip r:embed="rId3" cstate="print">
            <a:extLst>
              <a:ext uri="{28A0092B-C50C-407E-A947-70E740481C1C}">
                <a14:useLocalDpi xmlns:a14="http://schemas.microsoft.com/office/drawing/2010/main" val="0"/>
              </a:ext>
            </a:extLst>
          </a:blip>
          <a:stretch>
            <a:fillRect/>
          </a:stretch>
        </p:blipFill>
        <p:spPr>
          <a:xfrm>
            <a:off x="7810037" y="3772251"/>
            <a:ext cx="539789" cy="442627"/>
          </a:xfrm>
          <a:prstGeom prst="rect">
            <a:avLst/>
          </a:prstGeom>
        </p:spPr>
      </p:pic>
      <p:cxnSp>
        <p:nvCxnSpPr>
          <p:cNvPr id="183" name="直接连接符 182"/>
          <p:cNvCxnSpPr>
            <a:endCxn id="171" idx="0"/>
          </p:cNvCxnSpPr>
          <p:nvPr/>
        </p:nvCxnSpPr>
        <p:spPr bwMode="auto">
          <a:xfrm>
            <a:off x="7455521" y="2723892"/>
            <a:ext cx="624410" cy="1048359"/>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190" name="直接连接符 189"/>
          <p:cNvCxnSpPr/>
          <p:nvPr/>
        </p:nvCxnSpPr>
        <p:spPr bwMode="auto">
          <a:xfrm flipH="1">
            <a:off x="6746490" y="2723892"/>
            <a:ext cx="624410" cy="1048359"/>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191" name="直接连接符 190"/>
          <p:cNvCxnSpPr/>
          <p:nvPr/>
        </p:nvCxnSpPr>
        <p:spPr bwMode="auto">
          <a:xfrm>
            <a:off x="7534187" y="2723892"/>
            <a:ext cx="624410" cy="1048359"/>
          </a:xfrm>
          <a:prstGeom prst="line">
            <a:avLst/>
          </a:prstGeom>
          <a:solidFill>
            <a:schemeClr val="accent1"/>
          </a:solidFill>
          <a:ln w="19050" cap="flat" cmpd="sng" algn="ctr">
            <a:solidFill>
              <a:schemeClr val="tx1"/>
            </a:solidFill>
            <a:prstDash val="solid"/>
            <a:round/>
            <a:headEnd type="none" w="med" len="med"/>
            <a:tailEnd type="none" w="med" len="med"/>
          </a:ln>
          <a:effectLst/>
        </p:spPr>
      </p:cxnSp>
      <p:sp>
        <p:nvSpPr>
          <p:cNvPr id="193" name="椭圆 192"/>
          <p:cNvSpPr/>
          <p:nvPr/>
        </p:nvSpPr>
        <p:spPr bwMode="auto">
          <a:xfrm rot="5400000">
            <a:off x="7067931" y="3047516"/>
            <a:ext cx="60193" cy="624411"/>
          </a:xfrm>
          <a:prstGeom prst="ellipse">
            <a:avLst/>
          </a:prstGeom>
          <a:noFill/>
          <a:ln w="25400" cap="flat" cmpd="sng" algn="ctr">
            <a:solidFill>
              <a:srgbClr val="FFD17D"/>
            </a:solidFill>
            <a:prstDash val="solid"/>
          </a:ln>
          <a:effectLst/>
        </p:spPr>
        <p:txBody>
          <a:bodyPr rtlCol="0" anchor="ctr"/>
          <a:lstStyle/>
          <a:p>
            <a:pPr algn="ctr" defTabSz="914034"/>
            <a:endParaRPr lang="zh-CN" altLang="en-US" sz="1799" kern="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94" name="椭圆 193"/>
          <p:cNvSpPr/>
          <p:nvPr/>
        </p:nvSpPr>
        <p:spPr bwMode="auto">
          <a:xfrm rot="5400000">
            <a:off x="7816297" y="3047516"/>
            <a:ext cx="60193" cy="624411"/>
          </a:xfrm>
          <a:prstGeom prst="ellipse">
            <a:avLst/>
          </a:prstGeom>
          <a:noFill/>
          <a:ln w="25400" cap="flat" cmpd="sng" algn="ctr">
            <a:solidFill>
              <a:srgbClr val="FFD17D"/>
            </a:solidFill>
            <a:prstDash val="solid"/>
          </a:ln>
          <a:effectLst/>
        </p:spPr>
        <p:txBody>
          <a:bodyPr rtlCol="0" anchor="ctr"/>
          <a:lstStyle/>
          <a:p>
            <a:pPr algn="ctr" defTabSz="914034"/>
            <a:endParaRPr lang="zh-CN" altLang="en-US" sz="1799" kern="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202" name="直接连接符 201"/>
          <p:cNvCxnSpPr/>
          <p:nvPr/>
        </p:nvCxnSpPr>
        <p:spPr bwMode="auto">
          <a:xfrm>
            <a:off x="6831112" y="3141927"/>
            <a:ext cx="1611839" cy="0"/>
          </a:xfrm>
          <a:prstGeom prst="line">
            <a:avLst/>
          </a:prstGeom>
          <a:solidFill>
            <a:schemeClr val="accent1"/>
          </a:solidFill>
          <a:ln w="19050" cap="flat" cmpd="sng" algn="ctr">
            <a:solidFill>
              <a:srgbClr val="D8D8D8"/>
            </a:solidFill>
            <a:prstDash val="lgDash"/>
            <a:round/>
            <a:headEnd type="none" w="med" len="med"/>
            <a:tailEnd type="none" w="med" len="med"/>
          </a:ln>
          <a:effectLst/>
        </p:spPr>
      </p:cxnSp>
      <p:sp>
        <p:nvSpPr>
          <p:cNvPr id="76" name="圆角矩形 75"/>
          <p:cNvSpPr/>
          <p:nvPr/>
        </p:nvSpPr>
        <p:spPr>
          <a:xfrm>
            <a:off x="9130417" y="1243047"/>
            <a:ext cx="2439391" cy="1764372"/>
          </a:xfrm>
          <a:prstGeom prst="roundRect">
            <a:avLst>
              <a:gd name="adj" fmla="val 7486"/>
            </a:avLst>
          </a:prstGeom>
          <a:solidFill>
            <a:srgbClr val="FFFFCC"/>
          </a:solidFill>
          <a:ln w="12700">
            <a:solidFill>
              <a:srgbClr val="FFD17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1381" indent="-171381">
              <a:lnSpc>
                <a:spcPts val="2199"/>
              </a:lnSpc>
              <a:buFont typeface="Arial" panose="020B0604020202020204" pitchFamily="34" charset="0"/>
              <a:buChar char="•"/>
            </a:pPr>
            <a:r>
              <a:rPr lang="zh-CN" altLang="en-US" sz="1399"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逻辑上一台设备，简化运维，方便管理。</a:t>
            </a:r>
            <a:endParaRPr lang="en-US" altLang="zh-CN" sz="1399"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p>
            <a:pPr marL="171381" indent="-171381">
              <a:lnSpc>
                <a:spcPts val="2199"/>
              </a:lnSpc>
              <a:buFont typeface="Arial" panose="020B0604020202020204" pitchFamily="34" charset="0"/>
              <a:buChar char="•"/>
            </a:pPr>
            <a:r>
              <a:rPr lang="zh-CN" altLang="en-US" sz="1399"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一台物理设备故障，其他设备可以接管转发、控制平台，避免了单点</a:t>
            </a:r>
            <a:r>
              <a:rPr lang="zh-CN" altLang="en-US" sz="1399" dirty="0" smtClean="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故障</a:t>
            </a:r>
            <a:r>
              <a:rPr lang="zh-CN" altLang="en-US" sz="1399"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t>
            </a:r>
            <a:endParaRPr lang="en-US" altLang="zh-CN" sz="1399"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8" name="Right Arrow 58"/>
          <p:cNvSpPr/>
          <p:nvPr/>
        </p:nvSpPr>
        <p:spPr bwMode="auto">
          <a:xfrm rot="20316974">
            <a:off x="8053752" y="2137134"/>
            <a:ext cx="1012052" cy="255171"/>
          </a:xfrm>
          <a:prstGeom prst="rightArrow">
            <a:avLst/>
          </a:prstGeom>
          <a:gradFill flip="none" rotWithShape="1">
            <a:gsLst>
              <a:gs pos="15000">
                <a:schemeClr val="accent1">
                  <a:lumMod val="5000"/>
                  <a:lumOff val="95000"/>
                  <a:alpha val="0"/>
                </a:schemeClr>
              </a:gs>
              <a:gs pos="81000">
                <a:srgbClr val="FFCC66"/>
              </a:gs>
            </a:gsLst>
            <a:lin ang="0" scaled="1"/>
            <a:tileRect/>
          </a:gradFill>
          <a:ln w="12700">
            <a:gradFill flip="none" rotWithShape="1">
              <a:gsLst>
                <a:gs pos="11000">
                  <a:schemeClr val="accent1">
                    <a:lumMod val="0"/>
                    <a:lumOff val="100000"/>
                    <a:alpha val="0"/>
                  </a:schemeClr>
                </a:gs>
                <a:gs pos="67000">
                  <a:srgbClr val="FF9933"/>
                </a:gs>
              </a:gsLst>
              <a:lin ang="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9" name="Right Arrow 58"/>
          <p:cNvSpPr/>
          <p:nvPr/>
        </p:nvSpPr>
        <p:spPr bwMode="auto">
          <a:xfrm rot="899626">
            <a:off x="7824580" y="3368507"/>
            <a:ext cx="1247609" cy="205142"/>
          </a:xfrm>
          <a:prstGeom prst="rightArrow">
            <a:avLst/>
          </a:prstGeom>
          <a:gradFill flip="none" rotWithShape="1">
            <a:gsLst>
              <a:gs pos="15000">
                <a:schemeClr val="accent1">
                  <a:lumMod val="5000"/>
                  <a:lumOff val="95000"/>
                  <a:alpha val="0"/>
                </a:schemeClr>
              </a:gs>
              <a:gs pos="81000">
                <a:srgbClr val="FFCC66"/>
              </a:gs>
            </a:gsLst>
            <a:lin ang="0" scaled="1"/>
            <a:tileRect/>
          </a:gradFill>
          <a:ln w="12700">
            <a:gradFill flip="none" rotWithShape="1">
              <a:gsLst>
                <a:gs pos="11000">
                  <a:schemeClr val="accent1">
                    <a:lumMod val="0"/>
                    <a:lumOff val="100000"/>
                    <a:alpha val="0"/>
                  </a:schemeClr>
                </a:gs>
                <a:gs pos="67000">
                  <a:srgbClr val="FF9933"/>
                </a:gs>
              </a:gsLst>
              <a:lin ang="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0" name="圆角矩形 79"/>
          <p:cNvSpPr/>
          <p:nvPr/>
        </p:nvSpPr>
        <p:spPr>
          <a:xfrm>
            <a:off x="9128836" y="3177261"/>
            <a:ext cx="2440973" cy="1744102"/>
          </a:xfrm>
          <a:prstGeom prst="roundRect">
            <a:avLst>
              <a:gd name="adj" fmla="val 7486"/>
            </a:avLst>
          </a:prstGeom>
          <a:solidFill>
            <a:srgbClr val="FFFFCC"/>
          </a:solidFill>
          <a:ln w="12700">
            <a:solidFill>
              <a:srgbClr val="FFD17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1381" indent="-171381">
              <a:lnSpc>
                <a:spcPts val="2199"/>
              </a:lnSpc>
              <a:buFont typeface="Arial" panose="020B0604020202020204" pitchFamily="34" charset="0"/>
              <a:buChar char="•"/>
            </a:pPr>
            <a:r>
              <a:rPr lang="zh-CN" altLang="en-US" sz="1399"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跨设备的链路聚合，物理上的无环网络，无需再部署</a:t>
            </a:r>
            <a:r>
              <a:rPr lang="en-US" altLang="zh-CN" sz="1399"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STP</a:t>
            </a:r>
            <a:r>
              <a:rPr lang="zh-CN" altLang="en-US" sz="1399"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t>
            </a:r>
            <a:endParaRPr lang="en-US" altLang="zh-CN" sz="1399"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p>
            <a:pPr marL="171381" indent="-171381">
              <a:lnSpc>
                <a:spcPts val="2199"/>
              </a:lnSpc>
              <a:buFont typeface="Arial" panose="020B0604020202020204" pitchFamily="34" charset="0"/>
              <a:buChar char="•"/>
            </a:pPr>
            <a:r>
              <a:rPr lang="zh-CN" altLang="en-US" sz="1399"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链路聚合中的链路全部有效使用，链路利用率</a:t>
            </a:r>
            <a:r>
              <a:rPr lang="en-US" altLang="zh-CN" sz="1399"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100%</a:t>
            </a:r>
            <a:r>
              <a:rPr lang="zh-CN" altLang="en-US" sz="1399"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t>
            </a:r>
            <a:endParaRPr lang="en-US" altLang="zh-CN" sz="1399"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3" name="椭圆 52"/>
          <p:cNvSpPr/>
          <p:nvPr/>
        </p:nvSpPr>
        <p:spPr bwMode="auto">
          <a:xfrm rot="5400000">
            <a:off x="6532844" y="1237335"/>
            <a:ext cx="129345" cy="598295"/>
          </a:xfrm>
          <a:prstGeom prst="ellipse">
            <a:avLst/>
          </a:prstGeom>
          <a:noFill/>
          <a:ln w="25400" cap="flat" cmpd="sng" algn="ctr">
            <a:solidFill>
              <a:srgbClr val="FFD17D"/>
            </a:solidFill>
            <a:prstDash val="solid"/>
          </a:ln>
          <a:effectLst/>
        </p:spPr>
        <p:txBody>
          <a:bodyPr rtlCol="0" anchor="ctr"/>
          <a:lstStyle/>
          <a:p>
            <a:pPr algn="ctr" defTabSz="914034"/>
            <a:endParaRPr lang="zh-CN" altLang="en-US" sz="1799" kern="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4" name="TextBox 77"/>
          <p:cNvSpPr txBox="1"/>
          <p:nvPr/>
        </p:nvSpPr>
        <p:spPr bwMode="auto">
          <a:xfrm>
            <a:off x="6896665" y="1393731"/>
            <a:ext cx="1117712" cy="316351"/>
          </a:xfrm>
          <a:prstGeom prst="rect">
            <a:avLst/>
          </a:prstGeom>
          <a:noFill/>
          <a:ln w="9525">
            <a:noFill/>
            <a:miter lim="800000"/>
            <a:headEnd/>
            <a:tailEnd/>
          </a:ln>
        </p:spPr>
        <p:txBody>
          <a:bodyPr wrap="square" lIns="99941" tIns="49966" rIns="99941" bIns="49966" rtlCol="0">
            <a:spAutoFit/>
          </a:bodyPr>
          <a:lstStyle/>
          <a:p>
            <a:pPr defTabSz="1001248" eaLnBrk="0" hangingPunct="0"/>
            <a:r>
              <a:rPr lang="en-US" altLang="zh-CN" sz="1400" dirty="0">
                <a:solidFill>
                  <a:srgbClr val="000000"/>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Eth-Trunk</a:t>
            </a:r>
          </a:p>
        </p:txBody>
      </p:sp>
      <p:pic>
        <p:nvPicPr>
          <p:cNvPr id="55" name="图片 54" descr="核心交换机.png">
            <a:extLst>
              <a:ext uri="{FF2B5EF4-FFF2-40B4-BE49-F238E27FC236}">
                <a16:creationId xmlns:a16="http://schemas.microsoft.com/office/drawing/2014/main" xmlns="" id="{B523C956-ACFD-43D2-A4FE-500709D8B096}"/>
              </a:ext>
            </a:extLst>
          </p:cNvPr>
          <p:cNvPicPr>
            <a:picLocks noChangeAspect="1"/>
          </p:cNvPicPr>
          <p:nvPr/>
        </p:nvPicPr>
        <p:blipFill>
          <a:blip r:embed="rId4" cstate="print"/>
          <a:stretch>
            <a:fillRect/>
          </a:stretch>
        </p:blipFill>
        <p:spPr>
          <a:xfrm>
            <a:off x="2855352" y="2264661"/>
            <a:ext cx="540000" cy="441818"/>
          </a:xfrm>
          <a:prstGeom prst="rect">
            <a:avLst/>
          </a:prstGeom>
        </p:spPr>
      </p:pic>
      <p:pic>
        <p:nvPicPr>
          <p:cNvPr id="56" name="图片 55" descr="核心交换机.png">
            <a:extLst>
              <a:ext uri="{FF2B5EF4-FFF2-40B4-BE49-F238E27FC236}">
                <a16:creationId xmlns:a16="http://schemas.microsoft.com/office/drawing/2014/main" xmlns="" id="{B523C956-ACFD-43D2-A4FE-500709D8B096}"/>
              </a:ext>
            </a:extLst>
          </p:cNvPr>
          <p:cNvPicPr>
            <a:picLocks noChangeAspect="1"/>
          </p:cNvPicPr>
          <p:nvPr/>
        </p:nvPicPr>
        <p:blipFill>
          <a:blip r:embed="rId4" cstate="print"/>
          <a:stretch>
            <a:fillRect/>
          </a:stretch>
        </p:blipFill>
        <p:spPr>
          <a:xfrm>
            <a:off x="3561778" y="2264661"/>
            <a:ext cx="540000" cy="441818"/>
          </a:xfrm>
          <a:prstGeom prst="rect">
            <a:avLst/>
          </a:prstGeom>
        </p:spPr>
      </p:pic>
      <p:pic>
        <p:nvPicPr>
          <p:cNvPr id="59" name="图片 58" descr="接入交换机.png">
            <a:extLst>
              <a:ext uri="{FF2B5EF4-FFF2-40B4-BE49-F238E27FC236}">
                <a16:creationId xmlns:a16="http://schemas.microsoft.com/office/drawing/2014/main" xmlns="" id="{A4EEA780-3CE8-4340-83D8-A49BC7227950}"/>
              </a:ext>
            </a:extLst>
          </p:cNvPr>
          <p:cNvPicPr>
            <a:picLocks noChangeAspect="1"/>
          </p:cNvPicPr>
          <p:nvPr/>
        </p:nvPicPr>
        <p:blipFill>
          <a:blip r:embed="rId5" cstate="print"/>
          <a:stretch>
            <a:fillRect/>
          </a:stretch>
        </p:blipFill>
        <p:spPr>
          <a:xfrm>
            <a:off x="2111505" y="3763536"/>
            <a:ext cx="540000" cy="441818"/>
          </a:xfrm>
          <a:prstGeom prst="rect">
            <a:avLst/>
          </a:prstGeom>
        </p:spPr>
      </p:pic>
      <p:pic>
        <p:nvPicPr>
          <p:cNvPr id="60" name="图片 59" descr="接入交换机.png">
            <a:extLst>
              <a:ext uri="{FF2B5EF4-FFF2-40B4-BE49-F238E27FC236}">
                <a16:creationId xmlns:a16="http://schemas.microsoft.com/office/drawing/2014/main" xmlns="" id="{A4EEA780-3CE8-4340-83D8-A49BC7227950}"/>
              </a:ext>
            </a:extLst>
          </p:cNvPr>
          <p:cNvPicPr>
            <a:picLocks noChangeAspect="1"/>
          </p:cNvPicPr>
          <p:nvPr/>
        </p:nvPicPr>
        <p:blipFill>
          <a:blip r:embed="rId5" cstate="print"/>
          <a:stretch>
            <a:fillRect/>
          </a:stretch>
        </p:blipFill>
        <p:spPr>
          <a:xfrm>
            <a:off x="2822015" y="3763536"/>
            <a:ext cx="540000" cy="441818"/>
          </a:xfrm>
          <a:prstGeom prst="rect">
            <a:avLst/>
          </a:prstGeom>
        </p:spPr>
      </p:pic>
      <p:pic>
        <p:nvPicPr>
          <p:cNvPr id="61" name="图片 60" descr="接入交换机.png">
            <a:extLst>
              <a:ext uri="{FF2B5EF4-FFF2-40B4-BE49-F238E27FC236}">
                <a16:creationId xmlns:a16="http://schemas.microsoft.com/office/drawing/2014/main" xmlns="" id="{A4EEA780-3CE8-4340-83D8-A49BC7227950}"/>
              </a:ext>
            </a:extLst>
          </p:cNvPr>
          <p:cNvPicPr>
            <a:picLocks noChangeAspect="1"/>
          </p:cNvPicPr>
          <p:nvPr/>
        </p:nvPicPr>
        <p:blipFill>
          <a:blip r:embed="rId5" cstate="print"/>
          <a:stretch>
            <a:fillRect/>
          </a:stretch>
        </p:blipFill>
        <p:spPr>
          <a:xfrm>
            <a:off x="3571302" y="3754010"/>
            <a:ext cx="540000" cy="441818"/>
          </a:xfrm>
          <a:prstGeom prst="rect">
            <a:avLst/>
          </a:prstGeom>
        </p:spPr>
      </p:pic>
      <p:pic>
        <p:nvPicPr>
          <p:cNvPr id="62" name="图片 61" descr="接入交换机.png">
            <a:extLst>
              <a:ext uri="{FF2B5EF4-FFF2-40B4-BE49-F238E27FC236}">
                <a16:creationId xmlns:a16="http://schemas.microsoft.com/office/drawing/2014/main" xmlns="" id="{A4EEA780-3CE8-4340-83D8-A49BC7227950}"/>
              </a:ext>
            </a:extLst>
          </p:cNvPr>
          <p:cNvPicPr>
            <a:picLocks noChangeAspect="1"/>
          </p:cNvPicPr>
          <p:nvPr/>
        </p:nvPicPr>
        <p:blipFill>
          <a:blip r:embed="rId5" cstate="print"/>
          <a:stretch>
            <a:fillRect/>
          </a:stretch>
        </p:blipFill>
        <p:spPr>
          <a:xfrm>
            <a:off x="4281812" y="3754010"/>
            <a:ext cx="540000" cy="441818"/>
          </a:xfrm>
          <a:prstGeom prst="rect">
            <a:avLst/>
          </a:prstGeom>
        </p:spPr>
      </p:pic>
      <p:pic>
        <p:nvPicPr>
          <p:cNvPr id="63" name="图片 62"/>
          <p:cNvPicPr>
            <a:picLocks/>
          </p:cNvPicPr>
          <p:nvPr/>
        </p:nvPicPr>
        <p:blipFill>
          <a:blip r:embed="rId6" cstate="print">
            <a:extLst>
              <a:ext uri="{28A0092B-C50C-407E-A947-70E740481C1C}">
                <a14:useLocalDpi xmlns:a14="http://schemas.microsoft.com/office/drawing/2010/main" val="0"/>
              </a:ext>
            </a:extLst>
          </a:blip>
          <a:stretch>
            <a:fillRect/>
          </a:stretch>
        </p:blipFill>
        <p:spPr>
          <a:xfrm>
            <a:off x="7165633" y="2284289"/>
            <a:ext cx="540000" cy="442800"/>
          </a:xfrm>
          <a:prstGeom prst="rect">
            <a:avLst/>
          </a:prstGeom>
        </p:spPr>
      </p:pic>
      <p:grpSp>
        <p:nvGrpSpPr>
          <p:cNvPr id="57" name="组合 56"/>
          <p:cNvGrpSpPr/>
          <p:nvPr/>
        </p:nvGrpSpPr>
        <p:grpSpPr>
          <a:xfrm>
            <a:off x="4953312" y="2963806"/>
            <a:ext cx="1390745" cy="356242"/>
            <a:chOff x="2873562" y="2851652"/>
            <a:chExt cx="1390745" cy="356242"/>
          </a:xfrm>
        </p:grpSpPr>
        <p:sp>
          <p:nvSpPr>
            <p:cNvPr id="58" name="Right Arrow 157"/>
            <p:cNvSpPr/>
            <p:nvPr/>
          </p:nvSpPr>
          <p:spPr>
            <a:xfrm>
              <a:off x="3386607" y="2851652"/>
              <a:ext cx="647343" cy="356242"/>
            </a:xfrm>
            <a:prstGeom prst="rightArrow">
              <a:avLst>
                <a:gd name="adj1" fmla="val 40000"/>
                <a:gd name="adj2" fmla="val 50000"/>
              </a:avLst>
            </a:prstGeom>
            <a:gradFill flip="none" rotWithShape="1">
              <a:gsLst>
                <a:gs pos="15000">
                  <a:schemeClr val="accent1">
                    <a:lumMod val="5000"/>
                    <a:lumOff val="95000"/>
                    <a:alpha val="0"/>
                  </a:schemeClr>
                </a:gs>
                <a:gs pos="81000">
                  <a:srgbClr val="99DFF9"/>
                </a:gs>
              </a:gsLst>
              <a:lin ang="0" scaled="1"/>
              <a:tileRect/>
            </a:gradFill>
            <a:ln w="15875">
              <a:gradFill flip="none" rotWithShape="1">
                <a:gsLst>
                  <a:gs pos="0">
                    <a:schemeClr val="accent1">
                      <a:lumMod val="5000"/>
                      <a:lumOff val="95000"/>
                    </a:schemeClr>
                  </a:gs>
                  <a:gs pos="100000">
                    <a:srgbClr val="00B0F0"/>
                  </a:gs>
                </a:gsLst>
                <a:lin ang="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4" name="TextBox 77"/>
            <p:cNvSpPr txBox="1"/>
            <p:nvPr/>
          </p:nvSpPr>
          <p:spPr bwMode="auto">
            <a:xfrm>
              <a:off x="2873562" y="2871597"/>
              <a:ext cx="1390745" cy="285574"/>
            </a:xfrm>
            <a:prstGeom prst="rect">
              <a:avLst/>
            </a:prstGeom>
            <a:noFill/>
            <a:ln w="9525">
              <a:noFill/>
              <a:miter lim="800000"/>
              <a:headEnd/>
              <a:tailEnd/>
            </a:ln>
          </p:spPr>
          <p:txBody>
            <a:bodyPr wrap="square" lIns="99941" tIns="49966" rIns="99941" bIns="49966" rtlCol="0">
              <a:spAutoFit/>
            </a:bodyPr>
            <a:lstStyle/>
            <a:p>
              <a:pPr algn="ctr" defTabSz="1001248" eaLnBrk="0" hangingPunct="0"/>
              <a:r>
                <a:rPr lang="zh-CN" altLang="en-US" sz="1200" dirty="0">
                  <a:solidFill>
                    <a:srgbClr val="000000"/>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等效于</a:t>
              </a:r>
              <a:endParaRPr lang="en-US" altLang="zh-CN" sz="1200" dirty="0">
                <a:solidFill>
                  <a:srgbClr val="000000"/>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grpSp>
    </p:spTree>
    <p:extLst>
      <p:ext uri="{BB962C8B-B14F-4D97-AF65-F5344CB8AC3E}">
        <p14:creationId xmlns:p14="http://schemas.microsoft.com/office/powerpoint/2010/main" val="2265317290"/>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sym typeface="Huawei Sans" panose="020C0503030203020204" pitchFamily="34" charset="0"/>
              </a:rPr>
              <a:t>实际应用 </a:t>
            </a:r>
            <a:r>
              <a:rPr lang="en-US" altLang="zh-CN" smtClean="0">
                <a:sym typeface="Huawei Sans" panose="020C0503030203020204" pitchFamily="34" charset="0"/>
              </a:rPr>
              <a:t>(1)</a:t>
            </a:r>
            <a:endParaRPr lang="zh-CN" altLang="en-US" dirty="0">
              <a:sym typeface="Huawei Sans" panose="020C0503030203020204" pitchFamily="34" charset="0"/>
            </a:endParaRPr>
          </a:p>
        </p:txBody>
      </p:sp>
      <p:sp>
        <p:nvSpPr>
          <p:cNvPr id="54" name="圆角矩形 75"/>
          <p:cNvSpPr/>
          <p:nvPr/>
        </p:nvSpPr>
        <p:spPr>
          <a:xfrm>
            <a:off x="542714" y="1272186"/>
            <a:ext cx="5151012" cy="395845"/>
          </a:xfrm>
          <a:prstGeom prst="roundRect">
            <a:avLst>
              <a:gd name="adj" fmla="val 10604"/>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扩展端口</a:t>
            </a:r>
          </a:p>
        </p:txBody>
      </p:sp>
      <p:sp>
        <p:nvSpPr>
          <p:cNvPr id="55" name="圆角矩形 75"/>
          <p:cNvSpPr/>
          <p:nvPr/>
        </p:nvSpPr>
        <p:spPr>
          <a:xfrm>
            <a:off x="542714" y="1711790"/>
            <a:ext cx="5151013" cy="4536609"/>
          </a:xfrm>
          <a:prstGeom prst="roundRect">
            <a:avLst>
              <a:gd name="adj" fmla="val 874"/>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fontAlgn="ctr"/>
            <a:endParaRPr lang="en-US" altLang="zh-CN" sz="1599" b="1" dirty="0">
              <a:solidFill>
                <a:schemeClr val="tx1">
                  <a:lumMod val="75000"/>
                  <a:lumOff val="25000"/>
                </a:schemeClr>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cxnSp>
        <p:nvCxnSpPr>
          <p:cNvPr id="61" name="直接连接符 60"/>
          <p:cNvCxnSpPr>
            <a:endCxn id="68" idx="0"/>
          </p:cNvCxnSpPr>
          <p:nvPr/>
        </p:nvCxnSpPr>
        <p:spPr bwMode="auto">
          <a:xfrm flipH="1">
            <a:off x="1627291" y="3101593"/>
            <a:ext cx="211" cy="869027"/>
          </a:xfrm>
          <a:prstGeom prst="line">
            <a:avLst/>
          </a:prstGeom>
          <a:solidFill>
            <a:schemeClr val="accent1"/>
          </a:solidFill>
          <a:ln w="19050" cap="flat" cmpd="sng" algn="ctr">
            <a:solidFill>
              <a:schemeClr val="tx1"/>
            </a:solidFill>
            <a:prstDash val="solid"/>
            <a:round/>
            <a:headEnd type="none" w="med" len="med"/>
            <a:tailEnd type="none" w="med" len="med"/>
          </a:ln>
          <a:effectLst/>
        </p:spPr>
      </p:cxnSp>
      <p:pic>
        <p:nvPicPr>
          <p:cNvPr id="68" name="图片 67"/>
          <p:cNvPicPr>
            <a:picLocks/>
          </p:cNvPicPr>
          <p:nvPr/>
        </p:nvPicPr>
        <p:blipFill>
          <a:blip r:embed="rId3" cstate="print">
            <a:extLst>
              <a:ext uri="{28A0092B-C50C-407E-A947-70E740481C1C}">
                <a14:useLocalDpi xmlns:a14="http://schemas.microsoft.com/office/drawing/2010/main" val="0"/>
              </a:ext>
            </a:extLst>
          </a:blip>
          <a:stretch>
            <a:fillRect/>
          </a:stretch>
        </p:blipFill>
        <p:spPr>
          <a:xfrm>
            <a:off x="1357396" y="3970620"/>
            <a:ext cx="539789" cy="442627"/>
          </a:xfrm>
          <a:prstGeom prst="rect">
            <a:avLst/>
          </a:prstGeom>
        </p:spPr>
      </p:pic>
      <p:sp>
        <p:nvSpPr>
          <p:cNvPr id="73" name="圆角矩形 72"/>
          <p:cNvSpPr/>
          <p:nvPr/>
        </p:nvSpPr>
        <p:spPr>
          <a:xfrm>
            <a:off x="2751523" y="2632000"/>
            <a:ext cx="2654215" cy="864632"/>
          </a:xfrm>
          <a:prstGeom prst="roundRect">
            <a:avLst>
              <a:gd name="adj" fmla="val 4236"/>
            </a:avLst>
          </a:prstGeom>
          <a:solidFill>
            <a:srgbClr val="F4FBFE"/>
          </a:solidFill>
          <a:ln>
            <a:solidFill>
              <a:srgbClr val="99DFF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87" name="直接连接符 86"/>
          <p:cNvCxnSpPr/>
          <p:nvPr/>
        </p:nvCxnSpPr>
        <p:spPr bwMode="auto">
          <a:xfrm>
            <a:off x="3397921" y="2877666"/>
            <a:ext cx="368464" cy="0"/>
          </a:xfrm>
          <a:prstGeom prst="line">
            <a:avLst/>
          </a:prstGeom>
          <a:solidFill>
            <a:schemeClr val="accent1"/>
          </a:solidFill>
          <a:ln w="28575" cap="flat" cmpd="sng" algn="ctr">
            <a:solidFill>
              <a:srgbClr val="00B0F0"/>
            </a:solidFill>
            <a:prstDash val="solid"/>
            <a:round/>
            <a:headEnd type="none" w="med" len="med"/>
            <a:tailEnd type="none" w="med" len="med"/>
          </a:ln>
          <a:effectLst/>
        </p:spPr>
      </p:cxnSp>
      <p:cxnSp>
        <p:nvCxnSpPr>
          <p:cNvPr id="89" name="直接连接符 88"/>
          <p:cNvCxnSpPr/>
          <p:nvPr/>
        </p:nvCxnSpPr>
        <p:spPr bwMode="auto">
          <a:xfrm>
            <a:off x="4306174" y="2877666"/>
            <a:ext cx="406497" cy="0"/>
          </a:xfrm>
          <a:prstGeom prst="line">
            <a:avLst/>
          </a:prstGeom>
          <a:solidFill>
            <a:schemeClr val="accent1"/>
          </a:solidFill>
          <a:ln w="28575" cap="flat" cmpd="sng" algn="ctr">
            <a:solidFill>
              <a:srgbClr val="00B0F0"/>
            </a:solidFill>
            <a:prstDash val="solid"/>
            <a:round/>
            <a:headEnd type="none" w="med" len="med"/>
            <a:tailEnd type="none" w="med" len="med"/>
          </a:ln>
          <a:effectLst/>
        </p:spPr>
      </p:cxnSp>
      <p:sp>
        <p:nvSpPr>
          <p:cNvPr id="90" name="任意多边形 89"/>
          <p:cNvSpPr/>
          <p:nvPr/>
        </p:nvSpPr>
        <p:spPr>
          <a:xfrm>
            <a:off x="3220138" y="3095341"/>
            <a:ext cx="1710657" cy="227120"/>
          </a:xfrm>
          <a:custGeom>
            <a:avLst/>
            <a:gdLst>
              <a:gd name="connsiteX0" fmla="*/ 0 w 1898650"/>
              <a:gd name="connsiteY0" fmla="*/ 0 h 209550"/>
              <a:gd name="connsiteX1" fmla="*/ 0 w 1898650"/>
              <a:gd name="connsiteY1" fmla="*/ 209550 h 209550"/>
              <a:gd name="connsiteX2" fmla="*/ 1898650 w 1898650"/>
              <a:gd name="connsiteY2" fmla="*/ 209550 h 209550"/>
              <a:gd name="connsiteX3" fmla="*/ 1898650 w 1898650"/>
              <a:gd name="connsiteY3" fmla="*/ 0 h 209550"/>
            </a:gdLst>
            <a:ahLst/>
            <a:cxnLst>
              <a:cxn ang="0">
                <a:pos x="connsiteX0" y="connsiteY0"/>
              </a:cxn>
              <a:cxn ang="0">
                <a:pos x="connsiteX1" y="connsiteY1"/>
              </a:cxn>
              <a:cxn ang="0">
                <a:pos x="connsiteX2" y="connsiteY2"/>
              </a:cxn>
              <a:cxn ang="0">
                <a:pos x="connsiteX3" y="connsiteY3"/>
              </a:cxn>
            </a:cxnLst>
            <a:rect l="l" t="t" r="r" b="b"/>
            <a:pathLst>
              <a:path w="1898650" h="209550">
                <a:moveTo>
                  <a:pt x="0" y="0"/>
                </a:moveTo>
                <a:lnTo>
                  <a:pt x="0" y="209550"/>
                </a:lnTo>
                <a:lnTo>
                  <a:pt x="1898650" y="209550"/>
                </a:lnTo>
                <a:lnTo>
                  <a:pt x="1898650" y="0"/>
                </a:lnTo>
              </a:path>
            </a:pathLst>
          </a:custGeom>
          <a:noFill/>
          <a:ln w="28575">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92" name="直接连接符 91"/>
          <p:cNvCxnSpPr>
            <a:endCxn id="93" idx="0"/>
          </p:cNvCxnSpPr>
          <p:nvPr/>
        </p:nvCxnSpPr>
        <p:spPr bwMode="auto">
          <a:xfrm>
            <a:off x="3128027" y="3098489"/>
            <a:ext cx="613" cy="872131"/>
          </a:xfrm>
          <a:prstGeom prst="line">
            <a:avLst/>
          </a:prstGeom>
          <a:solidFill>
            <a:schemeClr val="accent1"/>
          </a:solidFill>
          <a:ln w="19050" cap="flat" cmpd="sng" algn="ctr">
            <a:solidFill>
              <a:schemeClr val="tx1"/>
            </a:solidFill>
            <a:prstDash val="solid"/>
            <a:round/>
            <a:headEnd type="none" w="med" len="med"/>
            <a:tailEnd type="none" w="med" len="med"/>
          </a:ln>
          <a:effectLst/>
        </p:spPr>
      </p:cxnSp>
      <p:pic>
        <p:nvPicPr>
          <p:cNvPr id="93" name="图片 92"/>
          <p:cNvPicPr>
            <a:picLocks/>
          </p:cNvPicPr>
          <p:nvPr/>
        </p:nvPicPr>
        <p:blipFill>
          <a:blip r:embed="rId3" cstate="print">
            <a:extLst>
              <a:ext uri="{28A0092B-C50C-407E-A947-70E740481C1C}">
                <a14:useLocalDpi xmlns:a14="http://schemas.microsoft.com/office/drawing/2010/main" val="0"/>
              </a:ext>
            </a:extLst>
          </a:blip>
          <a:stretch>
            <a:fillRect/>
          </a:stretch>
        </p:blipFill>
        <p:spPr>
          <a:xfrm>
            <a:off x="2858745" y="3970620"/>
            <a:ext cx="539789" cy="442627"/>
          </a:xfrm>
          <a:prstGeom prst="rect">
            <a:avLst/>
          </a:prstGeom>
        </p:spPr>
      </p:pic>
      <p:pic>
        <p:nvPicPr>
          <p:cNvPr id="95" name="图片 94"/>
          <p:cNvPicPr>
            <a:picLocks/>
          </p:cNvPicPr>
          <p:nvPr/>
        </p:nvPicPr>
        <p:blipFill>
          <a:blip r:embed="rId3" cstate="print">
            <a:extLst>
              <a:ext uri="{28A0092B-C50C-407E-A947-70E740481C1C}">
                <a14:useLocalDpi xmlns:a14="http://schemas.microsoft.com/office/drawing/2010/main" val="0"/>
              </a:ext>
            </a:extLst>
          </a:blip>
          <a:stretch>
            <a:fillRect/>
          </a:stretch>
        </p:blipFill>
        <p:spPr>
          <a:xfrm>
            <a:off x="4712567" y="3970620"/>
            <a:ext cx="539789" cy="442627"/>
          </a:xfrm>
          <a:prstGeom prst="rect">
            <a:avLst/>
          </a:prstGeom>
        </p:spPr>
      </p:pic>
      <p:cxnSp>
        <p:nvCxnSpPr>
          <p:cNvPr id="96" name="直接连接符 95"/>
          <p:cNvCxnSpPr/>
          <p:nvPr/>
        </p:nvCxnSpPr>
        <p:spPr bwMode="auto">
          <a:xfrm>
            <a:off x="3128639" y="3138754"/>
            <a:ext cx="0" cy="643810"/>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97" name="直接连接符 96"/>
          <p:cNvCxnSpPr>
            <a:endCxn id="95" idx="0"/>
          </p:cNvCxnSpPr>
          <p:nvPr/>
        </p:nvCxnSpPr>
        <p:spPr bwMode="auto">
          <a:xfrm flipH="1">
            <a:off x="4982462" y="3098489"/>
            <a:ext cx="105" cy="872131"/>
          </a:xfrm>
          <a:prstGeom prst="line">
            <a:avLst/>
          </a:prstGeom>
          <a:solidFill>
            <a:schemeClr val="accent1"/>
          </a:solidFill>
          <a:ln w="19050" cap="flat" cmpd="sng" algn="ctr">
            <a:solidFill>
              <a:schemeClr val="tx1"/>
            </a:solidFill>
            <a:prstDash val="solid"/>
            <a:round/>
            <a:headEnd type="none" w="med" len="med"/>
            <a:tailEnd type="none" w="med" len="med"/>
          </a:ln>
          <a:effectLst/>
        </p:spPr>
      </p:cxnSp>
      <p:sp>
        <p:nvSpPr>
          <p:cNvPr id="99" name="TextBox 77"/>
          <p:cNvSpPr txBox="1"/>
          <p:nvPr/>
        </p:nvSpPr>
        <p:spPr bwMode="auto">
          <a:xfrm>
            <a:off x="3763935" y="3060491"/>
            <a:ext cx="1390745" cy="316351"/>
          </a:xfrm>
          <a:prstGeom prst="rect">
            <a:avLst/>
          </a:prstGeom>
          <a:noFill/>
          <a:ln w="9525">
            <a:noFill/>
            <a:miter lim="800000"/>
            <a:headEnd/>
            <a:tailEnd/>
          </a:ln>
        </p:spPr>
        <p:txBody>
          <a:bodyPr wrap="square" lIns="99941" tIns="49966" rIns="99941" bIns="49966" rtlCol="0">
            <a:spAutoFit/>
          </a:bodyPr>
          <a:lstStyle/>
          <a:p>
            <a:pPr algn="ctr" defTabSz="1001248" eaLnBrk="0" hangingPunct="0"/>
            <a:r>
              <a:rPr lang="en-US" altLang="zh-CN" sz="1400" b="1" dirty="0" err="1">
                <a:solidFill>
                  <a:srgbClr val="000000"/>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iStack</a:t>
            </a:r>
            <a:endParaRPr lang="en-US" altLang="zh-CN" sz="1400" b="1" dirty="0">
              <a:solidFill>
                <a:srgbClr val="000000"/>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sp>
        <p:nvSpPr>
          <p:cNvPr id="123" name="文本占位符 3"/>
          <p:cNvSpPr txBox="1">
            <a:spLocks/>
          </p:cNvSpPr>
          <p:nvPr/>
        </p:nvSpPr>
        <p:spPr bwMode="auto">
          <a:xfrm>
            <a:off x="542715" y="5104412"/>
            <a:ext cx="5038936" cy="776666"/>
          </a:xfrm>
          <a:prstGeom prst="rect">
            <a:avLst/>
          </a:prstGeom>
          <a:noFill/>
          <a:ln w="9525">
            <a:noFill/>
            <a:miter lim="800000"/>
            <a:headEnd/>
            <a:tailEnd/>
          </a:ln>
        </p:spPr>
        <p:txBody>
          <a:bodyPr vert="horz" wrap="square" lIns="80110" tIns="40055" rIns="80110" bIns="40055" numCol="1" anchor="t" anchorCtr="0" compatLnSpc="1">
            <a:prstTxWarp prst="textNoShape">
              <a:avLst/>
            </a:prstTxWarp>
          </a:bodyPr>
          <a:lstStyle>
            <a:lvl1pPr marL="301625" indent="-301625" algn="just" defTabSz="801688" rtl="0" eaLnBrk="1" fontAlgn="ctr" latinLnBrk="0" hangingPunct="1">
              <a:lnSpc>
                <a:spcPct val="140000"/>
              </a:lnSpc>
              <a:spcBef>
                <a:spcPct val="30000"/>
              </a:spcBef>
              <a:spcAft>
                <a:spcPct val="0"/>
              </a:spcAft>
              <a:buClr>
                <a:schemeClr val="bg1">
                  <a:lumMod val="50000"/>
                </a:schemeClr>
              </a:buClr>
              <a:buSzPct val="60000"/>
              <a:buFont typeface="Wingdings" pitchFamily="2" charset="2"/>
              <a:buChar char="l"/>
              <a:defRPr sz="2200">
                <a:solidFill>
                  <a:schemeClr val="tx1"/>
                </a:solidFill>
                <a:latin typeface="+mn-ea"/>
                <a:ea typeface="+mn-ea"/>
                <a:cs typeface="Arial" panose="020B0604020202020204" pitchFamily="34" charset="0"/>
              </a:defRPr>
            </a:lvl1pPr>
            <a:lvl2pPr marL="654050" indent="-252413" algn="l" defTabSz="801688" rtl="0" eaLnBrk="1" fontAlgn="ctr" hangingPunct="1">
              <a:lnSpc>
                <a:spcPct val="140000"/>
              </a:lnSpc>
              <a:spcBef>
                <a:spcPct val="30000"/>
              </a:spcBef>
              <a:spcAft>
                <a:spcPct val="0"/>
              </a:spcAft>
              <a:buClr>
                <a:schemeClr val="tx1"/>
              </a:buClr>
              <a:buSzPct val="50000"/>
              <a:buFont typeface="Wingdings" pitchFamily="2" charset="2"/>
              <a:buChar char="p"/>
              <a:defRPr sz="2000">
                <a:solidFill>
                  <a:schemeClr val="tx1"/>
                </a:solidFill>
                <a:latin typeface="+mn-lt"/>
                <a:ea typeface="+mn-ea"/>
              </a:defRPr>
            </a:lvl2pPr>
            <a:lvl3pPr marL="1003300" indent="-201613" algn="l" defTabSz="801688" rtl="0" eaLnBrk="1" fontAlgn="ctr" hangingPunct="1">
              <a:lnSpc>
                <a:spcPct val="140000"/>
              </a:lnSpc>
              <a:spcBef>
                <a:spcPct val="30000"/>
              </a:spcBef>
              <a:spcAft>
                <a:spcPct val="0"/>
              </a:spcAft>
              <a:buSzPct val="50000"/>
              <a:buFont typeface="Wingdings" pitchFamily="2" charset="2"/>
              <a:buChar char="n"/>
              <a:defRPr>
                <a:solidFill>
                  <a:schemeClr val="tx1"/>
                </a:solidFill>
                <a:latin typeface="FrutigerNext LT Light" pitchFamily="34" charset="0"/>
                <a:ea typeface="+mn-ea"/>
              </a:defRPr>
            </a:lvl3pPr>
            <a:lvl4pPr marL="1400175" indent="-198438" algn="l" defTabSz="801688" rtl="0" eaLnBrk="1" fontAlgn="ctr" hangingPunct="1">
              <a:lnSpc>
                <a:spcPct val="140000"/>
              </a:lnSpc>
              <a:spcBef>
                <a:spcPct val="30000"/>
              </a:spcBef>
              <a:spcAft>
                <a:spcPct val="0"/>
              </a:spcAft>
              <a:buChar char="–"/>
              <a:defRPr sz="1600">
                <a:solidFill>
                  <a:schemeClr val="tx1"/>
                </a:solidFill>
                <a:latin typeface="+mj-lt"/>
                <a:ea typeface="+mn-ea"/>
              </a:defRPr>
            </a:lvl4pPr>
            <a:lvl5pPr marL="1801813" indent="-201613" algn="l" defTabSz="801688" rtl="0" eaLnBrk="1" fontAlgn="ctr" hangingPunct="1">
              <a:lnSpc>
                <a:spcPct val="140000"/>
              </a:lnSpc>
              <a:spcBef>
                <a:spcPct val="30000"/>
              </a:spcBef>
              <a:spcAft>
                <a:spcPct val="0"/>
              </a:spcAft>
              <a:buFont typeface="FrutigerNext LT Medium" pitchFamily="34" charset="0"/>
              <a:buChar char="~"/>
              <a:defRPr sz="1600">
                <a:solidFill>
                  <a:schemeClr val="tx1"/>
                </a:solidFill>
                <a:latin typeface="+mj-lt"/>
                <a:ea typeface="+mn-ea"/>
              </a:defRPr>
            </a:lvl5pPr>
            <a:lvl6pPr marL="2259013" indent="-201613" algn="l" defTabSz="801688" rtl="0" fontAlgn="ctr">
              <a:lnSpc>
                <a:spcPct val="140000"/>
              </a:lnSpc>
              <a:spcBef>
                <a:spcPct val="30000"/>
              </a:spcBef>
              <a:spcAft>
                <a:spcPct val="0"/>
              </a:spcAft>
              <a:buFont typeface="FrutigerNext LT Medium" pitchFamily="34" charset="0"/>
              <a:buChar char="~"/>
              <a:defRPr sz="1600">
                <a:solidFill>
                  <a:schemeClr val="tx1"/>
                </a:solidFill>
                <a:latin typeface="+mj-lt"/>
                <a:ea typeface="+mn-ea"/>
              </a:defRPr>
            </a:lvl6pPr>
            <a:lvl7pPr marL="2716213" indent="-201613" algn="l" defTabSz="801688" rtl="0" fontAlgn="base">
              <a:lnSpc>
                <a:spcPct val="140000"/>
              </a:lnSpc>
              <a:spcBef>
                <a:spcPct val="30000"/>
              </a:spcBef>
              <a:spcAft>
                <a:spcPct val="0"/>
              </a:spcAft>
              <a:buFont typeface="FrutigerNext LT Medium" pitchFamily="34" charset="0"/>
              <a:buChar char="~"/>
              <a:defRPr sz="1600">
                <a:solidFill>
                  <a:schemeClr val="tx1"/>
                </a:solidFill>
                <a:latin typeface="+mj-lt"/>
                <a:ea typeface="+mn-ea"/>
              </a:defRPr>
            </a:lvl7pPr>
            <a:lvl8pPr marL="3173413" indent="-201613" algn="l" defTabSz="801688" rtl="0" fontAlgn="base">
              <a:lnSpc>
                <a:spcPct val="140000"/>
              </a:lnSpc>
              <a:spcBef>
                <a:spcPct val="30000"/>
              </a:spcBef>
              <a:spcAft>
                <a:spcPct val="0"/>
              </a:spcAft>
              <a:buFont typeface="FrutigerNext LT Medium" pitchFamily="34" charset="0"/>
              <a:buChar char="~"/>
              <a:defRPr sz="1600">
                <a:solidFill>
                  <a:schemeClr val="tx1"/>
                </a:solidFill>
                <a:latin typeface="+mj-lt"/>
                <a:ea typeface="+mn-ea"/>
              </a:defRPr>
            </a:lvl8pPr>
            <a:lvl9pPr marL="3630613" indent="-201613" algn="l" defTabSz="801688" rtl="0" fontAlgn="base">
              <a:lnSpc>
                <a:spcPct val="140000"/>
              </a:lnSpc>
              <a:spcBef>
                <a:spcPct val="30000"/>
              </a:spcBef>
              <a:spcAft>
                <a:spcPct val="0"/>
              </a:spcAft>
              <a:buFont typeface="FrutigerNext LT Medium" pitchFamily="34" charset="0"/>
              <a:buChar char="~"/>
              <a:defRPr sz="1600">
                <a:solidFill>
                  <a:schemeClr val="tx1"/>
                </a:solidFill>
                <a:latin typeface="+mj-lt"/>
                <a:ea typeface="+mn-ea"/>
              </a:defRPr>
            </a:lvl9pPr>
          </a:lstStyle>
          <a:p>
            <a:pPr>
              <a:buClrTx/>
              <a:buSzPct val="100000"/>
              <a:buFont typeface="Arial" panose="020B0604020202020204" pitchFamily="34" charset="0"/>
              <a:buChar char="•"/>
            </a:pP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当接入的用户数增加到原交换机端口密度不能满足接入需求时，可以增加新交换机与原交换机组成堆叠系统扩展端口数量。</a:t>
            </a:r>
          </a:p>
        </p:txBody>
      </p:sp>
      <p:cxnSp>
        <p:nvCxnSpPr>
          <p:cNvPr id="128" name="直接连接符 127"/>
          <p:cNvCxnSpPr/>
          <p:nvPr/>
        </p:nvCxnSpPr>
        <p:spPr bwMode="auto">
          <a:xfrm>
            <a:off x="9635286" y="2466753"/>
            <a:ext cx="0" cy="819274"/>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129" name="直接连接符 128"/>
          <p:cNvCxnSpPr/>
          <p:nvPr/>
        </p:nvCxnSpPr>
        <p:spPr bwMode="auto">
          <a:xfrm>
            <a:off x="9791721" y="2466753"/>
            <a:ext cx="0" cy="819274"/>
          </a:xfrm>
          <a:prstGeom prst="line">
            <a:avLst/>
          </a:prstGeom>
          <a:solidFill>
            <a:schemeClr val="accent1"/>
          </a:solidFill>
          <a:ln w="19050" cap="flat" cmpd="sng" algn="ctr">
            <a:solidFill>
              <a:schemeClr val="tx1"/>
            </a:solidFill>
            <a:prstDash val="solid"/>
            <a:round/>
            <a:headEnd type="none" w="med" len="med"/>
            <a:tailEnd type="none" w="med" len="med"/>
          </a:ln>
          <a:effectLst/>
        </p:spPr>
      </p:cxnSp>
      <p:sp>
        <p:nvSpPr>
          <p:cNvPr id="130" name="圆角矩形 75"/>
          <p:cNvSpPr/>
          <p:nvPr/>
        </p:nvSpPr>
        <p:spPr>
          <a:xfrm>
            <a:off x="6215761" y="1272186"/>
            <a:ext cx="5151012" cy="395845"/>
          </a:xfrm>
          <a:prstGeom prst="roundRect">
            <a:avLst>
              <a:gd name="adj" fmla="val 10604"/>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扩展带宽、冗余备份</a:t>
            </a:r>
          </a:p>
        </p:txBody>
      </p:sp>
      <p:sp>
        <p:nvSpPr>
          <p:cNvPr id="136" name="圆角矩形 75"/>
          <p:cNvSpPr/>
          <p:nvPr/>
        </p:nvSpPr>
        <p:spPr>
          <a:xfrm>
            <a:off x="6215761" y="1711790"/>
            <a:ext cx="5151013" cy="4536610"/>
          </a:xfrm>
          <a:prstGeom prst="roundRect">
            <a:avLst>
              <a:gd name="adj" fmla="val 874"/>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fontAlgn="ctr"/>
            <a:endParaRPr lang="en-US" altLang="zh-CN" sz="1599" b="1" dirty="0">
              <a:solidFill>
                <a:schemeClr val="tx1">
                  <a:lumMod val="75000"/>
                  <a:lumOff val="25000"/>
                </a:schemeClr>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cxnSp>
        <p:nvCxnSpPr>
          <p:cNvPr id="137" name="直接连接符 136"/>
          <p:cNvCxnSpPr>
            <a:endCxn id="143" idx="0"/>
          </p:cNvCxnSpPr>
          <p:nvPr/>
        </p:nvCxnSpPr>
        <p:spPr bwMode="auto">
          <a:xfrm>
            <a:off x="7300548" y="3718758"/>
            <a:ext cx="1" cy="869027"/>
          </a:xfrm>
          <a:prstGeom prst="line">
            <a:avLst/>
          </a:prstGeom>
          <a:solidFill>
            <a:schemeClr val="accent1"/>
          </a:solidFill>
          <a:ln w="19050" cap="flat" cmpd="sng" algn="ctr">
            <a:solidFill>
              <a:schemeClr val="tx1"/>
            </a:solidFill>
            <a:prstDash val="solid"/>
            <a:round/>
            <a:headEnd type="none" w="med" len="med"/>
            <a:tailEnd type="none" w="med" len="med"/>
          </a:ln>
          <a:effectLst/>
        </p:spPr>
      </p:cxnSp>
      <p:sp>
        <p:nvSpPr>
          <p:cNvPr id="138" name="TextBox 77"/>
          <p:cNvSpPr txBox="1"/>
          <p:nvPr/>
        </p:nvSpPr>
        <p:spPr bwMode="auto">
          <a:xfrm>
            <a:off x="5978994" y="2081702"/>
            <a:ext cx="1390745" cy="316351"/>
          </a:xfrm>
          <a:prstGeom prst="rect">
            <a:avLst/>
          </a:prstGeom>
          <a:noFill/>
          <a:ln w="9525">
            <a:noFill/>
            <a:miter lim="800000"/>
            <a:headEnd/>
            <a:tailEnd/>
          </a:ln>
        </p:spPr>
        <p:txBody>
          <a:bodyPr wrap="square" lIns="99941" tIns="49966" rIns="99941" bIns="49966" rtlCol="0">
            <a:spAutoFit/>
          </a:bodyPr>
          <a:lstStyle/>
          <a:p>
            <a:pPr algn="ctr" defTabSz="1001248" eaLnBrk="0" hangingPunct="0"/>
            <a:r>
              <a:rPr lang="zh-CN" altLang="en-US" sz="1400" b="1" dirty="0">
                <a:solidFill>
                  <a:srgbClr val="000000"/>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汇聚层</a:t>
            </a:r>
            <a:endParaRPr lang="en-US" altLang="zh-CN" sz="1400" b="1" dirty="0">
              <a:solidFill>
                <a:srgbClr val="000000"/>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sp>
        <p:nvSpPr>
          <p:cNvPr id="139" name="TextBox 77"/>
          <p:cNvSpPr txBox="1"/>
          <p:nvPr/>
        </p:nvSpPr>
        <p:spPr bwMode="auto">
          <a:xfrm>
            <a:off x="5978994" y="3371890"/>
            <a:ext cx="1390745" cy="316351"/>
          </a:xfrm>
          <a:prstGeom prst="rect">
            <a:avLst/>
          </a:prstGeom>
          <a:noFill/>
          <a:ln w="9525">
            <a:noFill/>
            <a:miter lim="800000"/>
            <a:headEnd/>
            <a:tailEnd/>
          </a:ln>
        </p:spPr>
        <p:txBody>
          <a:bodyPr wrap="square" lIns="99941" tIns="49966" rIns="99941" bIns="49966" rtlCol="0">
            <a:spAutoFit/>
          </a:bodyPr>
          <a:lstStyle/>
          <a:p>
            <a:pPr algn="ctr" defTabSz="1001248" eaLnBrk="0" hangingPunct="0"/>
            <a:r>
              <a:rPr lang="zh-CN" altLang="en-US" sz="1400" b="1" dirty="0">
                <a:solidFill>
                  <a:srgbClr val="000000"/>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接入层</a:t>
            </a:r>
            <a:endParaRPr lang="en-US" altLang="zh-CN" sz="1400" b="1" dirty="0">
              <a:solidFill>
                <a:srgbClr val="000000"/>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cxnSp>
        <p:nvCxnSpPr>
          <p:cNvPr id="140" name="直接连接符 139"/>
          <p:cNvCxnSpPr/>
          <p:nvPr/>
        </p:nvCxnSpPr>
        <p:spPr bwMode="auto">
          <a:xfrm>
            <a:off x="7230480" y="2466753"/>
            <a:ext cx="0" cy="819274"/>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141" name="直接连接符 140"/>
          <p:cNvCxnSpPr/>
          <p:nvPr/>
        </p:nvCxnSpPr>
        <p:spPr bwMode="auto">
          <a:xfrm>
            <a:off x="7386915" y="2466753"/>
            <a:ext cx="0" cy="819274"/>
          </a:xfrm>
          <a:prstGeom prst="line">
            <a:avLst/>
          </a:prstGeom>
          <a:solidFill>
            <a:schemeClr val="accent1"/>
          </a:solidFill>
          <a:ln w="19050" cap="flat" cmpd="sng" algn="ctr">
            <a:solidFill>
              <a:schemeClr val="tx1"/>
            </a:solidFill>
            <a:prstDash val="solid"/>
            <a:round/>
            <a:headEnd type="none" w="med" len="med"/>
            <a:tailEnd type="none" w="med" len="med"/>
          </a:ln>
          <a:effectLst/>
        </p:spPr>
      </p:cxnSp>
      <p:sp>
        <p:nvSpPr>
          <p:cNvPr id="142" name="椭圆 141"/>
          <p:cNvSpPr/>
          <p:nvPr/>
        </p:nvSpPr>
        <p:spPr bwMode="auto">
          <a:xfrm rot="5400000">
            <a:off x="7147625" y="2361511"/>
            <a:ext cx="276030" cy="895000"/>
          </a:xfrm>
          <a:prstGeom prst="ellipse">
            <a:avLst/>
          </a:prstGeom>
          <a:noFill/>
          <a:ln w="25400" cap="flat" cmpd="sng" algn="ctr">
            <a:solidFill>
              <a:srgbClr val="FFD17D"/>
            </a:solidFill>
            <a:prstDash val="solid"/>
          </a:ln>
          <a:effectLst/>
        </p:spPr>
        <p:txBody>
          <a:bodyPr rtlCol="0" anchor="ctr"/>
          <a:lstStyle/>
          <a:p>
            <a:pPr algn="ctr" defTabSz="914034"/>
            <a:endParaRPr lang="zh-CN" altLang="en-US" sz="1799" kern="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143" name="图片 142"/>
          <p:cNvPicPr>
            <a:picLocks/>
          </p:cNvPicPr>
          <p:nvPr/>
        </p:nvPicPr>
        <p:blipFill>
          <a:blip r:embed="rId3" cstate="print">
            <a:extLst>
              <a:ext uri="{28A0092B-C50C-407E-A947-70E740481C1C}">
                <a14:useLocalDpi xmlns:a14="http://schemas.microsoft.com/office/drawing/2010/main" val="0"/>
              </a:ext>
            </a:extLst>
          </a:blip>
          <a:stretch>
            <a:fillRect/>
          </a:stretch>
        </p:blipFill>
        <p:spPr>
          <a:xfrm>
            <a:off x="7030654" y="4587785"/>
            <a:ext cx="539789" cy="442627"/>
          </a:xfrm>
          <a:prstGeom prst="rect">
            <a:avLst/>
          </a:prstGeom>
        </p:spPr>
      </p:pic>
      <p:sp>
        <p:nvSpPr>
          <p:cNvPr id="147" name="圆角矩形 146"/>
          <p:cNvSpPr/>
          <p:nvPr/>
        </p:nvSpPr>
        <p:spPr>
          <a:xfrm>
            <a:off x="8424570" y="3249165"/>
            <a:ext cx="2654215" cy="864632"/>
          </a:xfrm>
          <a:prstGeom prst="roundRect">
            <a:avLst>
              <a:gd name="adj" fmla="val 4236"/>
            </a:avLst>
          </a:prstGeom>
          <a:solidFill>
            <a:srgbClr val="F4FBFE"/>
          </a:solidFill>
          <a:ln>
            <a:solidFill>
              <a:srgbClr val="99DFF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151" name="直接连接符 150"/>
          <p:cNvCxnSpPr/>
          <p:nvPr/>
        </p:nvCxnSpPr>
        <p:spPr bwMode="auto">
          <a:xfrm>
            <a:off x="9070968" y="3494831"/>
            <a:ext cx="368464" cy="0"/>
          </a:xfrm>
          <a:prstGeom prst="line">
            <a:avLst/>
          </a:prstGeom>
          <a:solidFill>
            <a:schemeClr val="accent1"/>
          </a:solidFill>
          <a:ln w="28575" cap="flat" cmpd="sng" algn="ctr">
            <a:solidFill>
              <a:srgbClr val="00B0F0"/>
            </a:solidFill>
            <a:prstDash val="solid"/>
            <a:round/>
            <a:headEnd type="none" w="med" len="med"/>
            <a:tailEnd type="none" w="med" len="med"/>
          </a:ln>
          <a:effectLst/>
        </p:spPr>
      </p:cxnSp>
      <p:cxnSp>
        <p:nvCxnSpPr>
          <p:cNvPr id="152" name="直接连接符 151"/>
          <p:cNvCxnSpPr/>
          <p:nvPr/>
        </p:nvCxnSpPr>
        <p:spPr bwMode="auto">
          <a:xfrm>
            <a:off x="9979221" y="3494831"/>
            <a:ext cx="406497" cy="0"/>
          </a:xfrm>
          <a:prstGeom prst="line">
            <a:avLst/>
          </a:prstGeom>
          <a:solidFill>
            <a:schemeClr val="accent1"/>
          </a:solidFill>
          <a:ln w="28575" cap="flat" cmpd="sng" algn="ctr">
            <a:solidFill>
              <a:srgbClr val="00B0F0"/>
            </a:solidFill>
            <a:prstDash val="solid"/>
            <a:round/>
            <a:headEnd type="none" w="med" len="med"/>
            <a:tailEnd type="none" w="med" len="med"/>
          </a:ln>
          <a:effectLst/>
        </p:spPr>
      </p:cxnSp>
      <p:sp>
        <p:nvSpPr>
          <p:cNvPr id="153" name="任意多边形 152"/>
          <p:cNvSpPr/>
          <p:nvPr/>
        </p:nvSpPr>
        <p:spPr>
          <a:xfrm>
            <a:off x="8893185" y="3712506"/>
            <a:ext cx="1710657" cy="227120"/>
          </a:xfrm>
          <a:custGeom>
            <a:avLst/>
            <a:gdLst>
              <a:gd name="connsiteX0" fmla="*/ 0 w 1898650"/>
              <a:gd name="connsiteY0" fmla="*/ 0 h 209550"/>
              <a:gd name="connsiteX1" fmla="*/ 0 w 1898650"/>
              <a:gd name="connsiteY1" fmla="*/ 209550 h 209550"/>
              <a:gd name="connsiteX2" fmla="*/ 1898650 w 1898650"/>
              <a:gd name="connsiteY2" fmla="*/ 209550 h 209550"/>
              <a:gd name="connsiteX3" fmla="*/ 1898650 w 1898650"/>
              <a:gd name="connsiteY3" fmla="*/ 0 h 209550"/>
            </a:gdLst>
            <a:ahLst/>
            <a:cxnLst>
              <a:cxn ang="0">
                <a:pos x="connsiteX0" y="connsiteY0"/>
              </a:cxn>
              <a:cxn ang="0">
                <a:pos x="connsiteX1" y="connsiteY1"/>
              </a:cxn>
              <a:cxn ang="0">
                <a:pos x="connsiteX2" y="connsiteY2"/>
              </a:cxn>
              <a:cxn ang="0">
                <a:pos x="connsiteX3" y="connsiteY3"/>
              </a:cxn>
            </a:cxnLst>
            <a:rect l="l" t="t" r="r" b="b"/>
            <a:pathLst>
              <a:path w="1898650" h="209550">
                <a:moveTo>
                  <a:pt x="0" y="0"/>
                </a:moveTo>
                <a:lnTo>
                  <a:pt x="0" y="209550"/>
                </a:lnTo>
                <a:lnTo>
                  <a:pt x="1898650" y="209550"/>
                </a:lnTo>
                <a:lnTo>
                  <a:pt x="1898650" y="0"/>
                </a:lnTo>
              </a:path>
            </a:pathLst>
          </a:custGeom>
          <a:noFill/>
          <a:ln w="28575">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154" name="直接连接符 153"/>
          <p:cNvCxnSpPr>
            <a:endCxn id="157" idx="0"/>
          </p:cNvCxnSpPr>
          <p:nvPr/>
        </p:nvCxnSpPr>
        <p:spPr bwMode="auto">
          <a:xfrm>
            <a:off x="8801074" y="3715654"/>
            <a:ext cx="613" cy="872131"/>
          </a:xfrm>
          <a:prstGeom prst="line">
            <a:avLst/>
          </a:prstGeom>
          <a:solidFill>
            <a:schemeClr val="accent1"/>
          </a:solidFill>
          <a:ln w="19050" cap="flat" cmpd="sng" algn="ctr">
            <a:solidFill>
              <a:schemeClr val="tx1"/>
            </a:solidFill>
            <a:prstDash val="solid"/>
            <a:round/>
            <a:headEnd type="none" w="med" len="med"/>
            <a:tailEnd type="none" w="med" len="med"/>
          </a:ln>
          <a:effectLst/>
        </p:spPr>
      </p:cxnSp>
      <p:pic>
        <p:nvPicPr>
          <p:cNvPr id="157" name="图片 156"/>
          <p:cNvPicPr>
            <a:picLocks/>
          </p:cNvPicPr>
          <p:nvPr/>
        </p:nvPicPr>
        <p:blipFill>
          <a:blip r:embed="rId3" cstate="print">
            <a:extLst>
              <a:ext uri="{28A0092B-C50C-407E-A947-70E740481C1C}">
                <a14:useLocalDpi xmlns:a14="http://schemas.microsoft.com/office/drawing/2010/main" val="0"/>
              </a:ext>
            </a:extLst>
          </a:blip>
          <a:stretch>
            <a:fillRect/>
          </a:stretch>
        </p:blipFill>
        <p:spPr>
          <a:xfrm>
            <a:off x="8531792" y="4587785"/>
            <a:ext cx="539789" cy="442627"/>
          </a:xfrm>
          <a:prstGeom prst="rect">
            <a:avLst/>
          </a:prstGeom>
        </p:spPr>
      </p:pic>
      <p:pic>
        <p:nvPicPr>
          <p:cNvPr id="161" name="图片 160"/>
          <p:cNvPicPr>
            <a:picLocks/>
          </p:cNvPicPr>
          <p:nvPr/>
        </p:nvPicPr>
        <p:blipFill>
          <a:blip r:embed="rId3" cstate="print">
            <a:extLst>
              <a:ext uri="{28A0092B-C50C-407E-A947-70E740481C1C}">
                <a14:useLocalDpi xmlns:a14="http://schemas.microsoft.com/office/drawing/2010/main" val="0"/>
              </a:ext>
            </a:extLst>
          </a:blip>
          <a:stretch>
            <a:fillRect/>
          </a:stretch>
        </p:blipFill>
        <p:spPr>
          <a:xfrm>
            <a:off x="10390046" y="4587785"/>
            <a:ext cx="539789" cy="442627"/>
          </a:xfrm>
          <a:prstGeom prst="rect">
            <a:avLst/>
          </a:prstGeom>
        </p:spPr>
      </p:pic>
      <p:cxnSp>
        <p:nvCxnSpPr>
          <p:cNvPr id="162" name="直接连接符 161"/>
          <p:cNvCxnSpPr/>
          <p:nvPr/>
        </p:nvCxnSpPr>
        <p:spPr bwMode="auto">
          <a:xfrm>
            <a:off x="8801686" y="3755919"/>
            <a:ext cx="0" cy="643810"/>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163" name="直接连接符 162"/>
          <p:cNvCxnSpPr>
            <a:endCxn id="161" idx="0"/>
          </p:cNvCxnSpPr>
          <p:nvPr/>
        </p:nvCxnSpPr>
        <p:spPr bwMode="auto">
          <a:xfrm>
            <a:off x="10655614" y="3715654"/>
            <a:ext cx="4327" cy="872131"/>
          </a:xfrm>
          <a:prstGeom prst="line">
            <a:avLst/>
          </a:prstGeom>
          <a:solidFill>
            <a:schemeClr val="accent1"/>
          </a:solidFill>
          <a:ln w="19050" cap="flat" cmpd="sng" algn="ctr">
            <a:solidFill>
              <a:schemeClr val="tx1"/>
            </a:solidFill>
            <a:prstDash val="solid"/>
            <a:round/>
            <a:headEnd type="none" w="med" len="med"/>
            <a:tailEnd type="none" w="med" len="med"/>
          </a:ln>
          <a:effectLst/>
        </p:spPr>
      </p:cxnSp>
      <p:sp>
        <p:nvSpPr>
          <p:cNvPr id="164" name="TextBox 77"/>
          <p:cNvSpPr txBox="1"/>
          <p:nvPr/>
        </p:nvSpPr>
        <p:spPr bwMode="auto">
          <a:xfrm>
            <a:off x="9539090" y="3689174"/>
            <a:ext cx="1390745" cy="316351"/>
          </a:xfrm>
          <a:prstGeom prst="rect">
            <a:avLst/>
          </a:prstGeom>
          <a:noFill/>
          <a:ln w="9525">
            <a:noFill/>
            <a:miter lim="800000"/>
            <a:headEnd/>
            <a:tailEnd/>
          </a:ln>
        </p:spPr>
        <p:txBody>
          <a:bodyPr wrap="square" lIns="99941" tIns="49966" rIns="99941" bIns="49966" rtlCol="0">
            <a:spAutoFit/>
          </a:bodyPr>
          <a:lstStyle/>
          <a:p>
            <a:pPr algn="ctr" defTabSz="1001248" eaLnBrk="0" hangingPunct="0"/>
            <a:r>
              <a:rPr lang="en-US" altLang="zh-CN" sz="1400" b="1" dirty="0" err="1">
                <a:solidFill>
                  <a:srgbClr val="000000"/>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iStack</a:t>
            </a:r>
            <a:endParaRPr lang="en-US" altLang="zh-CN" sz="1400" b="1" dirty="0">
              <a:solidFill>
                <a:srgbClr val="000000"/>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cxnSp>
        <p:nvCxnSpPr>
          <p:cNvPr id="166" name="直接连接符 165"/>
          <p:cNvCxnSpPr/>
          <p:nvPr/>
        </p:nvCxnSpPr>
        <p:spPr bwMode="auto">
          <a:xfrm flipH="1">
            <a:off x="8706961" y="2505954"/>
            <a:ext cx="884094" cy="780073"/>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167" name="直接连接符 166"/>
          <p:cNvCxnSpPr/>
          <p:nvPr/>
        </p:nvCxnSpPr>
        <p:spPr bwMode="auto">
          <a:xfrm flipH="1">
            <a:off x="8863396" y="2505954"/>
            <a:ext cx="845931" cy="780073"/>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168" name="直接连接符 167"/>
          <p:cNvCxnSpPr/>
          <p:nvPr/>
        </p:nvCxnSpPr>
        <p:spPr bwMode="auto">
          <a:xfrm>
            <a:off x="9709326" y="2505954"/>
            <a:ext cx="894515" cy="780073"/>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169" name="直接连接符 168"/>
          <p:cNvCxnSpPr/>
          <p:nvPr/>
        </p:nvCxnSpPr>
        <p:spPr bwMode="auto">
          <a:xfrm>
            <a:off x="9852890" y="2505954"/>
            <a:ext cx="907387" cy="780073"/>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176" name="直接连接符 175"/>
          <p:cNvCxnSpPr>
            <a:endCxn id="175" idx="0"/>
          </p:cNvCxnSpPr>
          <p:nvPr/>
        </p:nvCxnSpPr>
        <p:spPr bwMode="auto">
          <a:xfrm flipH="1">
            <a:off x="9709327" y="3715654"/>
            <a:ext cx="949" cy="872131"/>
          </a:xfrm>
          <a:prstGeom prst="line">
            <a:avLst/>
          </a:prstGeom>
          <a:solidFill>
            <a:schemeClr val="accent1"/>
          </a:solidFill>
          <a:ln w="19050" cap="flat" cmpd="sng" algn="ctr">
            <a:solidFill>
              <a:schemeClr val="tx1"/>
            </a:solidFill>
            <a:prstDash val="solid"/>
            <a:round/>
            <a:headEnd type="none" w="med" len="med"/>
            <a:tailEnd type="none" w="med" len="med"/>
          </a:ln>
          <a:effectLst/>
        </p:spPr>
      </p:cxnSp>
      <p:sp>
        <p:nvSpPr>
          <p:cNvPr id="170" name="椭圆 169"/>
          <p:cNvSpPr/>
          <p:nvPr/>
        </p:nvSpPr>
        <p:spPr bwMode="auto">
          <a:xfrm rot="5400000">
            <a:off x="9628821" y="2033685"/>
            <a:ext cx="276030" cy="1550655"/>
          </a:xfrm>
          <a:prstGeom prst="ellipse">
            <a:avLst/>
          </a:prstGeom>
          <a:noFill/>
          <a:ln w="25400" cap="flat" cmpd="sng" algn="ctr">
            <a:solidFill>
              <a:srgbClr val="FFD17D"/>
            </a:solidFill>
            <a:prstDash val="solid"/>
          </a:ln>
          <a:effectLst/>
        </p:spPr>
        <p:txBody>
          <a:bodyPr rtlCol="0" anchor="ctr"/>
          <a:lstStyle/>
          <a:p>
            <a:pPr algn="ctr" defTabSz="914034"/>
            <a:endParaRPr lang="zh-CN" altLang="en-US" sz="1799" kern="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72" name="文本占位符 3"/>
          <p:cNvSpPr txBox="1">
            <a:spLocks/>
          </p:cNvSpPr>
          <p:nvPr/>
        </p:nvSpPr>
        <p:spPr bwMode="auto">
          <a:xfrm>
            <a:off x="6215761" y="5104412"/>
            <a:ext cx="5151013" cy="776666"/>
          </a:xfrm>
          <a:prstGeom prst="rect">
            <a:avLst/>
          </a:prstGeom>
          <a:noFill/>
          <a:ln w="9525">
            <a:noFill/>
            <a:miter lim="800000"/>
            <a:headEnd/>
            <a:tailEnd/>
          </a:ln>
        </p:spPr>
        <p:txBody>
          <a:bodyPr vert="horz" wrap="square" lIns="80110" tIns="40055" rIns="80110" bIns="40055" numCol="1" anchor="t" anchorCtr="0" compatLnSpc="1">
            <a:prstTxWarp prst="textNoShape">
              <a:avLst/>
            </a:prstTxWarp>
          </a:bodyPr>
          <a:lstStyle>
            <a:lvl1pPr marL="301625" indent="-301625" algn="just" defTabSz="801688" rtl="0" eaLnBrk="1" fontAlgn="ctr" latinLnBrk="0" hangingPunct="1">
              <a:lnSpc>
                <a:spcPct val="140000"/>
              </a:lnSpc>
              <a:spcBef>
                <a:spcPct val="30000"/>
              </a:spcBef>
              <a:spcAft>
                <a:spcPct val="0"/>
              </a:spcAft>
              <a:buClr>
                <a:schemeClr val="bg1">
                  <a:lumMod val="50000"/>
                </a:schemeClr>
              </a:buClr>
              <a:buSzPct val="60000"/>
              <a:buFont typeface="Wingdings" pitchFamily="2" charset="2"/>
              <a:buChar char="l"/>
              <a:defRPr sz="2200">
                <a:solidFill>
                  <a:schemeClr val="tx1"/>
                </a:solidFill>
                <a:latin typeface="+mn-ea"/>
                <a:ea typeface="+mn-ea"/>
                <a:cs typeface="Arial" panose="020B0604020202020204" pitchFamily="34" charset="0"/>
              </a:defRPr>
            </a:lvl1pPr>
            <a:lvl2pPr marL="654050" indent="-252413" algn="l" defTabSz="801688" rtl="0" eaLnBrk="1" fontAlgn="ctr" hangingPunct="1">
              <a:lnSpc>
                <a:spcPct val="140000"/>
              </a:lnSpc>
              <a:spcBef>
                <a:spcPct val="30000"/>
              </a:spcBef>
              <a:spcAft>
                <a:spcPct val="0"/>
              </a:spcAft>
              <a:buClr>
                <a:schemeClr val="tx1"/>
              </a:buClr>
              <a:buSzPct val="50000"/>
              <a:buFont typeface="Wingdings" pitchFamily="2" charset="2"/>
              <a:buChar char="p"/>
              <a:defRPr sz="2000">
                <a:solidFill>
                  <a:schemeClr val="tx1"/>
                </a:solidFill>
                <a:latin typeface="+mn-lt"/>
                <a:ea typeface="+mn-ea"/>
              </a:defRPr>
            </a:lvl2pPr>
            <a:lvl3pPr marL="1003300" indent="-201613" algn="l" defTabSz="801688" rtl="0" eaLnBrk="1" fontAlgn="ctr" hangingPunct="1">
              <a:lnSpc>
                <a:spcPct val="140000"/>
              </a:lnSpc>
              <a:spcBef>
                <a:spcPct val="30000"/>
              </a:spcBef>
              <a:spcAft>
                <a:spcPct val="0"/>
              </a:spcAft>
              <a:buSzPct val="50000"/>
              <a:buFont typeface="Wingdings" pitchFamily="2" charset="2"/>
              <a:buChar char="n"/>
              <a:defRPr>
                <a:solidFill>
                  <a:schemeClr val="tx1"/>
                </a:solidFill>
                <a:latin typeface="FrutigerNext LT Light" pitchFamily="34" charset="0"/>
                <a:ea typeface="+mn-ea"/>
              </a:defRPr>
            </a:lvl3pPr>
            <a:lvl4pPr marL="1400175" indent="-198438" algn="l" defTabSz="801688" rtl="0" eaLnBrk="1" fontAlgn="ctr" hangingPunct="1">
              <a:lnSpc>
                <a:spcPct val="140000"/>
              </a:lnSpc>
              <a:spcBef>
                <a:spcPct val="30000"/>
              </a:spcBef>
              <a:spcAft>
                <a:spcPct val="0"/>
              </a:spcAft>
              <a:buChar char="–"/>
              <a:defRPr sz="1600">
                <a:solidFill>
                  <a:schemeClr val="tx1"/>
                </a:solidFill>
                <a:latin typeface="+mj-lt"/>
                <a:ea typeface="+mn-ea"/>
              </a:defRPr>
            </a:lvl4pPr>
            <a:lvl5pPr marL="1801813" indent="-201613" algn="l" defTabSz="801688" rtl="0" eaLnBrk="1" fontAlgn="ctr" hangingPunct="1">
              <a:lnSpc>
                <a:spcPct val="140000"/>
              </a:lnSpc>
              <a:spcBef>
                <a:spcPct val="30000"/>
              </a:spcBef>
              <a:spcAft>
                <a:spcPct val="0"/>
              </a:spcAft>
              <a:buFont typeface="FrutigerNext LT Medium" pitchFamily="34" charset="0"/>
              <a:buChar char="~"/>
              <a:defRPr sz="1600">
                <a:solidFill>
                  <a:schemeClr val="tx1"/>
                </a:solidFill>
                <a:latin typeface="+mj-lt"/>
                <a:ea typeface="+mn-ea"/>
              </a:defRPr>
            </a:lvl5pPr>
            <a:lvl6pPr marL="2259013" indent="-201613" algn="l" defTabSz="801688" rtl="0" fontAlgn="ctr">
              <a:lnSpc>
                <a:spcPct val="140000"/>
              </a:lnSpc>
              <a:spcBef>
                <a:spcPct val="30000"/>
              </a:spcBef>
              <a:spcAft>
                <a:spcPct val="0"/>
              </a:spcAft>
              <a:buFont typeface="FrutigerNext LT Medium" pitchFamily="34" charset="0"/>
              <a:buChar char="~"/>
              <a:defRPr sz="1600">
                <a:solidFill>
                  <a:schemeClr val="tx1"/>
                </a:solidFill>
                <a:latin typeface="+mj-lt"/>
                <a:ea typeface="+mn-ea"/>
              </a:defRPr>
            </a:lvl6pPr>
            <a:lvl7pPr marL="2716213" indent="-201613" algn="l" defTabSz="801688" rtl="0" fontAlgn="base">
              <a:lnSpc>
                <a:spcPct val="140000"/>
              </a:lnSpc>
              <a:spcBef>
                <a:spcPct val="30000"/>
              </a:spcBef>
              <a:spcAft>
                <a:spcPct val="0"/>
              </a:spcAft>
              <a:buFont typeface="FrutigerNext LT Medium" pitchFamily="34" charset="0"/>
              <a:buChar char="~"/>
              <a:defRPr sz="1600">
                <a:solidFill>
                  <a:schemeClr val="tx1"/>
                </a:solidFill>
                <a:latin typeface="+mj-lt"/>
                <a:ea typeface="+mn-ea"/>
              </a:defRPr>
            </a:lvl7pPr>
            <a:lvl8pPr marL="3173413" indent="-201613" algn="l" defTabSz="801688" rtl="0" fontAlgn="base">
              <a:lnSpc>
                <a:spcPct val="140000"/>
              </a:lnSpc>
              <a:spcBef>
                <a:spcPct val="30000"/>
              </a:spcBef>
              <a:spcAft>
                <a:spcPct val="0"/>
              </a:spcAft>
              <a:buFont typeface="FrutigerNext LT Medium" pitchFamily="34" charset="0"/>
              <a:buChar char="~"/>
              <a:defRPr sz="1600">
                <a:solidFill>
                  <a:schemeClr val="tx1"/>
                </a:solidFill>
                <a:latin typeface="+mj-lt"/>
                <a:ea typeface="+mn-ea"/>
              </a:defRPr>
            </a:lvl8pPr>
            <a:lvl9pPr marL="3630613" indent="-201613" algn="l" defTabSz="801688" rtl="0" fontAlgn="base">
              <a:lnSpc>
                <a:spcPct val="140000"/>
              </a:lnSpc>
              <a:spcBef>
                <a:spcPct val="30000"/>
              </a:spcBef>
              <a:spcAft>
                <a:spcPct val="0"/>
              </a:spcAft>
              <a:buFont typeface="FrutigerNext LT Medium" pitchFamily="34" charset="0"/>
              <a:buChar char="~"/>
              <a:defRPr sz="1600">
                <a:solidFill>
                  <a:schemeClr val="tx1"/>
                </a:solidFill>
                <a:latin typeface="+mj-lt"/>
                <a:ea typeface="+mn-ea"/>
              </a:defRPr>
            </a:lvl9pPr>
          </a:lstStyle>
          <a:p>
            <a:pPr>
              <a:buClrTx/>
              <a:buSzPct val="100000"/>
              <a:buFont typeface="Arial" panose="020B0604020202020204" pitchFamily="34" charset="0"/>
              <a:buChar char="•"/>
            </a:pP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需要增大交换机上行带宽时，可以增加新交换机与原交换机组成堆叠系统，将成员交换机的多条物理链路配置成一个聚合组，提高交换机的上行带宽，同时形成设备间备份和链路的跨设备冗余备份，增加可靠性。</a:t>
            </a:r>
          </a:p>
        </p:txBody>
      </p:sp>
      <p:cxnSp>
        <p:nvCxnSpPr>
          <p:cNvPr id="174" name="直接连接符 173"/>
          <p:cNvCxnSpPr/>
          <p:nvPr/>
        </p:nvCxnSpPr>
        <p:spPr bwMode="auto">
          <a:xfrm>
            <a:off x="6520660" y="3112091"/>
            <a:ext cx="4459646" cy="0"/>
          </a:xfrm>
          <a:prstGeom prst="line">
            <a:avLst/>
          </a:prstGeom>
          <a:solidFill>
            <a:schemeClr val="accent1"/>
          </a:solidFill>
          <a:ln w="19050" cap="flat" cmpd="sng" algn="ctr">
            <a:solidFill>
              <a:srgbClr val="D8D8D8"/>
            </a:solidFill>
            <a:prstDash val="lgDash"/>
            <a:round/>
            <a:headEnd type="none" w="med" len="med"/>
            <a:tailEnd type="none" w="med" len="med"/>
          </a:ln>
          <a:effectLst/>
        </p:spPr>
      </p:cxnSp>
      <p:pic>
        <p:nvPicPr>
          <p:cNvPr id="175" name="图片 174"/>
          <p:cNvPicPr>
            <a:picLocks/>
          </p:cNvPicPr>
          <p:nvPr/>
        </p:nvPicPr>
        <p:blipFill>
          <a:blip r:embed="rId3" cstate="print">
            <a:extLst>
              <a:ext uri="{28A0092B-C50C-407E-A947-70E740481C1C}">
                <a14:useLocalDpi xmlns:a14="http://schemas.microsoft.com/office/drawing/2010/main" val="0"/>
              </a:ext>
            </a:extLst>
          </a:blip>
          <a:stretch>
            <a:fillRect/>
          </a:stretch>
        </p:blipFill>
        <p:spPr>
          <a:xfrm>
            <a:off x="9439432" y="4587785"/>
            <a:ext cx="539789" cy="442627"/>
          </a:xfrm>
          <a:prstGeom prst="rect">
            <a:avLst/>
          </a:prstGeom>
        </p:spPr>
      </p:pic>
      <p:pic>
        <p:nvPicPr>
          <p:cNvPr id="179" name="图片 178"/>
          <p:cNvPicPr>
            <a:picLocks/>
          </p:cNvPicPr>
          <p:nvPr/>
        </p:nvPicPr>
        <p:blipFill>
          <a:blip r:embed="rId3" cstate="print">
            <a:extLst>
              <a:ext uri="{28A0092B-C50C-407E-A947-70E740481C1C}">
                <a14:useLocalDpi xmlns:a14="http://schemas.microsoft.com/office/drawing/2010/main" val="0"/>
              </a:ext>
            </a:extLst>
          </a:blip>
          <a:stretch>
            <a:fillRect/>
          </a:stretch>
        </p:blipFill>
        <p:spPr>
          <a:xfrm>
            <a:off x="3762087" y="3977711"/>
            <a:ext cx="539789" cy="442627"/>
          </a:xfrm>
          <a:prstGeom prst="rect">
            <a:avLst/>
          </a:prstGeom>
        </p:spPr>
      </p:pic>
      <p:cxnSp>
        <p:nvCxnSpPr>
          <p:cNvPr id="180" name="直接连接符 179"/>
          <p:cNvCxnSpPr>
            <a:endCxn id="179" idx="0"/>
          </p:cNvCxnSpPr>
          <p:nvPr/>
        </p:nvCxnSpPr>
        <p:spPr bwMode="auto">
          <a:xfrm>
            <a:off x="4031981" y="3095341"/>
            <a:ext cx="1" cy="882370"/>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181" name="直接连接符 180"/>
          <p:cNvCxnSpPr/>
          <p:nvPr/>
        </p:nvCxnSpPr>
        <p:spPr bwMode="auto">
          <a:xfrm>
            <a:off x="6471370" y="1860191"/>
            <a:ext cx="455313" cy="0"/>
          </a:xfrm>
          <a:prstGeom prst="line">
            <a:avLst/>
          </a:prstGeom>
          <a:solidFill>
            <a:schemeClr val="accent1"/>
          </a:solidFill>
          <a:ln w="28575" cap="flat" cmpd="sng" algn="ctr">
            <a:solidFill>
              <a:srgbClr val="00B0F0"/>
            </a:solidFill>
            <a:prstDash val="solid"/>
            <a:round/>
            <a:headEnd type="none" w="med" len="med"/>
            <a:tailEnd type="none" w="med" len="med"/>
          </a:ln>
          <a:effectLst/>
        </p:spPr>
      </p:cxnSp>
      <p:sp>
        <p:nvSpPr>
          <p:cNvPr id="182" name="TextBox 77"/>
          <p:cNvSpPr txBox="1"/>
          <p:nvPr/>
        </p:nvSpPr>
        <p:spPr bwMode="auto">
          <a:xfrm>
            <a:off x="6836682" y="1717440"/>
            <a:ext cx="1390745" cy="316351"/>
          </a:xfrm>
          <a:prstGeom prst="rect">
            <a:avLst/>
          </a:prstGeom>
          <a:noFill/>
          <a:ln w="9525">
            <a:noFill/>
            <a:miter lim="800000"/>
            <a:headEnd/>
            <a:tailEnd/>
          </a:ln>
        </p:spPr>
        <p:txBody>
          <a:bodyPr wrap="square" lIns="99941" tIns="49966" rIns="99941" bIns="49966" rtlCol="0">
            <a:spAutoFit/>
          </a:bodyPr>
          <a:lstStyle/>
          <a:p>
            <a:pPr algn="ctr" defTabSz="1001248" eaLnBrk="0" hangingPunct="0"/>
            <a:r>
              <a:rPr lang="en-US" altLang="zh-CN" sz="1400" dirty="0" err="1">
                <a:solidFill>
                  <a:srgbClr val="000000"/>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iStack</a:t>
            </a:r>
            <a:r>
              <a:rPr lang="en-US" altLang="zh-CN" sz="1400" dirty="0">
                <a:solidFill>
                  <a:srgbClr val="000000"/>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 Link</a:t>
            </a:r>
          </a:p>
        </p:txBody>
      </p:sp>
      <p:cxnSp>
        <p:nvCxnSpPr>
          <p:cNvPr id="184" name="直接连接符 183"/>
          <p:cNvCxnSpPr/>
          <p:nvPr/>
        </p:nvCxnSpPr>
        <p:spPr bwMode="auto">
          <a:xfrm>
            <a:off x="1369383" y="1860191"/>
            <a:ext cx="455313" cy="0"/>
          </a:xfrm>
          <a:prstGeom prst="line">
            <a:avLst/>
          </a:prstGeom>
          <a:solidFill>
            <a:schemeClr val="accent1"/>
          </a:solidFill>
          <a:ln w="28575" cap="flat" cmpd="sng" algn="ctr">
            <a:solidFill>
              <a:srgbClr val="00B0F0"/>
            </a:solidFill>
            <a:prstDash val="solid"/>
            <a:round/>
            <a:headEnd type="none" w="med" len="med"/>
            <a:tailEnd type="none" w="med" len="med"/>
          </a:ln>
          <a:effectLst/>
        </p:spPr>
      </p:cxnSp>
      <p:sp>
        <p:nvSpPr>
          <p:cNvPr id="185" name="TextBox 77"/>
          <p:cNvSpPr txBox="1"/>
          <p:nvPr/>
        </p:nvSpPr>
        <p:spPr bwMode="auto">
          <a:xfrm>
            <a:off x="1737282" y="1702015"/>
            <a:ext cx="1390745" cy="316351"/>
          </a:xfrm>
          <a:prstGeom prst="rect">
            <a:avLst/>
          </a:prstGeom>
          <a:noFill/>
          <a:ln w="9525">
            <a:noFill/>
            <a:miter lim="800000"/>
            <a:headEnd/>
            <a:tailEnd/>
          </a:ln>
        </p:spPr>
        <p:txBody>
          <a:bodyPr wrap="square" lIns="99941" tIns="49966" rIns="99941" bIns="49966" rtlCol="0">
            <a:spAutoFit/>
          </a:bodyPr>
          <a:lstStyle/>
          <a:p>
            <a:pPr algn="ctr" defTabSz="1001248" eaLnBrk="0" hangingPunct="0"/>
            <a:r>
              <a:rPr lang="en-US" altLang="zh-CN" sz="1400" dirty="0" err="1">
                <a:solidFill>
                  <a:srgbClr val="000000"/>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iStack</a:t>
            </a:r>
            <a:r>
              <a:rPr lang="en-US" altLang="zh-CN" sz="1400" dirty="0">
                <a:solidFill>
                  <a:srgbClr val="000000"/>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 Link</a:t>
            </a:r>
          </a:p>
        </p:txBody>
      </p:sp>
      <p:sp>
        <p:nvSpPr>
          <p:cNvPr id="70" name="椭圆 69"/>
          <p:cNvSpPr/>
          <p:nvPr/>
        </p:nvSpPr>
        <p:spPr bwMode="auto">
          <a:xfrm rot="5400000">
            <a:off x="8461903" y="1561045"/>
            <a:ext cx="129345" cy="598295"/>
          </a:xfrm>
          <a:prstGeom prst="ellipse">
            <a:avLst/>
          </a:prstGeom>
          <a:noFill/>
          <a:ln w="25400" cap="flat" cmpd="sng" algn="ctr">
            <a:solidFill>
              <a:srgbClr val="FFD17D"/>
            </a:solidFill>
            <a:prstDash val="solid"/>
          </a:ln>
          <a:effectLst/>
        </p:spPr>
        <p:txBody>
          <a:bodyPr rtlCol="0" anchor="ctr"/>
          <a:lstStyle/>
          <a:p>
            <a:pPr algn="ctr" defTabSz="914034"/>
            <a:endParaRPr lang="zh-CN" altLang="en-US" sz="1799" kern="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2" name="TextBox 77"/>
          <p:cNvSpPr txBox="1"/>
          <p:nvPr/>
        </p:nvSpPr>
        <p:spPr bwMode="auto">
          <a:xfrm>
            <a:off x="8796846" y="1717441"/>
            <a:ext cx="1390745" cy="316351"/>
          </a:xfrm>
          <a:prstGeom prst="rect">
            <a:avLst/>
          </a:prstGeom>
          <a:noFill/>
          <a:ln w="9525">
            <a:noFill/>
            <a:miter lim="800000"/>
            <a:headEnd/>
            <a:tailEnd/>
          </a:ln>
        </p:spPr>
        <p:txBody>
          <a:bodyPr wrap="square" lIns="99941" tIns="49966" rIns="99941" bIns="49966" rtlCol="0">
            <a:spAutoFit/>
          </a:bodyPr>
          <a:lstStyle/>
          <a:p>
            <a:pPr defTabSz="1001248" eaLnBrk="0" hangingPunct="0"/>
            <a:r>
              <a:rPr lang="en-US" altLang="zh-CN" sz="1400" dirty="0">
                <a:solidFill>
                  <a:srgbClr val="000000"/>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Eth-Trunk</a:t>
            </a:r>
          </a:p>
        </p:txBody>
      </p:sp>
      <p:pic>
        <p:nvPicPr>
          <p:cNvPr id="76" name="图片 75"/>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1357396" y="2669505"/>
            <a:ext cx="540000" cy="442800"/>
          </a:xfrm>
          <a:prstGeom prst="rect">
            <a:avLst/>
          </a:prstGeom>
        </p:spPr>
      </p:pic>
      <p:pic>
        <p:nvPicPr>
          <p:cNvPr id="77" name="图片 76"/>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2858745" y="2669505"/>
            <a:ext cx="540000" cy="442800"/>
          </a:xfrm>
          <a:prstGeom prst="rect">
            <a:avLst/>
          </a:prstGeom>
        </p:spPr>
      </p:pic>
      <p:pic>
        <p:nvPicPr>
          <p:cNvPr id="78" name="图片 77"/>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3762087" y="2669505"/>
            <a:ext cx="540000" cy="442800"/>
          </a:xfrm>
          <a:prstGeom prst="rect">
            <a:avLst/>
          </a:prstGeom>
        </p:spPr>
      </p:pic>
      <p:pic>
        <p:nvPicPr>
          <p:cNvPr id="79" name="图片 78"/>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4712567" y="2669505"/>
            <a:ext cx="540000" cy="442800"/>
          </a:xfrm>
          <a:prstGeom prst="rect">
            <a:avLst/>
          </a:prstGeom>
        </p:spPr>
      </p:pic>
      <p:pic>
        <p:nvPicPr>
          <p:cNvPr id="80" name="图片 79"/>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7030654" y="3286599"/>
            <a:ext cx="540000" cy="442800"/>
          </a:xfrm>
          <a:prstGeom prst="rect">
            <a:avLst/>
          </a:prstGeom>
        </p:spPr>
      </p:pic>
      <p:pic>
        <p:nvPicPr>
          <p:cNvPr id="81" name="图片 80"/>
          <p:cNvPicPr>
            <a:picLocks/>
          </p:cNvPicPr>
          <p:nvPr/>
        </p:nvPicPr>
        <p:blipFill>
          <a:blip r:embed="rId5" cstate="print">
            <a:extLst>
              <a:ext uri="{28A0092B-C50C-407E-A947-70E740481C1C}">
                <a14:useLocalDpi xmlns:a14="http://schemas.microsoft.com/office/drawing/2010/main" val="0"/>
              </a:ext>
            </a:extLst>
          </a:blip>
          <a:stretch>
            <a:fillRect/>
          </a:stretch>
        </p:blipFill>
        <p:spPr>
          <a:xfrm>
            <a:off x="7030654" y="2130806"/>
            <a:ext cx="540000" cy="442800"/>
          </a:xfrm>
          <a:prstGeom prst="rect">
            <a:avLst/>
          </a:prstGeom>
        </p:spPr>
      </p:pic>
      <p:pic>
        <p:nvPicPr>
          <p:cNvPr id="82" name="图片 81"/>
          <p:cNvPicPr>
            <a:picLocks/>
          </p:cNvPicPr>
          <p:nvPr/>
        </p:nvPicPr>
        <p:blipFill>
          <a:blip r:embed="rId5" cstate="print">
            <a:extLst>
              <a:ext uri="{28A0092B-C50C-407E-A947-70E740481C1C}">
                <a14:useLocalDpi xmlns:a14="http://schemas.microsoft.com/office/drawing/2010/main" val="0"/>
              </a:ext>
            </a:extLst>
          </a:blip>
          <a:stretch>
            <a:fillRect/>
          </a:stretch>
        </p:blipFill>
        <p:spPr>
          <a:xfrm>
            <a:off x="9443612" y="2130806"/>
            <a:ext cx="540000" cy="442800"/>
          </a:xfrm>
          <a:prstGeom prst="rect">
            <a:avLst/>
          </a:prstGeom>
        </p:spPr>
      </p:pic>
      <p:pic>
        <p:nvPicPr>
          <p:cNvPr id="83" name="图片 82"/>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8531792" y="3286599"/>
            <a:ext cx="540000" cy="442800"/>
          </a:xfrm>
          <a:prstGeom prst="rect">
            <a:avLst/>
          </a:prstGeom>
        </p:spPr>
      </p:pic>
      <p:pic>
        <p:nvPicPr>
          <p:cNvPr id="84" name="图片 83"/>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9439432" y="3286599"/>
            <a:ext cx="540000" cy="442800"/>
          </a:xfrm>
          <a:prstGeom prst="rect">
            <a:avLst/>
          </a:prstGeom>
        </p:spPr>
      </p:pic>
      <p:pic>
        <p:nvPicPr>
          <p:cNvPr id="85" name="图片 84"/>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10389835" y="3286599"/>
            <a:ext cx="540000" cy="442800"/>
          </a:xfrm>
          <a:prstGeom prst="rect">
            <a:avLst/>
          </a:prstGeom>
        </p:spPr>
      </p:pic>
      <p:sp>
        <p:nvSpPr>
          <p:cNvPr id="86" name="Right Arrow 157"/>
          <p:cNvSpPr/>
          <p:nvPr/>
        </p:nvSpPr>
        <p:spPr>
          <a:xfrm>
            <a:off x="1987618" y="2704249"/>
            <a:ext cx="647343" cy="356242"/>
          </a:xfrm>
          <a:prstGeom prst="rightArrow">
            <a:avLst>
              <a:gd name="adj1" fmla="val 40000"/>
              <a:gd name="adj2" fmla="val 50000"/>
            </a:avLst>
          </a:prstGeom>
          <a:gradFill flip="none" rotWithShape="1">
            <a:gsLst>
              <a:gs pos="15000">
                <a:schemeClr val="accent1">
                  <a:lumMod val="5000"/>
                  <a:lumOff val="95000"/>
                  <a:alpha val="0"/>
                </a:schemeClr>
              </a:gs>
              <a:gs pos="81000">
                <a:srgbClr val="99DFF9"/>
              </a:gs>
            </a:gsLst>
            <a:lin ang="0" scaled="1"/>
            <a:tileRect/>
          </a:gradFill>
          <a:ln w="15875">
            <a:gradFill flip="none" rotWithShape="1">
              <a:gsLst>
                <a:gs pos="0">
                  <a:schemeClr val="accent1">
                    <a:lumMod val="5000"/>
                    <a:lumOff val="95000"/>
                  </a:schemeClr>
                </a:gs>
                <a:gs pos="100000">
                  <a:srgbClr val="00B0F0"/>
                </a:gs>
              </a:gsLst>
              <a:lin ang="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8" name="Right Arrow 157"/>
          <p:cNvSpPr/>
          <p:nvPr/>
        </p:nvSpPr>
        <p:spPr>
          <a:xfrm>
            <a:off x="7666686" y="3351346"/>
            <a:ext cx="647343" cy="356242"/>
          </a:xfrm>
          <a:prstGeom prst="rightArrow">
            <a:avLst>
              <a:gd name="adj1" fmla="val 40000"/>
              <a:gd name="adj2" fmla="val 50000"/>
            </a:avLst>
          </a:prstGeom>
          <a:gradFill flip="none" rotWithShape="1">
            <a:gsLst>
              <a:gs pos="15000">
                <a:schemeClr val="accent1">
                  <a:lumMod val="5000"/>
                  <a:lumOff val="95000"/>
                  <a:alpha val="0"/>
                </a:schemeClr>
              </a:gs>
              <a:gs pos="81000">
                <a:srgbClr val="99DFF9"/>
              </a:gs>
            </a:gsLst>
            <a:lin ang="0" scaled="1"/>
            <a:tileRect/>
          </a:gradFill>
          <a:ln w="15875">
            <a:gradFill flip="none" rotWithShape="1">
              <a:gsLst>
                <a:gs pos="0">
                  <a:schemeClr val="accent1">
                    <a:lumMod val="5000"/>
                    <a:lumOff val="95000"/>
                  </a:schemeClr>
                </a:gs>
                <a:gs pos="100000">
                  <a:srgbClr val="00B0F0"/>
                </a:gs>
              </a:gsLst>
              <a:lin ang="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9" name="TextBox 77"/>
          <p:cNvSpPr txBox="1"/>
          <p:nvPr/>
        </p:nvSpPr>
        <p:spPr bwMode="auto">
          <a:xfrm>
            <a:off x="542713" y="2776939"/>
            <a:ext cx="763016" cy="316351"/>
          </a:xfrm>
          <a:prstGeom prst="rect">
            <a:avLst/>
          </a:prstGeom>
          <a:noFill/>
          <a:ln w="9525">
            <a:noFill/>
            <a:miter lim="800000"/>
            <a:headEnd/>
            <a:tailEnd/>
          </a:ln>
        </p:spPr>
        <p:txBody>
          <a:bodyPr wrap="square" lIns="99941" tIns="49966" rIns="99941" bIns="49966" rtlCol="0">
            <a:spAutoFit/>
          </a:bodyPr>
          <a:lstStyle/>
          <a:p>
            <a:pPr algn="ctr" defTabSz="1001248" eaLnBrk="0" hangingPunct="0"/>
            <a:r>
              <a:rPr lang="zh-CN" altLang="en-US" sz="1400" b="1" dirty="0">
                <a:solidFill>
                  <a:srgbClr val="000000"/>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接入层</a:t>
            </a:r>
            <a:endParaRPr lang="en-US" altLang="zh-CN" sz="1400" b="1" dirty="0">
              <a:solidFill>
                <a:srgbClr val="000000"/>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spTree>
    <p:extLst>
      <p:ext uri="{BB962C8B-B14F-4D97-AF65-F5344CB8AC3E}">
        <p14:creationId xmlns:p14="http://schemas.microsoft.com/office/powerpoint/2010/main" val="1425767792"/>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sym typeface="Huawei Sans" panose="020C0503030203020204" pitchFamily="34" charset="0"/>
              </a:rPr>
              <a:t>实际应用 </a:t>
            </a:r>
            <a:r>
              <a:rPr lang="en-US" altLang="zh-CN" dirty="0" smtClean="0">
                <a:sym typeface="Huawei Sans" panose="020C0503030203020204" pitchFamily="34" charset="0"/>
              </a:rPr>
              <a:t>(2)</a:t>
            </a:r>
            <a:endParaRPr lang="zh-CN" altLang="en-US" dirty="0">
              <a:sym typeface="Huawei Sans" panose="020C0503030203020204" pitchFamily="34" charset="0"/>
            </a:endParaRPr>
          </a:p>
        </p:txBody>
      </p:sp>
      <p:sp>
        <p:nvSpPr>
          <p:cNvPr id="4" name="文本占位符 3"/>
          <p:cNvSpPr>
            <a:spLocks noGrp="1"/>
          </p:cNvSpPr>
          <p:nvPr>
            <p:ph type="body" sz="quarter" idx="10"/>
          </p:nvPr>
        </p:nvSpPr>
        <p:spPr/>
        <p:txBody>
          <a:bodyPr/>
          <a:lstStyle/>
          <a:p>
            <a:endParaRPr lang="en-US" altLang="zh-CN" sz="2000" dirty="0" smtClean="0">
              <a:latin typeface="Huawei Sans" panose="020C0503030203020204" pitchFamily="34" charset="0"/>
              <a:ea typeface="方正兰亭黑简体" panose="02000000000000000000" pitchFamily="2" charset="-122"/>
              <a:sym typeface="Huawei Sans" panose="020C0503030203020204" pitchFamily="34" charset="0"/>
            </a:endParaRPr>
          </a:p>
          <a:p>
            <a:endParaRPr lang="en-US" altLang="zh-CN" sz="2000" dirty="0">
              <a:latin typeface="Huawei Sans" panose="020C0503030203020204" pitchFamily="34" charset="0"/>
              <a:ea typeface="方正兰亭黑简体" panose="02000000000000000000" pitchFamily="2" charset="-122"/>
              <a:sym typeface="Huawei Sans" panose="020C0503030203020204" pitchFamily="34" charset="0"/>
            </a:endParaRPr>
          </a:p>
          <a:p>
            <a:endParaRPr lang="en-US" altLang="zh-CN" sz="2000" dirty="0" smtClean="0">
              <a:latin typeface="Huawei Sans" panose="020C0503030203020204" pitchFamily="34" charset="0"/>
              <a:ea typeface="方正兰亭黑简体" panose="02000000000000000000" pitchFamily="2" charset="-122"/>
              <a:sym typeface="Huawei Sans" panose="020C0503030203020204" pitchFamily="34" charset="0"/>
            </a:endParaRPr>
          </a:p>
          <a:p>
            <a:endParaRPr lang="en-US" altLang="zh-CN" sz="2000" dirty="0">
              <a:latin typeface="Huawei Sans" panose="020C0503030203020204" pitchFamily="34" charset="0"/>
              <a:ea typeface="方正兰亭黑简体" panose="02000000000000000000" pitchFamily="2" charset="-122"/>
              <a:sym typeface="Huawei Sans" panose="020C0503030203020204" pitchFamily="34" charset="0"/>
            </a:endParaRPr>
          </a:p>
          <a:p>
            <a:endParaRPr lang="en-US" altLang="zh-CN" sz="2000" dirty="0" smtClean="0">
              <a:latin typeface="Huawei Sans" panose="020C0503030203020204" pitchFamily="34" charset="0"/>
              <a:ea typeface="方正兰亭黑简体" panose="02000000000000000000" pitchFamily="2" charset="-122"/>
              <a:sym typeface="Huawei Sans" panose="020C0503030203020204" pitchFamily="34" charset="0"/>
            </a:endParaRPr>
          </a:p>
          <a:p>
            <a:endParaRPr lang="en-US" altLang="zh-CN" sz="2000" dirty="0">
              <a:latin typeface="Huawei Sans" panose="020C0503030203020204" pitchFamily="34" charset="0"/>
              <a:ea typeface="方正兰亭黑简体" panose="02000000000000000000" pitchFamily="2" charset="-122"/>
              <a:sym typeface="Huawei Sans" panose="020C0503030203020204" pitchFamily="34" charset="0"/>
            </a:endParaRPr>
          </a:p>
          <a:p>
            <a:pPr marL="0" indent="0">
              <a:buNone/>
            </a:pPr>
            <a:endParaRPr lang="en-US" altLang="zh-CN" sz="2000" dirty="0">
              <a:latin typeface="Huawei Sans" panose="020C0503030203020204" pitchFamily="34" charset="0"/>
              <a:ea typeface="方正兰亭黑简体" panose="02000000000000000000" pitchFamily="2" charset="-122"/>
              <a:sym typeface="Huawei Sans" panose="020C0503030203020204" pitchFamily="34" charset="0"/>
            </a:endParaRPr>
          </a:p>
          <a:p>
            <a:r>
              <a:rPr lang="zh-CN" altLang="en-US" sz="2000" dirty="0" smtClean="0">
                <a:latin typeface="Huawei Sans" panose="020C0503030203020204" pitchFamily="34" charset="0"/>
                <a:ea typeface="方正兰亭黑简体" panose="02000000000000000000" pitchFamily="2" charset="-122"/>
                <a:sym typeface="Huawei Sans" panose="020C0503030203020204" pitchFamily="34" charset="0"/>
              </a:rPr>
              <a:t>两</a:t>
            </a:r>
            <a:r>
              <a:rPr lang="zh-CN" altLang="en-US" sz="2000" dirty="0">
                <a:latin typeface="Huawei Sans" panose="020C0503030203020204" pitchFamily="34" charset="0"/>
                <a:ea typeface="方正兰亭黑简体" panose="02000000000000000000" pitchFamily="2" charset="-122"/>
                <a:sym typeface="Huawei Sans" panose="020C0503030203020204" pitchFamily="34" charset="0"/>
              </a:rPr>
              <a:t>台设备组成集群，虚拟成单一的逻辑设备。简化后的组网不再需要使用</a:t>
            </a:r>
            <a:r>
              <a:rPr lang="en-US" altLang="zh-CN" sz="2000" dirty="0">
                <a:latin typeface="Huawei Sans" panose="020C0503030203020204" pitchFamily="34" charset="0"/>
                <a:ea typeface="方正兰亭黑简体" panose="02000000000000000000" pitchFamily="2" charset="-122"/>
                <a:sym typeface="Huawei Sans" panose="020C0503030203020204" pitchFamily="34" charset="0"/>
              </a:rPr>
              <a:t>MSTP</a:t>
            </a:r>
            <a:r>
              <a:rPr lang="zh-CN" altLang="en-US" sz="2000" dirty="0">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2000" dirty="0">
                <a:latin typeface="Huawei Sans" panose="020C0503030203020204" pitchFamily="34" charset="0"/>
                <a:ea typeface="方正兰亭黑简体" panose="02000000000000000000" pitchFamily="2" charset="-122"/>
                <a:sym typeface="Huawei Sans" panose="020C0503030203020204" pitchFamily="34" charset="0"/>
              </a:rPr>
              <a:t>VRRP</a:t>
            </a:r>
            <a:r>
              <a:rPr lang="zh-CN" altLang="en-US" sz="2000" dirty="0">
                <a:latin typeface="Huawei Sans" panose="020C0503030203020204" pitchFamily="34" charset="0"/>
                <a:ea typeface="方正兰亭黑简体" panose="02000000000000000000" pitchFamily="2" charset="-122"/>
                <a:sym typeface="Huawei Sans" panose="020C0503030203020204" pitchFamily="34" charset="0"/>
              </a:rPr>
              <a:t>等协议，简化了网络配置，同时依靠跨设备的链路聚合，实现快速收敛，提高了可靠性。</a:t>
            </a:r>
          </a:p>
          <a:p>
            <a:endParaRPr lang="zh-CN" altLang="en-US" sz="2000" dirty="0"/>
          </a:p>
        </p:txBody>
      </p:sp>
      <p:sp>
        <p:nvSpPr>
          <p:cNvPr id="89" name="圆角矩形 88"/>
          <p:cNvSpPr/>
          <p:nvPr/>
        </p:nvSpPr>
        <p:spPr>
          <a:xfrm>
            <a:off x="6256053" y="2253723"/>
            <a:ext cx="2020239" cy="751814"/>
          </a:xfrm>
          <a:prstGeom prst="roundRect">
            <a:avLst>
              <a:gd name="adj" fmla="val 4236"/>
            </a:avLst>
          </a:prstGeom>
          <a:solidFill>
            <a:srgbClr val="F4FBFE"/>
          </a:solidFill>
          <a:ln>
            <a:solidFill>
              <a:srgbClr val="99DFF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93" name="直接连接符 92"/>
          <p:cNvCxnSpPr/>
          <p:nvPr/>
        </p:nvCxnSpPr>
        <p:spPr bwMode="auto">
          <a:xfrm>
            <a:off x="7023296" y="2715809"/>
            <a:ext cx="455313" cy="0"/>
          </a:xfrm>
          <a:prstGeom prst="line">
            <a:avLst/>
          </a:prstGeom>
          <a:solidFill>
            <a:schemeClr val="accent1"/>
          </a:solidFill>
          <a:ln w="28575" cap="flat" cmpd="sng" algn="ctr">
            <a:solidFill>
              <a:srgbClr val="00B0F0"/>
            </a:solidFill>
            <a:prstDash val="solid"/>
            <a:round/>
            <a:headEnd type="none" w="med" len="med"/>
            <a:tailEnd type="none" w="med" len="med"/>
          </a:ln>
          <a:effectLst/>
        </p:spPr>
      </p:cxnSp>
      <p:cxnSp>
        <p:nvCxnSpPr>
          <p:cNvPr id="97" name="直接连接符 96"/>
          <p:cNvCxnSpPr/>
          <p:nvPr/>
        </p:nvCxnSpPr>
        <p:spPr bwMode="auto">
          <a:xfrm>
            <a:off x="4420187" y="2715809"/>
            <a:ext cx="539789" cy="0"/>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103" name="直接连接符 102"/>
          <p:cNvCxnSpPr/>
          <p:nvPr/>
        </p:nvCxnSpPr>
        <p:spPr bwMode="auto">
          <a:xfrm flipH="1">
            <a:off x="3964874" y="2936632"/>
            <a:ext cx="185419" cy="1215057"/>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106" name="直接连接符 105"/>
          <p:cNvCxnSpPr/>
          <p:nvPr/>
        </p:nvCxnSpPr>
        <p:spPr bwMode="auto">
          <a:xfrm flipH="1">
            <a:off x="3964874" y="2936632"/>
            <a:ext cx="1264997" cy="1215057"/>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107" name="直接连接符 106"/>
          <p:cNvCxnSpPr/>
          <p:nvPr/>
        </p:nvCxnSpPr>
        <p:spPr bwMode="auto">
          <a:xfrm>
            <a:off x="4150292" y="2936632"/>
            <a:ext cx="559767" cy="1215057"/>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108" name="直接连接符 107"/>
          <p:cNvCxnSpPr/>
          <p:nvPr/>
        </p:nvCxnSpPr>
        <p:spPr bwMode="auto">
          <a:xfrm flipH="1">
            <a:off x="4710059" y="2936632"/>
            <a:ext cx="519811" cy="1215057"/>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109" name="直接连接符 108"/>
          <p:cNvCxnSpPr/>
          <p:nvPr/>
        </p:nvCxnSpPr>
        <p:spPr bwMode="auto">
          <a:xfrm>
            <a:off x="4150293" y="2936632"/>
            <a:ext cx="1304953" cy="1215057"/>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111" name="直接连接符 110"/>
          <p:cNvCxnSpPr/>
          <p:nvPr/>
        </p:nvCxnSpPr>
        <p:spPr bwMode="auto">
          <a:xfrm>
            <a:off x="5229871" y="2936632"/>
            <a:ext cx="225375" cy="1215057"/>
          </a:xfrm>
          <a:prstGeom prst="line">
            <a:avLst/>
          </a:prstGeom>
          <a:solidFill>
            <a:schemeClr val="accent1"/>
          </a:solidFill>
          <a:ln w="19050" cap="flat" cmpd="sng" algn="ctr">
            <a:solidFill>
              <a:schemeClr val="tx1"/>
            </a:solidFill>
            <a:prstDash val="solid"/>
            <a:round/>
            <a:headEnd type="none" w="med" len="med"/>
            <a:tailEnd type="none" w="med" len="med"/>
          </a:ln>
          <a:effectLst/>
        </p:spPr>
      </p:cxnSp>
      <p:sp>
        <p:nvSpPr>
          <p:cNvPr id="112" name="TextBox 77"/>
          <p:cNvSpPr txBox="1"/>
          <p:nvPr/>
        </p:nvSpPr>
        <p:spPr bwMode="auto">
          <a:xfrm>
            <a:off x="4023061" y="1889020"/>
            <a:ext cx="1390745" cy="316351"/>
          </a:xfrm>
          <a:prstGeom prst="rect">
            <a:avLst/>
          </a:prstGeom>
          <a:noFill/>
          <a:ln w="9525">
            <a:noFill/>
            <a:miter lim="800000"/>
            <a:headEnd/>
            <a:tailEnd/>
          </a:ln>
        </p:spPr>
        <p:txBody>
          <a:bodyPr wrap="square" lIns="99941" tIns="49966" rIns="99941" bIns="49966" rtlCol="0">
            <a:spAutoFit/>
          </a:bodyPr>
          <a:lstStyle/>
          <a:p>
            <a:pPr algn="ctr" defTabSz="1001248" eaLnBrk="0" hangingPunct="0"/>
            <a:r>
              <a:rPr lang="en-US" altLang="zh-CN" sz="1400" dirty="0">
                <a:solidFill>
                  <a:srgbClr val="000000"/>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MSTP+VRRP</a:t>
            </a:r>
          </a:p>
        </p:txBody>
      </p:sp>
      <p:cxnSp>
        <p:nvCxnSpPr>
          <p:cNvPr id="23" name="直接箭头连接符 22"/>
          <p:cNvCxnSpPr/>
          <p:nvPr/>
        </p:nvCxnSpPr>
        <p:spPr>
          <a:xfrm flipH="1">
            <a:off x="4262980" y="2166039"/>
            <a:ext cx="198538" cy="209843"/>
          </a:xfrm>
          <a:prstGeom prst="straightConnector1">
            <a:avLst/>
          </a:prstGeom>
          <a:ln w="19050">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115" name="直接箭头连接符 114"/>
          <p:cNvCxnSpPr/>
          <p:nvPr/>
        </p:nvCxnSpPr>
        <p:spPr>
          <a:xfrm>
            <a:off x="4926061" y="2173878"/>
            <a:ext cx="191121" cy="202004"/>
          </a:xfrm>
          <a:prstGeom prst="straightConnector1">
            <a:avLst/>
          </a:prstGeom>
          <a:ln w="19050">
            <a:solidFill>
              <a:srgbClr val="00B0F0"/>
            </a:solidFill>
            <a:tailEnd type="triangle"/>
          </a:ln>
        </p:spPr>
        <p:style>
          <a:lnRef idx="1">
            <a:schemeClr val="accent1"/>
          </a:lnRef>
          <a:fillRef idx="0">
            <a:schemeClr val="accent1"/>
          </a:fillRef>
          <a:effectRef idx="0">
            <a:schemeClr val="accent1"/>
          </a:effectRef>
          <a:fontRef idx="minor">
            <a:schemeClr val="tx1"/>
          </a:fontRef>
        </p:style>
      </p:cxnSp>
      <p:sp>
        <p:nvSpPr>
          <p:cNvPr id="129" name="TextBox 77"/>
          <p:cNvSpPr txBox="1"/>
          <p:nvPr/>
        </p:nvSpPr>
        <p:spPr bwMode="auto">
          <a:xfrm>
            <a:off x="6570800" y="2231604"/>
            <a:ext cx="1390745" cy="316351"/>
          </a:xfrm>
          <a:prstGeom prst="rect">
            <a:avLst/>
          </a:prstGeom>
          <a:noFill/>
          <a:ln w="9525">
            <a:noFill/>
            <a:miter lim="800000"/>
            <a:headEnd/>
            <a:tailEnd/>
          </a:ln>
        </p:spPr>
        <p:txBody>
          <a:bodyPr wrap="square" lIns="99941" tIns="49966" rIns="99941" bIns="49966" rtlCol="0">
            <a:spAutoFit/>
          </a:bodyPr>
          <a:lstStyle/>
          <a:p>
            <a:pPr algn="ctr" defTabSz="1001248" eaLnBrk="0" hangingPunct="0"/>
            <a:r>
              <a:rPr lang="en-US" altLang="zh-CN" sz="1400" dirty="0">
                <a:solidFill>
                  <a:srgbClr val="000000"/>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CSS</a:t>
            </a:r>
          </a:p>
        </p:txBody>
      </p:sp>
      <p:cxnSp>
        <p:nvCxnSpPr>
          <p:cNvPr id="139" name="直接连接符 138"/>
          <p:cNvCxnSpPr/>
          <p:nvPr/>
        </p:nvCxnSpPr>
        <p:spPr bwMode="auto">
          <a:xfrm flipH="1">
            <a:off x="6516026" y="2936632"/>
            <a:ext cx="237375" cy="1215057"/>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140" name="直接连接符 139"/>
          <p:cNvCxnSpPr/>
          <p:nvPr/>
        </p:nvCxnSpPr>
        <p:spPr bwMode="auto">
          <a:xfrm flipH="1">
            <a:off x="6516026" y="2936632"/>
            <a:ext cx="1232478" cy="1215057"/>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141" name="直接连接符 140"/>
          <p:cNvCxnSpPr/>
          <p:nvPr/>
        </p:nvCxnSpPr>
        <p:spPr bwMode="auto">
          <a:xfrm>
            <a:off x="6753402" y="2936632"/>
            <a:ext cx="507811" cy="1215057"/>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142" name="直接连接符 141"/>
          <p:cNvCxnSpPr/>
          <p:nvPr/>
        </p:nvCxnSpPr>
        <p:spPr bwMode="auto">
          <a:xfrm>
            <a:off x="6753401" y="2936632"/>
            <a:ext cx="1252997" cy="1215057"/>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151" name="直接连接符 150"/>
          <p:cNvCxnSpPr/>
          <p:nvPr/>
        </p:nvCxnSpPr>
        <p:spPr bwMode="auto">
          <a:xfrm flipH="1">
            <a:off x="7261212" y="2936632"/>
            <a:ext cx="487292" cy="1215057"/>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154" name="直接连接符 153"/>
          <p:cNvCxnSpPr/>
          <p:nvPr/>
        </p:nvCxnSpPr>
        <p:spPr bwMode="auto">
          <a:xfrm>
            <a:off x="7748504" y="2936632"/>
            <a:ext cx="257894" cy="1215057"/>
          </a:xfrm>
          <a:prstGeom prst="line">
            <a:avLst/>
          </a:prstGeom>
          <a:solidFill>
            <a:schemeClr val="accent1"/>
          </a:solidFill>
          <a:ln w="19050" cap="flat" cmpd="sng" algn="ctr">
            <a:solidFill>
              <a:schemeClr val="tx1"/>
            </a:solidFill>
            <a:prstDash val="solid"/>
            <a:round/>
            <a:headEnd type="none" w="med" len="med"/>
            <a:tailEnd type="none" w="med" len="med"/>
          </a:ln>
          <a:effectLst/>
        </p:spPr>
      </p:cxnSp>
      <p:sp>
        <p:nvSpPr>
          <p:cNvPr id="157" name="椭圆 156"/>
          <p:cNvSpPr/>
          <p:nvPr/>
        </p:nvSpPr>
        <p:spPr bwMode="auto">
          <a:xfrm rot="5400000">
            <a:off x="6460031" y="3613816"/>
            <a:ext cx="151946" cy="656221"/>
          </a:xfrm>
          <a:prstGeom prst="ellipse">
            <a:avLst/>
          </a:prstGeom>
          <a:noFill/>
          <a:ln w="25400" cap="flat" cmpd="sng" algn="ctr">
            <a:solidFill>
              <a:srgbClr val="FFD17D"/>
            </a:solidFill>
            <a:prstDash val="solid"/>
          </a:ln>
          <a:effectLst/>
        </p:spPr>
        <p:txBody>
          <a:bodyPr rtlCol="0" anchor="ctr"/>
          <a:lstStyle/>
          <a:p>
            <a:pPr algn="ctr" defTabSz="914034"/>
            <a:endParaRPr lang="zh-CN" altLang="en-US" sz="1799" kern="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61" name="椭圆 160"/>
          <p:cNvSpPr/>
          <p:nvPr/>
        </p:nvSpPr>
        <p:spPr bwMode="auto">
          <a:xfrm rot="5400000">
            <a:off x="7185239" y="3613816"/>
            <a:ext cx="151946" cy="656221"/>
          </a:xfrm>
          <a:prstGeom prst="ellipse">
            <a:avLst/>
          </a:prstGeom>
          <a:noFill/>
          <a:ln w="25400" cap="flat" cmpd="sng" algn="ctr">
            <a:solidFill>
              <a:srgbClr val="FFD17D"/>
            </a:solidFill>
            <a:prstDash val="solid"/>
          </a:ln>
          <a:effectLst/>
        </p:spPr>
        <p:txBody>
          <a:bodyPr rtlCol="0" anchor="ctr"/>
          <a:lstStyle/>
          <a:p>
            <a:pPr algn="ctr" defTabSz="914034"/>
            <a:endParaRPr lang="zh-CN" altLang="en-US" sz="1799" kern="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62" name="椭圆 161"/>
          <p:cNvSpPr/>
          <p:nvPr/>
        </p:nvSpPr>
        <p:spPr bwMode="auto">
          <a:xfrm rot="5400000">
            <a:off x="7921002" y="3613816"/>
            <a:ext cx="151946" cy="656221"/>
          </a:xfrm>
          <a:prstGeom prst="ellipse">
            <a:avLst/>
          </a:prstGeom>
          <a:noFill/>
          <a:ln w="25400" cap="flat" cmpd="sng" algn="ctr">
            <a:solidFill>
              <a:srgbClr val="FFD17D"/>
            </a:solidFill>
            <a:prstDash val="solid"/>
          </a:ln>
          <a:effectLst/>
        </p:spPr>
        <p:txBody>
          <a:bodyPr rtlCol="0" anchor="ctr"/>
          <a:lstStyle/>
          <a:p>
            <a:pPr algn="ctr" defTabSz="914034"/>
            <a:endParaRPr lang="zh-CN" altLang="en-US" sz="1799" kern="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17" name="TextBox 77"/>
          <p:cNvSpPr txBox="1"/>
          <p:nvPr/>
        </p:nvSpPr>
        <p:spPr bwMode="auto">
          <a:xfrm>
            <a:off x="2541662" y="2514400"/>
            <a:ext cx="1390745" cy="316351"/>
          </a:xfrm>
          <a:prstGeom prst="rect">
            <a:avLst/>
          </a:prstGeom>
          <a:noFill/>
          <a:ln w="9525">
            <a:noFill/>
            <a:miter lim="800000"/>
            <a:headEnd/>
            <a:tailEnd/>
          </a:ln>
        </p:spPr>
        <p:txBody>
          <a:bodyPr wrap="square" lIns="99941" tIns="49966" rIns="99941" bIns="49966" rtlCol="0">
            <a:spAutoFit/>
          </a:bodyPr>
          <a:lstStyle/>
          <a:p>
            <a:pPr algn="ctr" defTabSz="1001248" eaLnBrk="0" hangingPunct="0"/>
            <a:r>
              <a:rPr lang="zh-CN" altLang="en-US" sz="1400" b="1" dirty="0">
                <a:solidFill>
                  <a:srgbClr val="000000"/>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汇聚层</a:t>
            </a:r>
            <a:endParaRPr lang="en-US" altLang="zh-CN" sz="1400" b="1" dirty="0">
              <a:solidFill>
                <a:srgbClr val="000000"/>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sp>
        <p:nvSpPr>
          <p:cNvPr id="218" name="TextBox 77"/>
          <p:cNvSpPr txBox="1"/>
          <p:nvPr/>
        </p:nvSpPr>
        <p:spPr bwMode="auto">
          <a:xfrm>
            <a:off x="2541662" y="3804588"/>
            <a:ext cx="1390745" cy="316351"/>
          </a:xfrm>
          <a:prstGeom prst="rect">
            <a:avLst/>
          </a:prstGeom>
          <a:noFill/>
          <a:ln w="9525">
            <a:noFill/>
            <a:miter lim="800000"/>
            <a:headEnd/>
            <a:tailEnd/>
          </a:ln>
        </p:spPr>
        <p:txBody>
          <a:bodyPr wrap="square" lIns="99941" tIns="49966" rIns="99941" bIns="49966" rtlCol="0">
            <a:spAutoFit/>
          </a:bodyPr>
          <a:lstStyle/>
          <a:p>
            <a:pPr algn="ctr" defTabSz="1001248" eaLnBrk="0" hangingPunct="0"/>
            <a:r>
              <a:rPr lang="zh-CN" altLang="en-US" sz="1400" b="1" dirty="0">
                <a:solidFill>
                  <a:srgbClr val="000000"/>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接入层</a:t>
            </a:r>
            <a:endParaRPr lang="en-US" altLang="zh-CN" sz="1400" b="1" dirty="0">
              <a:solidFill>
                <a:srgbClr val="000000"/>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cxnSp>
        <p:nvCxnSpPr>
          <p:cNvPr id="219" name="直接连接符 218"/>
          <p:cNvCxnSpPr/>
          <p:nvPr/>
        </p:nvCxnSpPr>
        <p:spPr bwMode="auto">
          <a:xfrm>
            <a:off x="3083329" y="3544789"/>
            <a:ext cx="4459646" cy="0"/>
          </a:xfrm>
          <a:prstGeom prst="line">
            <a:avLst/>
          </a:prstGeom>
          <a:solidFill>
            <a:schemeClr val="accent1"/>
          </a:solidFill>
          <a:ln w="19050" cap="flat" cmpd="sng" algn="ctr">
            <a:solidFill>
              <a:srgbClr val="D8D8D8"/>
            </a:solidFill>
            <a:prstDash val="lgDash"/>
            <a:round/>
            <a:headEnd type="none" w="med" len="med"/>
            <a:tailEnd type="none" w="med" len="med"/>
          </a:ln>
          <a:effectLst/>
        </p:spPr>
      </p:cxnSp>
      <p:cxnSp>
        <p:nvCxnSpPr>
          <p:cNvPr id="220" name="直接连接符 219"/>
          <p:cNvCxnSpPr/>
          <p:nvPr/>
        </p:nvCxnSpPr>
        <p:spPr bwMode="auto">
          <a:xfrm>
            <a:off x="3047167" y="1629744"/>
            <a:ext cx="455313" cy="0"/>
          </a:xfrm>
          <a:prstGeom prst="line">
            <a:avLst/>
          </a:prstGeom>
          <a:solidFill>
            <a:schemeClr val="accent1"/>
          </a:solidFill>
          <a:ln w="28575" cap="flat" cmpd="sng" algn="ctr">
            <a:solidFill>
              <a:srgbClr val="00B0F0"/>
            </a:solidFill>
            <a:prstDash val="solid"/>
            <a:round/>
            <a:headEnd type="none" w="med" len="med"/>
            <a:tailEnd type="none" w="med" len="med"/>
          </a:ln>
          <a:effectLst/>
        </p:spPr>
      </p:cxnSp>
      <p:sp>
        <p:nvSpPr>
          <p:cNvPr id="221" name="TextBox 77"/>
          <p:cNvSpPr txBox="1"/>
          <p:nvPr/>
        </p:nvSpPr>
        <p:spPr bwMode="auto">
          <a:xfrm>
            <a:off x="3214725" y="1465729"/>
            <a:ext cx="1390745" cy="316351"/>
          </a:xfrm>
          <a:prstGeom prst="rect">
            <a:avLst/>
          </a:prstGeom>
          <a:noFill/>
          <a:ln w="9525">
            <a:noFill/>
            <a:miter lim="800000"/>
            <a:headEnd/>
            <a:tailEnd/>
          </a:ln>
        </p:spPr>
        <p:txBody>
          <a:bodyPr wrap="square" lIns="99941" tIns="49966" rIns="99941" bIns="49966" rtlCol="0">
            <a:spAutoFit/>
          </a:bodyPr>
          <a:lstStyle/>
          <a:p>
            <a:pPr algn="ctr" defTabSz="1001248" eaLnBrk="0" hangingPunct="0"/>
            <a:r>
              <a:rPr lang="en-US" altLang="zh-CN" sz="1400" dirty="0">
                <a:solidFill>
                  <a:srgbClr val="000000"/>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CSS Link</a:t>
            </a:r>
          </a:p>
        </p:txBody>
      </p:sp>
      <p:sp>
        <p:nvSpPr>
          <p:cNvPr id="45" name="椭圆 44"/>
          <p:cNvSpPr/>
          <p:nvPr/>
        </p:nvSpPr>
        <p:spPr bwMode="auto">
          <a:xfrm rot="5400000">
            <a:off x="4790338" y="1315172"/>
            <a:ext cx="129345" cy="598295"/>
          </a:xfrm>
          <a:prstGeom prst="ellipse">
            <a:avLst/>
          </a:prstGeom>
          <a:noFill/>
          <a:ln w="25400" cap="flat" cmpd="sng" algn="ctr">
            <a:solidFill>
              <a:srgbClr val="FFD17D"/>
            </a:solidFill>
            <a:prstDash val="solid"/>
          </a:ln>
          <a:effectLst/>
        </p:spPr>
        <p:txBody>
          <a:bodyPr rtlCol="0" anchor="ctr"/>
          <a:lstStyle/>
          <a:p>
            <a:pPr algn="ctr" defTabSz="914034"/>
            <a:endParaRPr lang="zh-CN" altLang="en-US" sz="1799" kern="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6" name="TextBox 77"/>
          <p:cNvSpPr txBox="1"/>
          <p:nvPr/>
        </p:nvSpPr>
        <p:spPr bwMode="auto">
          <a:xfrm>
            <a:off x="5125281" y="1471568"/>
            <a:ext cx="1390745" cy="316351"/>
          </a:xfrm>
          <a:prstGeom prst="rect">
            <a:avLst/>
          </a:prstGeom>
          <a:noFill/>
          <a:ln w="9525">
            <a:noFill/>
            <a:miter lim="800000"/>
            <a:headEnd/>
            <a:tailEnd/>
          </a:ln>
        </p:spPr>
        <p:txBody>
          <a:bodyPr wrap="square" lIns="99941" tIns="49966" rIns="99941" bIns="49966" rtlCol="0">
            <a:spAutoFit/>
          </a:bodyPr>
          <a:lstStyle/>
          <a:p>
            <a:pPr defTabSz="1001248" eaLnBrk="0" hangingPunct="0"/>
            <a:r>
              <a:rPr lang="en-US" altLang="zh-CN" sz="1400" dirty="0">
                <a:solidFill>
                  <a:srgbClr val="000000"/>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Eth-Trunk</a:t>
            </a:r>
          </a:p>
        </p:txBody>
      </p:sp>
      <p:pic>
        <p:nvPicPr>
          <p:cNvPr id="48" name="图片 47"/>
          <p:cNvPicPr>
            <a:picLocks/>
          </p:cNvPicPr>
          <p:nvPr/>
        </p:nvPicPr>
        <p:blipFill>
          <a:blip r:embed="rId3" cstate="print">
            <a:extLst>
              <a:ext uri="{28A0092B-C50C-407E-A947-70E740481C1C}">
                <a14:useLocalDpi xmlns:a14="http://schemas.microsoft.com/office/drawing/2010/main" val="0"/>
              </a:ext>
            </a:extLst>
          </a:blip>
          <a:stretch>
            <a:fillRect/>
          </a:stretch>
        </p:blipFill>
        <p:spPr>
          <a:xfrm>
            <a:off x="3700507" y="4155653"/>
            <a:ext cx="540000" cy="442800"/>
          </a:xfrm>
          <a:prstGeom prst="rect">
            <a:avLst/>
          </a:prstGeom>
        </p:spPr>
      </p:pic>
      <p:pic>
        <p:nvPicPr>
          <p:cNvPr id="49" name="图片 48"/>
          <p:cNvPicPr>
            <a:picLocks/>
          </p:cNvPicPr>
          <p:nvPr/>
        </p:nvPicPr>
        <p:blipFill>
          <a:blip r:embed="rId3" cstate="print">
            <a:extLst>
              <a:ext uri="{28A0092B-C50C-407E-A947-70E740481C1C}">
                <a14:useLocalDpi xmlns:a14="http://schemas.microsoft.com/office/drawing/2010/main" val="0"/>
              </a:ext>
            </a:extLst>
          </a:blip>
          <a:stretch>
            <a:fillRect/>
          </a:stretch>
        </p:blipFill>
        <p:spPr>
          <a:xfrm>
            <a:off x="4440086" y="4155653"/>
            <a:ext cx="540000" cy="442800"/>
          </a:xfrm>
          <a:prstGeom prst="rect">
            <a:avLst/>
          </a:prstGeom>
        </p:spPr>
      </p:pic>
      <p:pic>
        <p:nvPicPr>
          <p:cNvPr id="50" name="图片 49"/>
          <p:cNvPicPr>
            <a:picLocks/>
          </p:cNvPicPr>
          <p:nvPr/>
        </p:nvPicPr>
        <p:blipFill>
          <a:blip r:embed="rId3" cstate="print">
            <a:extLst>
              <a:ext uri="{28A0092B-C50C-407E-A947-70E740481C1C}">
                <a14:useLocalDpi xmlns:a14="http://schemas.microsoft.com/office/drawing/2010/main" val="0"/>
              </a:ext>
            </a:extLst>
          </a:blip>
          <a:stretch>
            <a:fillRect/>
          </a:stretch>
        </p:blipFill>
        <p:spPr>
          <a:xfrm>
            <a:off x="5189389" y="4155653"/>
            <a:ext cx="540000" cy="442800"/>
          </a:xfrm>
          <a:prstGeom prst="rect">
            <a:avLst/>
          </a:prstGeom>
        </p:spPr>
      </p:pic>
      <p:pic>
        <p:nvPicPr>
          <p:cNvPr id="51" name="图片 50"/>
          <p:cNvPicPr>
            <a:picLocks/>
          </p:cNvPicPr>
          <p:nvPr/>
        </p:nvPicPr>
        <p:blipFill>
          <a:blip r:embed="rId3" cstate="print">
            <a:extLst>
              <a:ext uri="{28A0092B-C50C-407E-A947-70E740481C1C}">
                <a14:useLocalDpi xmlns:a14="http://schemas.microsoft.com/office/drawing/2010/main" val="0"/>
              </a:ext>
            </a:extLst>
          </a:blip>
          <a:stretch>
            <a:fillRect/>
          </a:stretch>
        </p:blipFill>
        <p:spPr>
          <a:xfrm>
            <a:off x="6248824" y="4155653"/>
            <a:ext cx="540000" cy="442800"/>
          </a:xfrm>
          <a:prstGeom prst="rect">
            <a:avLst/>
          </a:prstGeom>
        </p:spPr>
      </p:pic>
      <p:pic>
        <p:nvPicPr>
          <p:cNvPr id="52" name="图片 51"/>
          <p:cNvPicPr>
            <a:picLocks/>
          </p:cNvPicPr>
          <p:nvPr/>
        </p:nvPicPr>
        <p:blipFill>
          <a:blip r:embed="rId3" cstate="print">
            <a:extLst>
              <a:ext uri="{28A0092B-C50C-407E-A947-70E740481C1C}">
                <a14:useLocalDpi xmlns:a14="http://schemas.microsoft.com/office/drawing/2010/main" val="0"/>
              </a:ext>
            </a:extLst>
          </a:blip>
          <a:stretch>
            <a:fillRect/>
          </a:stretch>
        </p:blipFill>
        <p:spPr>
          <a:xfrm>
            <a:off x="6994719" y="4155653"/>
            <a:ext cx="540000" cy="442800"/>
          </a:xfrm>
          <a:prstGeom prst="rect">
            <a:avLst/>
          </a:prstGeom>
        </p:spPr>
      </p:pic>
      <p:pic>
        <p:nvPicPr>
          <p:cNvPr id="53" name="图片 52"/>
          <p:cNvPicPr>
            <a:picLocks/>
          </p:cNvPicPr>
          <p:nvPr/>
        </p:nvPicPr>
        <p:blipFill>
          <a:blip r:embed="rId3" cstate="print">
            <a:extLst>
              <a:ext uri="{28A0092B-C50C-407E-A947-70E740481C1C}">
                <a14:useLocalDpi xmlns:a14="http://schemas.microsoft.com/office/drawing/2010/main" val="0"/>
              </a:ext>
            </a:extLst>
          </a:blip>
          <a:stretch>
            <a:fillRect/>
          </a:stretch>
        </p:blipFill>
        <p:spPr>
          <a:xfrm>
            <a:off x="7744215" y="4155653"/>
            <a:ext cx="540000" cy="442800"/>
          </a:xfrm>
          <a:prstGeom prst="rect">
            <a:avLst/>
          </a:prstGeom>
        </p:spPr>
      </p:pic>
      <p:pic>
        <p:nvPicPr>
          <p:cNvPr id="54" name="图片 53"/>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3880293" y="2495843"/>
            <a:ext cx="540000" cy="442800"/>
          </a:xfrm>
          <a:prstGeom prst="rect">
            <a:avLst/>
          </a:prstGeom>
        </p:spPr>
      </p:pic>
      <p:pic>
        <p:nvPicPr>
          <p:cNvPr id="55" name="图片 54"/>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4938439" y="2495843"/>
            <a:ext cx="540000" cy="442800"/>
          </a:xfrm>
          <a:prstGeom prst="rect">
            <a:avLst/>
          </a:prstGeom>
        </p:spPr>
      </p:pic>
      <p:pic>
        <p:nvPicPr>
          <p:cNvPr id="56" name="图片 55"/>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6484829" y="2495843"/>
            <a:ext cx="540000" cy="442800"/>
          </a:xfrm>
          <a:prstGeom prst="rect">
            <a:avLst/>
          </a:prstGeom>
        </p:spPr>
      </p:pic>
      <p:pic>
        <p:nvPicPr>
          <p:cNvPr id="57" name="图片 56"/>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7473125" y="2495843"/>
            <a:ext cx="540000" cy="442800"/>
          </a:xfrm>
          <a:prstGeom prst="rect">
            <a:avLst/>
          </a:prstGeom>
        </p:spPr>
      </p:pic>
      <p:sp>
        <p:nvSpPr>
          <p:cNvPr id="47" name="Right Arrow 157"/>
          <p:cNvSpPr/>
          <p:nvPr/>
        </p:nvSpPr>
        <p:spPr>
          <a:xfrm>
            <a:off x="5574319" y="2562521"/>
            <a:ext cx="647343" cy="356242"/>
          </a:xfrm>
          <a:prstGeom prst="rightArrow">
            <a:avLst>
              <a:gd name="adj1" fmla="val 40000"/>
              <a:gd name="adj2" fmla="val 50000"/>
            </a:avLst>
          </a:prstGeom>
          <a:gradFill flip="none" rotWithShape="1">
            <a:gsLst>
              <a:gs pos="15000">
                <a:schemeClr val="accent1">
                  <a:lumMod val="5000"/>
                  <a:lumOff val="95000"/>
                  <a:alpha val="0"/>
                </a:schemeClr>
              </a:gs>
              <a:gs pos="81000">
                <a:srgbClr val="99DFF9"/>
              </a:gs>
            </a:gsLst>
            <a:lin ang="0" scaled="1"/>
            <a:tileRect/>
          </a:gradFill>
          <a:ln w="15875">
            <a:gradFill flip="none" rotWithShape="1">
              <a:gsLst>
                <a:gs pos="0">
                  <a:schemeClr val="accent1">
                    <a:lumMod val="5000"/>
                    <a:lumOff val="95000"/>
                  </a:schemeClr>
                </a:gs>
                <a:gs pos="100000">
                  <a:srgbClr val="00B0F0"/>
                </a:gs>
              </a:gsLst>
              <a:lin ang="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237561527"/>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推荐架构</a:t>
            </a:r>
          </a:p>
        </p:txBody>
      </p:sp>
      <p:cxnSp>
        <p:nvCxnSpPr>
          <p:cNvPr id="107" name="直接连接符 106"/>
          <p:cNvCxnSpPr/>
          <p:nvPr/>
        </p:nvCxnSpPr>
        <p:spPr bwMode="auto">
          <a:xfrm>
            <a:off x="948229" y="3185334"/>
            <a:ext cx="10076064" cy="0"/>
          </a:xfrm>
          <a:prstGeom prst="line">
            <a:avLst/>
          </a:prstGeom>
          <a:solidFill>
            <a:schemeClr val="accent1"/>
          </a:solidFill>
          <a:ln w="19050" cap="flat" cmpd="sng" algn="ctr">
            <a:solidFill>
              <a:schemeClr val="bg1">
                <a:lumMod val="50000"/>
              </a:schemeClr>
            </a:solidFill>
            <a:prstDash val="lgDash"/>
            <a:round/>
            <a:headEnd type="none" w="med" len="med"/>
            <a:tailEnd type="none" w="med" len="med"/>
          </a:ln>
          <a:effectLst/>
        </p:spPr>
      </p:cxnSp>
      <p:sp>
        <p:nvSpPr>
          <p:cNvPr id="111" name="圆角矩形 110"/>
          <p:cNvSpPr/>
          <p:nvPr/>
        </p:nvSpPr>
        <p:spPr>
          <a:xfrm>
            <a:off x="618250" y="5107565"/>
            <a:ext cx="2406981" cy="548787"/>
          </a:xfrm>
          <a:prstGeom prst="roundRect">
            <a:avLst>
              <a:gd name="adj" fmla="val 4236"/>
            </a:avLst>
          </a:prstGeom>
          <a:solidFill>
            <a:srgbClr val="F4FBFE"/>
          </a:solidFill>
          <a:ln>
            <a:solidFill>
              <a:srgbClr val="99DFF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23" name="任意多边形 122"/>
          <p:cNvSpPr/>
          <p:nvPr/>
        </p:nvSpPr>
        <p:spPr>
          <a:xfrm>
            <a:off x="976671" y="5487595"/>
            <a:ext cx="1710657" cy="116515"/>
          </a:xfrm>
          <a:custGeom>
            <a:avLst/>
            <a:gdLst>
              <a:gd name="connsiteX0" fmla="*/ 0 w 1898650"/>
              <a:gd name="connsiteY0" fmla="*/ 0 h 209550"/>
              <a:gd name="connsiteX1" fmla="*/ 0 w 1898650"/>
              <a:gd name="connsiteY1" fmla="*/ 209550 h 209550"/>
              <a:gd name="connsiteX2" fmla="*/ 1898650 w 1898650"/>
              <a:gd name="connsiteY2" fmla="*/ 209550 h 209550"/>
              <a:gd name="connsiteX3" fmla="*/ 1898650 w 1898650"/>
              <a:gd name="connsiteY3" fmla="*/ 0 h 209550"/>
            </a:gdLst>
            <a:ahLst/>
            <a:cxnLst>
              <a:cxn ang="0">
                <a:pos x="connsiteX0" y="connsiteY0"/>
              </a:cxn>
              <a:cxn ang="0">
                <a:pos x="connsiteX1" y="connsiteY1"/>
              </a:cxn>
              <a:cxn ang="0">
                <a:pos x="connsiteX2" y="connsiteY2"/>
              </a:cxn>
              <a:cxn ang="0">
                <a:pos x="connsiteX3" y="connsiteY3"/>
              </a:cxn>
            </a:cxnLst>
            <a:rect l="l" t="t" r="r" b="b"/>
            <a:pathLst>
              <a:path w="1898650" h="209550">
                <a:moveTo>
                  <a:pt x="0" y="0"/>
                </a:moveTo>
                <a:lnTo>
                  <a:pt x="0" y="209550"/>
                </a:lnTo>
                <a:lnTo>
                  <a:pt x="1898650" y="209550"/>
                </a:lnTo>
                <a:lnTo>
                  <a:pt x="1898650" y="0"/>
                </a:lnTo>
              </a:path>
            </a:pathLst>
          </a:custGeom>
          <a:noFill/>
          <a:ln w="28575">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126" name="直接连接符 125"/>
          <p:cNvCxnSpPr>
            <a:endCxn id="127" idx="0"/>
          </p:cNvCxnSpPr>
          <p:nvPr/>
        </p:nvCxnSpPr>
        <p:spPr bwMode="auto">
          <a:xfrm>
            <a:off x="886514" y="5487594"/>
            <a:ext cx="0" cy="471489"/>
          </a:xfrm>
          <a:prstGeom prst="line">
            <a:avLst/>
          </a:prstGeom>
          <a:ln w="12700">
            <a:solidFill>
              <a:srgbClr val="BABABA"/>
            </a:solidFill>
          </a:ln>
        </p:spPr>
        <p:style>
          <a:lnRef idx="1">
            <a:schemeClr val="accent1"/>
          </a:lnRef>
          <a:fillRef idx="0">
            <a:schemeClr val="accent1"/>
          </a:fillRef>
          <a:effectRef idx="0">
            <a:schemeClr val="accent1"/>
          </a:effectRef>
          <a:fontRef idx="minor">
            <a:schemeClr val="tx1"/>
          </a:fontRef>
        </p:style>
      </p:cxnSp>
      <p:pic>
        <p:nvPicPr>
          <p:cNvPr id="127" name="图片 126"/>
          <p:cNvPicPr>
            <a:picLocks/>
          </p:cNvPicPr>
          <p:nvPr/>
        </p:nvPicPr>
        <p:blipFill>
          <a:blip r:embed="rId3" cstate="print">
            <a:extLst>
              <a:ext uri="{28A0092B-C50C-407E-A947-70E740481C1C}">
                <a14:useLocalDpi xmlns:a14="http://schemas.microsoft.com/office/drawing/2010/main" val="0"/>
              </a:ext>
            </a:extLst>
          </a:blip>
          <a:stretch>
            <a:fillRect/>
          </a:stretch>
        </p:blipFill>
        <p:spPr>
          <a:xfrm>
            <a:off x="703340" y="5959083"/>
            <a:ext cx="366348" cy="279710"/>
          </a:xfrm>
          <a:prstGeom prst="rect">
            <a:avLst/>
          </a:prstGeom>
        </p:spPr>
      </p:pic>
      <p:pic>
        <p:nvPicPr>
          <p:cNvPr id="128" name="图片 127"/>
          <p:cNvPicPr>
            <a:picLocks/>
          </p:cNvPicPr>
          <p:nvPr/>
        </p:nvPicPr>
        <p:blipFill>
          <a:blip r:embed="rId3" cstate="print">
            <a:extLst>
              <a:ext uri="{28A0092B-C50C-407E-A947-70E740481C1C}">
                <a14:useLocalDpi xmlns:a14="http://schemas.microsoft.com/office/drawing/2010/main" val="0"/>
              </a:ext>
            </a:extLst>
          </a:blip>
          <a:stretch>
            <a:fillRect/>
          </a:stretch>
        </p:blipFill>
        <p:spPr>
          <a:xfrm>
            <a:off x="2558214" y="5959083"/>
            <a:ext cx="366348" cy="279710"/>
          </a:xfrm>
          <a:prstGeom prst="rect">
            <a:avLst/>
          </a:prstGeom>
        </p:spPr>
      </p:pic>
      <p:cxnSp>
        <p:nvCxnSpPr>
          <p:cNvPr id="130" name="直接连接符 129"/>
          <p:cNvCxnSpPr>
            <a:endCxn id="128" idx="0"/>
          </p:cNvCxnSpPr>
          <p:nvPr/>
        </p:nvCxnSpPr>
        <p:spPr bwMode="auto">
          <a:xfrm>
            <a:off x="2741388" y="5487594"/>
            <a:ext cx="0" cy="471489"/>
          </a:xfrm>
          <a:prstGeom prst="line">
            <a:avLst/>
          </a:prstGeom>
          <a:ln w="12700">
            <a:solidFill>
              <a:srgbClr val="BABABA"/>
            </a:solidFill>
          </a:ln>
        </p:spPr>
        <p:style>
          <a:lnRef idx="1">
            <a:schemeClr val="accent1"/>
          </a:lnRef>
          <a:fillRef idx="0">
            <a:schemeClr val="accent1"/>
          </a:fillRef>
          <a:effectRef idx="0">
            <a:schemeClr val="accent1"/>
          </a:effectRef>
          <a:fontRef idx="minor">
            <a:schemeClr val="tx1"/>
          </a:fontRef>
        </p:style>
      </p:cxnSp>
      <p:sp>
        <p:nvSpPr>
          <p:cNvPr id="136" name="TextBox 77"/>
          <p:cNvSpPr txBox="1"/>
          <p:nvPr/>
        </p:nvSpPr>
        <p:spPr bwMode="auto">
          <a:xfrm>
            <a:off x="641973" y="5322245"/>
            <a:ext cx="1390745" cy="316351"/>
          </a:xfrm>
          <a:prstGeom prst="rect">
            <a:avLst/>
          </a:prstGeom>
          <a:noFill/>
          <a:ln w="9525">
            <a:noFill/>
            <a:miter lim="800000"/>
            <a:headEnd/>
            <a:tailEnd/>
          </a:ln>
        </p:spPr>
        <p:txBody>
          <a:bodyPr wrap="square" lIns="99941" tIns="49966" rIns="99941" bIns="49966" rtlCol="0">
            <a:spAutoFit/>
          </a:bodyPr>
          <a:lstStyle/>
          <a:p>
            <a:pPr algn="ctr" defTabSz="1001248" eaLnBrk="0" hangingPunct="0"/>
            <a:r>
              <a:rPr lang="en-US" altLang="zh-CN" sz="1400" b="1" dirty="0" err="1">
                <a:solidFill>
                  <a:srgbClr val="000000"/>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iStack</a:t>
            </a:r>
            <a:endParaRPr lang="en-US" altLang="zh-CN" sz="1400" b="1" dirty="0">
              <a:solidFill>
                <a:srgbClr val="000000"/>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pic>
        <p:nvPicPr>
          <p:cNvPr id="137" name="图片 136"/>
          <p:cNvPicPr>
            <a:picLocks/>
          </p:cNvPicPr>
          <p:nvPr/>
        </p:nvPicPr>
        <p:blipFill>
          <a:blip r:embed="rId3" cstate="print">
            <a:extLst>
              <a:ext uri="{28A0092B-C50C-407E-A947-70E740481C1C}">
                <a14:useLocalDpi xmlns:a14="http://schemas.microsoft.com/office/drawing/2010/main" val="0"/>
              </a:ext>
            </a:extLst>
          </a:blip>
          <a:stretch>
            <a:fillRect/>
          </a:stretch>
        </p:blipFill>
        <p:spPr>
          <a:xfrm>
            <a:off x="1612413" y="5966173"/>
            <a:ext cx="366348" cy="279710"/>
          </a:xfrm>
          <a:prstGeom prst="rect">
            <a:avLst/>
          </a:prstGeom>
        </p:spPr>
      </p:pic>
      <p:cxnSp>
        <p:nvCxnSpPr>
          <p:cNvPr id="138" name="直接连接符 137"/>
          <p:cNvCxnSpPr>
            <a:endCxn id="137" idx="0"/>
          </p:cNvCxnSpPr>
          <p:nvPr/>
        </p:nvCxnSpPr>
        <p:spPr bwMode="auto">
          <a:xfrm>
            <a:off x="1795587" y="5487594"/>
            <a:ext cx="0" cy="478579"/>
          </a:xfrm>
          <a:prstGeom prst="line">
            <a:avLst/>
          </a:prstGeom>
          <a:ln w="12700">
            <a:solidFill>
              <a:srgbClr val="BABABA"/>
            </a:solidFill>
          </a:ln>
        </p:spPr>
        <p:style>
          <a:lnRef idx="1">
            <a:schemeClr val="accent1"/>
          </a:lnRef>
          <a:fillRef idx="0">
            <a:schemeClr val="accent1"/>
          </a:fillRef>
          <a:effectRef idx="0">
            <a:schemeClr val="accent1"/>
          </a:effectRef>
          <a:fontRef idx="minor">
            <a:schemeClr val="tx1"/>
          </a:fontRef>
        </p:style>
      </p:cxnSp>
      <p:cxnSp>
        <p:nvCxnSpPr>
          <p:cNvPr id="140" name="直接连接符 139"/>
          <p:cNvCxnSpPr/>
          <p:nvPr/>
        </p:nvCxnSpPr>
        <p:spPr bwMode="auto">
          <a:xfrm>
            <a:off x="1071517" y="5336228"/>
            <a:ext cx="539067" cy="0"/>
          </a:xfrm>
          <a:prstGeom prst="line">
            <a:avLst/>
          </a:prstGeom>
          <a:solidFill>
            <a:schemeClr val="accent1"/>
          </a:solidFill>
          <a:ln w="28575" cap="flat" cmpd="sng" algn="ctr">
            <a:solidFill>
              <a:srgbClr val="00B0F0"/>
            </a:solidFill>
            <a:prstDash val="solid"/>
            <a:round/>
            <a:headEnd type="none" w="med" len="med"/>
            <a:tailEnd type="none" w="med" len="med"/>
          </a:ln>
          <a:effectLst/>
        </p:spPr>
      </p:cxnSp>
      <p:sp>
        <p:nvSpPr>
          <p:cNvPr id="141" name="圆角矩形 140"/>
          <p:cNvSpPr/>
          <p:nvPr/>
        </p:nvSpPr>
        <p:spPr>
          <a:xfrm>
            <a:off x="2409466" y="2563318"/>
            <a:ext cx="1595397" cy="483351"/>
          </a:xfrm>
          <a:prstGeom prst="roundRect">
            <a:avLst>
              <a:gd name="adj" fmla="val 4236"/>
            </a:avLst>
          </a:prstGeom>
          <a:solidFill>
            <a:srgbClr val="F4FBFE"/>
          </a:solidFill>
          <a:ln>
            <a:solidFill>
              <a:srgbClr val="99DFF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144" name="直接连接符 143"/>
          <p:cNvCxnSpPr>
            <a:stCxn id="91" idx="3"/>
          </p:cNvCxnSpPr>
          <p:nvPr/>
        </p:nvCxnSpPr>
        <p:spPr bwMode="auto">
          <a:xfrm>
            <a:off x="2904988" y="2863364"/>
            <a:ext cx="607764" cy="0"/>
          </a:xfrm>
          <a:prstGeom prst="line">
            <a:avLst/>
          </a:prstGeom>
          <a:solidFill>
            <a:schemeClr val="accent1"/>
          </a:solidFill>
          <a:ln w="28575" cap="flat" cmpd="sng" algn="ctr">
            <a:solidFill>
              <a:srgbClr val="00B0F0"/>
            </a:solidFill>
            <a:prstDash val="solid"/>
            <a:round/>
            <a:headEnd type="none" w="med" len="med"/>
            <a:tailEnd type="none" w="med" len="med"/>
          </a:ln>
          <a:effectLst/>
        </p:spPr>
      </p:cxnSp>
      <p:sp>
        <p:nvSpPr>
          <p:cNvPr id="146" name="TextBox 77"/>
          <p:cNvSpPr txBox="1"/>
          <p:nvPr/>
        </p:nvSpPr>
        <p:spPr bwMode="auto">
          <a:xfrm>
            <a:off x="2498428" y="2479142"/>
            <a:ext cx="1390745" cy="316351"/>
          </a:xfrm>
          <a:prstGeom prst="rect">
            <a:avLst/>
          </a:prstGeom>
          <a:noFill/>
          <a:ln w="9525">
            <a:noFill/>
            <a:miter lim="800000"/>
            <a:headEnd/>
            <a:tailEnd/>
          </a:ln>
        </p:spPr>
        <p:txBody>
          <a:bodyPr wrap="square" lIns="99941" tIns="49966" rIns="99941" bIns="49966" rtlCol="0">
            <a:spAutoFit/>
          </a:bodyPr>
          <a:lstStyle/>
          <a:p>
            <a:pPr algn="ctr" defTabSz="1001248" eaLnBrk="0" hangingPunct="0"/>
            <a:r>
              <a:rPr lang="en-US" altLang="zh-CN" sz="1400" b="1" dirty="0">
                <a:solidFill>
                  <a:srgbClr val="000000"/>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CSS</a:t>
            </a:r>
          </a:p>
        </p:txBody>
      </p:sp>
      <p:sp>
        <p:nvSpPr>
          <p:cNvPr id="165" name="圆角矩形 164"/>
          <p:cNvSpPr/>
          <p:nvPr/>
        </p:nvSpPr>
        <p:spPr>
          <a:xfrm>
            <a:off x="2512361" y="3746540"/>
            <a:ext cx="1407273" cy="420785"/>
          </a:xfrm>
          <a:prstGeom prst="roundRect">
            <a:avLst>
              <a:gd name="adj" fmla="val 4236"/>
            </a:avLst>
          </a:prstGeom>
          <a:solidFill>
            <a:srgbClr val="F4FBFE"/>
          </a:solidFill>
          <a:ln>
            <a:solidFill>
              <a:srgbClr val="99DFF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168" name="直接连接符 167"/>
          <p:cNvCxnSpPr>
            <a:stCxn id="87" idx="3"/>
            <a:endCxn id="86" idx="1"/>
          </p:cNvCxnSpPr>
          <p:nvPr/>
        </p:nvCxnSpPr>
        <p:spPr bwMode="auto">
          <a:xfrm>
            <a:off x="3025231" y="3984717"/>
            <a:ext cx="337141" cy="0"/>
          </a:xfrm>
          <a:prstGeom prst="line">
            <a:avLst/>
          </a:prstGeom>
          <a:solidFill>
            <a:schemeClr val="accent1"/>
          </a:solidFill>
          <a:ln w="28575" cap="flat" cmpd="sng" algn="ctr">
            <a:solidFill>
              <a:srgbClr val="00B0F0"/>
            </a:solidFill>
            <a:prstDash val="solid"/>
            <a:round/>
            <a:headEnd type="none" w="med" len="med"/>
            <a:tailEnd type="none" w="med" len="med"/>
          </a:ln>
          <a:effectLst/>
        </p:spPr>
      </p:cxnSp>
      <p:cxnSp>
        <p:nvCxnSpPr>
          <p:cNvPr id="239" name="直接连接符 238"/>
          <p:cNvCxnSpPr/>
          <p:nvPr/>
        </p:nvCxnSpPr>
        <p:spPr bwMode="auto">
          <a:xfrm>
            <a:off x="1980590" y="5336228"/>
            <a:ext cx="575795" cy="0"/>
          </a:xfrm>
          <a:prstGeom prst="line">
            <a:avLst/>
          </a:prstGeom>
          <a:solidFill>
            <a:schemeClr val="accent1"/>
          </a:solidFill>
          <a:ln w="28575" cap="flat" cmpd="sng" algn="ctr">
            <a:solidFill>
              <a:srgbClr val="00B0F0"/>
            </a:solidFill>
            <a:prstDash val="solid"/>
            <a:round/>
            <a:headEnd type="none" w="med" len="med"/>
            <a:tailEnd type="none" w="med" len="med"/>
          </a:ln>
          <a:effectLst/>
        </p:spPr>
      </p:cxnSp>
      <p:sp>
        <p:nvSpPr>
          <p:cNvPr id="240" name="圆角矩形 239"/>
          <p:cNvSpPr/>
          <p:nvPr/>
        </p:nvSpPr>
        <p:spPr>
          <a:xfrm>
            <a:off x="3316821" y="5107565"/>
            <a:ext cx="2406981" cy="548787"/>
          </a:xfrm>
          <a:prstGeom prst="roundRect">
            <a:avLst>
              <a:gd name="adj" fmla="val 4236"/>
            </a:avLst>
          </a:prstGeom>
          <a:solidFill>
            <a:srgbClr val="F4FBFE"/>
          </a:solidFill>
          <a:ln>
            <a:solidFill>
              <a:srgbClr val="99DFF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44" name="任意多边形 243"/>
          <p:cNvSpPr/>
          <p:nvPr/>
        </p:nvSpPr>
        <p:spPr>
          <a:xfrm>
            <a:off x="3675242" y="5487595"/>
            <a:ext cx="1710657" cy="116515"/>
          </a:xfrm>
          <a:custGeom>
            <a:avLst/>
            <a:gdLst>
              <a:gd name="connsiteX0" fmla="*/ 0 w 1898650"/>
              <a:gd name="connsiteY0" fmla="*/ 0 h 209550"/>
              <a:gd name="connsiteX1" fmla="*/ 0 w 1898650"/>
              <a:gd name="connsiteY1" fmla="*/ 209550 h 209550"/>
              <a:gd name="connsiteX2" fmla="*/ 1898650 w 1898650"/>
              <a:gd name="connsiteY2" fmla="*/ 209550 h 209550"/>
              <a:gd name="connsiteX3" fmla="*/ 1898650 w 1898650"/>
              <a:gd name="connsiteY3" fmla="*/ 0 h 209550"/>
            </a:gdLst>
            <a:ahLst/>
            <a:cxnLst>
              <a:cxn ang="0">
                <a:pos x="connsiteX0" y="connsiteY0"/>
              </a:cxn>
              <a:cxn ang="0">
                <a:pos x="connsiteX1" y="connsiteY1"/>
              </a:cxn>
              <a:cxn ang="0">
                <a:pos x="connsiteX2" y="connsiteY2"/>
              </a:cxn>
              <a:cxn ang="0">
                <a:pos x="connsiteX3" y="connsiteY3"/>
              </a:cxn>
            </a:cxnLst>
            <a:rect l="l" t="t" r="r" b="b"/>
            <a:pathLst>
              <a:path w="1898650" h="209550">
                <a:moveTo>
                  <a:pt x="0" y="0"/>
                </a:moveTo>
                <a:lnTo>
                  <a:pt x="0" y="209550"/>
                </a:lnTo>
                <a:lnTo>
                  <a:pt x="1898650" y="209550"/>
                </a:lnTo>
                <a:lnTo>
                  <a:pt x="1898650" y="0"/>
                </a:lnTo>
              </a:path>
            </a:pathLst>
          </a:custGeom>
          <a:noFill/>
          <a:ln w="28575">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245" name="直接连接符 244"/>
          <p:cNvCxnSpPr>
            <a:endCxn id="246" idx="0"/>
          </p:cNvCxnSpPr>
          <p:nvPr/>
        </p:nvCxnSpPr>
        <p:spPr bwMode="auto">
          <a:xfrm>
            <a:off x="3585085" y="5487594"/>
            <a:ext cx="0" cy="471489"/>
          </a:xfrm>
          <a:prstGeom prst="line">
            <a:avLst/>
          </a:prstGeom>
          <a:ln w="12700">
            <a:solidFill>
              <a:srgbClr val="BABABA"/>
            </a:solidFill>
          </a:ln>
        </p:spPr>
        <p:style>
          <a:lnRef idx="1">
            <a:schemeClr val="accent1"/>
          </a:lnRef>
          <a:fillRef idx="0">
            <a:schemeClr val="accent1"/>
          </a:fillRef>
          <a:effectRef idx="0">
            <a:schemeClr val="accent1"/>
          </a:effectRef>
          <a:fontRef idx="minor">
            <a:schemeClr val="tx1"/>
          </a:fontRef>
        </p:style>
      </p:cxnSp>
      <p:pic>
        <p:nvPicPr>
          <p:cNvPr id="246" name="图片 245"/>
          <p:cNvPicPr>
            <a:picLocks/>
          </p:cNvPicPr>
          <p:nvPr/>
        </p:nvPicPr>
        <p:blipFill>
          <a:blip r:embed="rId3" cstate="print">
            <a:extLst>
              <a:ext uri="{28A0092B-C50C-407E-A947-70E740481C1C}">
                <a14:useLocalDpi xmlns:a14="http://schemas.microsoft.com/office/drawing/2010/main" val="0"/>
              </a:ext>
            </a:extLst>
          </a:blip>
          <a:stretch>
            <a:fillRect/>
          </a:stretch>
        </p:blipFill>
        <p:spPr>
          <a:xfrm>
            <a:off x="3401911" y="5959083"/>
            <a:ext cx="366348" cy="279710"/>
          </a:xfrm>
          <a:prstGeom prst="rect">
            <a:avLst/>
          </a:prstGeom>
        </p:spPr>
      </p:pic>
      <p:pic>
        <p:nvPicPr>
          <p:cNvPr id="247" name="图片 246"/>
          <p:cNvPicPr>
            <a:picLocks/>
          </p:cNvPicPr>
          <p:nvPr/>
        </p:nvPicPr>
        <p:blipFill>
          <a:blip r:embed="rId3" cstate="print">
            <a:extLst>
              <a:ext uri="{28A0092B-C50C-407E-A947-70E740481C1C}">
                <a14:useLocalDpi xmlns:a14="http://schemas.microsoft.com/office/drawing/2010/main" val="0"/>
              </a:ext>
            </a:extLst>
          </a:blip>
          <a:stretch>
            <a:fillRect/>
          </a:stretch>
        </p:blipFill>
        <p:spPr>
          <a:xfrm>
            <a:off x="5256785" y="5959083"/>
            <a:ext cx="366348" cy="279710"/>
          </a:xfrm>
          <a:prstGeom prst="rect">
            <a:avLst/>
          </a:prstGeom>
        </p:spPr>
      </p:pic>
      <p:cxnSp>
        <p:nvCxnSpPr>
          <p:cNvPr id="248" name="直接连接符 247"/>
          <p:cNvCxnSpPr>
            <a:endCxn id="247" idx="0"/>
          </p:cNvCxnSpPr>
          <p:nvPr/>
        </p:nvCxnSpPr>
        <p:spPr bwMode="auto">
          <a:xfrm>
            <a:off x="5439959" y="5487594"/>
            <a:ext cx="0" cy="471489"/>
          </a:xfrm>
          <a:prstGeom prst="line">
            <a:avLst/>
          </a:prstGeom>
          <a:ln w="12700">
            <a:solidFill>
              <a:srgbClr val="BABABA"/>
            </a:solidFill>
          </a:ln>
        </p:spPr>
        <p:style>
          <a:lnRef idx="1">
            <a:schemeClr val="accent1"/>
          </a:lnRef>
          <a:fillRef idx="0">
            <a:schemeClr val="accent1"/>
          </a:fillRef>
          <a:effectRef idx="0">
            <a:schemeClr val="accent1"/>
          </a:effectRef>
          <a:fontRef idx="minor">
            <a:schemeClr val="tx1"/>
          </a:fontRef>
        </p:style>
      </p:cxnSp>
      <p:pic>
        <p:nvPicPr>
          <p:cNvPr id="250" name="图片 249"/>
          <p:cNvPicPr>
            <a:picLocks/>
          </p:cNvPicPr>
          <p:nvPr/>
        </p:nvPicPr>
        <p:blipFill>
          <a:blip r:embed="rId3" cstate="print">
            <a:extLst>
              <a:ext uri="{28A0092B-C50C-407E-A947-70E740481C1C}">
                <a14:useLocalDpi xmlns:a14="http://schemas.microsoft.com/office/drawing/2010/main" val="0"/>
              </a:ext>
            </a:extLst>
          </a:blip>
          <a:stretch>
            <a:fillRect/>
          </a:stretch>
        </p:blipFill>
        <p:spPr>
          <a:xfrm>
            <a:off x="4314642" y="5966173"/>
            <a:ext cx="366348" cy="279710"/>
          </a:xfrm>
          <a:prstGeom prst="rect">
            <a:avLst/>
          </a:prstGeom>
        </p:spPr>
      </p:pic>
      <p:cxnSp>
        <p:nvCxnSpPr>
          <p:cNvPr id="251" name="直接连接符 250"/>
          <p:cNvCxnSpPr>
            <a:endCxn id="250" idx="0"/>
          </p:cNvCxnSpPr>
          <p:nvPr/>
        </p:nvCxnSpPr>
        <p:spPr bwMode="auto">
          <a:xfrm>
            <a:off x="4497816" y="5487594"/>
            <a:ext cx="0" cy="478579"/>
          </a:xfrm>
          <a:prstGeom prst="line">
            <a:avLst/>
          </a:prstGeom>
          <a:ln w="12700">
            <a:solidFill>
              <a:srgbClr val="BABABA"/>
            </a:solidFill>
          </a:ln>
        </p:spPr>
        <p:style>
          <a:lnRef idx="1">
            <a:schemeClr val="accent1"/>
          </a:lnRef>
          <a:fillRef idx="0">
            <a:schemeClr val="accent1"/>
          </a:fillRef>
          <a:effectRef idx="0">
            <a:schemeClr val="accent1"/>
          </a:effectRef>
          <a:fontRef idx="minor">
            <a:schemeClr val="tx1"/>
          </a:fontRef>
        </p:style>
      </p:cxnSp>
      <p:cxnSp>
        <p:nvCxnSpPr>
          <p:cNvPr id="252" name="直接连接符 251"/>
          <p:cNvCxnSpPr/>
          <p:nvPr/>
        </p:nvCxnSpPr>
        <p:spPr bwMode="auto">
          <a:xfrm>
            <a:off x="3770088" y="5336228"/>
            <a:ext cx="539066" cy="0"/>
          </a:xfrm>
          <a:prstGeom prst="line">
            <a:avLst/>
          </a:prstGeom>
          <a:solidFill>
            <a:schemeClr val="accent1"/>
          </a:solidFill>
          <a:ln w="28575" cap="flat" cmpd="sng" algn="ctr">
            <a:solidFill>
              <a:srgbClr val="00B0F0"/>
            </a:solidFill>
            <a:prstDash val="solid"/>
            <a:round/>
            <a:headEnd type="none" w="med" len="med"/>
            <a:tailEnd type="none" w="med" len="med"/>
          </a:ln>
          <a:effectLst/>
        </p:spPr>
      </p:cxnSp>
      <p:cxnSp>
        <p:nvCxnSpPr>
          <p:cNvPr id="253" name="直接连接符 252"/>
          <p:cNvCxnSpPr/>
          <p:nvPr/>
        </p:nvCxnSpPr>
        <p:spPr bwMode="auto">
          <a:xfrm>
            <a:off x="4679160" y="5336228"/>
            <a:ext cx="575795" cy="0"/>
          </a:xfrm>
          <a:prstGeom prst="line">
            <a:avLst/>
          </a:prstGeom>
          <a:solidFill>
            <a:schemeClr val="accent1"/>
          </a:solidFill>
          <a:ln w="28575" cap="flat" cmpd="sng" algn="ctr">
            <a:solidFill>
              <a:srgbClr val="00B0F0"/>
            </a:solidFill>
            <a:prstDash val="solid"/>
            <a:round/>
            <a:headEnd type="none" w="med" len="med"/>
            <a:tailEnd type="none" w="med" len="med"/>
          </a:ln>
          <a:effectLst/>
        </p:spPr>
      </p:cxnSp>
      <p:sp>
        <p:nvSpPr>
          <p:cNvPr id="286" name="TextBox 77"/>
          <p:cNvSpPr txBox="1"/>
          <p:nvPr/>
        </p:nvSpPr>
        <p:spPr bwMode="auto">
          <a:xfrm>
            <a:off x="1500064" y="3801800"/>
            <a:ext cx="1390745" cy="316351"/>
          </a:xfrm>
          <a:prstGeom prst="rect">
            <a:avLst/>
          </a:prstGeom>
          <a:noFill/>
          <a:ln w="9525">
            <a:noFill/>
            <a:miter lim="800000"/>
            <a:headEnd/>
            <a:tailEnd/>
          </a:ln>
        </p:spPr>
        <p:txBody>
          <a:bodyPr wrap="square" lIns="99941" tIns="49966" rIns="99941" bIns="49966" rtlCol="0">
            <a:spAutoFit/>
          </a:bodyPr>
          <a:lstStyle/>
          <a:p>
            <a:pPr algn="ctr" defTabSz="1001248" eaLnBrk="0" hangingPunct="0"/>
            <a:r>
              <a:rPr lang="en-US" altLang="zh-CN" sz="1400" b="1" dirty="0" err="1">
                <a:solidFill>
                  <a:srgbClr val="000000"/>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iStack</a:t>
            </a:r>
            <a:endParaRPr lang="en-US" altLang="zh-CN" sz="1400" b="1" dirty="0">
              <a:solidFill>
                <a:srgbClr val="000000"/>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cxnSp>
        <p:nvCxnSpPr>
          <p:cNvPr id="292" name="直接连接符 291"/>
          <p:cNvCxnSpPr/>
          <p:nvPr/>
        </p:nvCxnSpPr>
        <p:spPr bwMode="auto">
          <a:xfrm flipH="1">
            <a:off x="886515" y="4140054"/>
            <a:ext cx="1939934" cy="1044809"/>
          </a:xfrm>
          <a:prstGeom prst="line">
            <a:avLst/>
          </a:prstGeom>
          <a:ln w="12700">
            <a:solidFill>
              <a:srgbClr val="BABABA"/>
            </a:solidFill>
          </a:ln>
        </p:spPr>
        <p:style>
          <a:lnRef idx="1">
            <a:schemeClr val="accent1"/>
          </a:lnRef>
          <a:fillRef idx="0">
            <a:schemeClr val="accent1"/>
          </a:fillRef>
          <a:effectRef idx="0">
            <a:schemeClr val="accent1"/>
          </a:effectRef>
          <a:fontRef idx="minor">
            <a:schemeClr val="tx1"/>
          </a:fontRef>
        </p:style>
      </p:cxnSp>
      <p:cxnSp>
        <p:nvCxnSpPr>
          <p:cNvPr id="296" name="直接连接符 295"/>
          <p:cNvCxnSpPr/>
          <p:nvPr/>
        </p:nvCxnSpPr>
        <p:spPr bwMode="auto">
          <a:xfrm flipH="1">
            <a:off x="1795587" y="4140054"/>
            <a:ext cx="1030862" cy="1044808"/>
          </a:xfrm>
          <a:prstGeom prst="line">
            <a:avLst/>
          </a:prstGeom>
          <a:ln w="12700">
            <a:solidFill>
              <a:srgbClr val="BABABA"/>
            </a:solidFill>
          </a:ln>
        </p:spPr>
        <p:style>
          <a:lnRef idx="1">
            <a:schemeClr val="accent1"/>
          </a:lnRef>
          <a:fillRef idx="0">
            <a:schemeClr val="accent1"/>
          </a:fillRef>
          <a:effectRef idx="0">
            <a:schemeClr val="accent1"/>
          </a:effectRef>
          <a:fontRef idx="minor">
            <a:schemeClr val="tx1"/>
          </a:fontRef>
        </p:style>
      </p:cxnSp>
      <p:cxnSp>
        <p:nvCxnSpPr>
          <p:cNvPr id="300" name="直接连接符 299"/>
          <p:cNvCxnSpPr/>
          <p:nvPr/>
        </p:nvCxnSpPr>
        <p:spPr bwMode="auto">
          <a:xfrm flipH="1">
            <a:off x="2741389" y="4140054"/>
            <a:ext cx="85060" cy="1044808"/>
          </a:xfrm>
          <a:prstGeom prst="line">
            <a:avLst/>
          </a:prstGeom>
          <a:ln w="12700">
            <a:solidFill>
              <a:srgbClr val="BABABA"/>
            </a:solidFill>
          </a:ln>
        </p:spPr>
        <p:style>
          <a:lnRef idx="1">
            <a:schemeClr val="accent1"/>
          </a:lnRef>
          <a:fillRef idx="0">
            <a:schemeClr val="accent1"/>
          </a:fillRef>
          <a:effectRef idx="0">
            <a:schemeClr val="accent1"/>
          </a:effectRef>
          <a:fontRef idx="minor">
            <a:schemeClr val="tx1"/>
          </a:fontRef>
        </p:style>
      </p:cxnSp>
      <p:cxnSp>
        <p:nvCxnSpPr>
          <p:cNvPr id="303" name="直接连接符 302"/>
          <p:cNvCxnSpPr/>
          <p:nvPr/>
        </p:nvCxnSpPr>
        <p:spPr bwMode="auto">
          <a:xfrm>
            <a:off x="2826449" y="4140054"/>
            <a:ext cx="758636" cy="1044809"/>
          </a:xfrm>
          <a:prstGeom prst="line">
            <a:avLst/>
          </a:prstGeom>
          <a:ln w="12700">
            <a:solidFill>
              <a:srgbClr val="BABABA"/>
            </a:solidFill>
          </a:ln>
        </p:spPr>
        <p:style>
          <a:lnRef idx="1">
            <a:schemeClr val="accent1"/>
          </a:lnRef>
          <a:fillRef idx="0">
            <a:schemeClr val="accent1"/>
          </a:fillRef>
          <a:effectRef idx="0">
            <a:schemeClr val="accent1"/>
          </a:effectRef>
          <a:fontRef idx="minor">
            <a:schemeClr val="tx1"/>
          </a:fontRef>
        </p:style>
      </p:cxnSp>
      <p:cxnSp>
        <p:nvCxnSpPr>
          <p:cNvPr id="309" name="直接连接符 308"/>
          <p:cNvCxnSpPr/>
          <p:nvPr/>
        </p:nvCxnSpPr>
        <p:spPr bwMode="auto">
          <a:xfrm>
            <a:off x="2826449" y="4140054"/>
            <a:ext cx="1667709" cy="1044809"/>
          </a:xfrm>
          <a:prstGeom prst="line">
            <a:avLst/>
          </a:prstGeom>
          <a:ln w="12700">
            <a:solidFill>
              <a:srgbClr val="BABABA"/>
            </a:solidFill>
          </a:ln>
        </p:spPr>
        <p:style>
          <a:lnRef idx="1">
            <a:schemeClr val="accent1"/>
          </a:lnRef>
          <a:fillRef idx="0">
            <a:schemeClr val="accent1"/>
          </a:fillRef>
          <a:effectRef idx="0">
            <a:schemeClr val="accent1"/>
          </a:effectRef>
          <a:fontRef idx="minor">
            <a:schemeClr val="tx1"/>
          </a:fontRef>
        </p:style>
      </p:cxnSp>
      <p:cxnSp>
        <p:nvCxnSpPr>
          <p:cNvPr id="313" name="直接连接符 312"/>
          <p:cNvCxnSpPr/>
          <p:nvPr/>
        </p:nvCxnSpPr>
        <p:spPr bwMode="auto">
          <a:xfrm>
            <a:off x="2826449" y="4140054"/>
            <a:ext cx="2613510" cy="1044809"/>
          </a:xfrm>
          <a:prstGeom prst="line">
            <a:avLst/>
          </a:prstGeom>
          <a:ln w="12700">
            <a:solidFill>
              <a:srgbClr val="BABABA"/>
            </a:solidFill>
          </a:ln>
        </p:spPr>
        <p:style>
          <a:lnRef idx="1">
            <a:schemeClr val="accent1"/>
          </a:lnRef>
          <a:fillRef idx="0">
            <a:schemeClr val="accent1"/>
          </a:fillRef>
          <a:effectRef idx="0">
            <a:schemeClr val="accent1"/>
          </a:effectRef>
          <a:fontRef idx="minor">
            <a:schemeClr val="tx1"/>
          </a:fontRef>
        </p:style>
      </p:cxnSp>
      <p:cxnSp>
        <p:nvCxnSpPr>
          <p:cNvPr id="317" name="直接连接符 316"/>
          <p:cNvCxnSpPr/>
          <p:nvPr/>
        </p:nvCxnSpPr>
        <p:spPr bwMode="auto">
          <a:xfrm flipH="1">
            <a:off x="886514" y="4140054"/>
            <a:ext cx="2665142" cy="1044809"/>
          </a:xfrm>
          <a:prstGeom prst="line">
            <a:avLst/>
          </a:prstGeom>
          <a:ln w="12700">
            <a:solidFill>
              <a:srgbClr val="BABABA"/>
            </a:solidFill>
          </a:ln>
        </p:spPr>
        <p:style>
          <a:lnRef idx="1">
            <a:schemeClr val="accent1"/>
          </a:lnRef>
          <a:fillRef idx="0">
            <a:schemeClr val="accent1"/>
          </a:fillRef>
          <a:effectRef idx="0">
            <a:schemeClr val="accent1"/>
          </a:effectRef>
          <a:fontRef idx="minor">
            <a:schemeClr val="tx1"/>
          </a:fontRef>
        </p:style>
      </p:cxnSp>
      <p:cxnSp>
        <p:nvCxnSpPr>
          <p:cNvPr id="318" name="直接连接符 317"/>
          <p:cNvCxnSpPr/>
          <p:nvPr/>
        </p:nvCxnSpPr>
        <p:spPr bwMode="auto">
          <a:xfrm>
            <a:off x="3551657" y="4140054"/>
            <a:ext cx="1888303" cy="1044809"/>
          </a:xfrm>
          <a:prstGeom prst="line">
            <a:avLst/>
          </a:prstGeom>
          <a:ln w="12700">
            <a:solidFill>
              <a:srgbClr val="BABABA"/>
            </a:solidFill>
          </a:ln>
        </p:spPr>
        <p:style>
          <a:lnRef idx="1">
            <a:schemeClr val="accent1"/>
          </a:lnRef>
          <a:fillRef idx="0">
            <a:schemeClr val="accent1"/>
          </a:fillRef>
          <a:effectRef idx="0">
            <a:schemeClr val="accent1"/>
          </a:effectRef>
          <a:fontRef idx="minor">
            <a:schemeClr val="tx1"/>
          </a:fontRef>
        </p:style>
      </p:cxnSp>
      <p:cxnSp>
        <p:nvCxnSpPr>
          <p:cNvPr id="325" name="直接连接符 324"/>
          <p:cNvCxnSpPr/>
          <p:nvPr/>
        </p:nvCxnSpPr>
        <p:spPr bwMode="auto">
          <a:xfrm>
            <a:off x="3551656" y="4140054"/>
            <a:ext cx="33429" cy="1044809"/>
          </a:xfrm>
          <a:prstGeom prst="line">
            <a:avLst/>
          </a:prstGeom>
          <a:ln w="12700">
            <a:solidFill>
              <a:srgbClr val="BABABA"/>
            </a:solidFill>
          </a:ln>
        </p:spPr>
        <p:style>
          <a:lnRef idx="1">
            <a:schemeClr val="accent1"/>
          </a:lnRef>
          <a:fillRef idx="0">
            <a:schemeClr val="accent1"/>
          </a:fillRef>
          <a:effectRef idx="0">
            <a:schemeClr val="accent1"/>
          </a:effectRef>
          <a:fontRef idx="minor">
            <a:schemeClr val="tx1"/>
          </a:fontRef>
        </p:style>
      </p:cxnSp>
      <p:cxnSp>
        <p:nvCxnSpPr>
          <p:cNvPr id="328" name="直接连接符 327"/>
          <p:cNvCxnSpPr/>
          <p:nvPr/>
        </p:nvCxnSpPr>
        <p:spPr bwMode="auto">
          <a:xfrm flipH="1">
            <a:off x="2741388" y="4140054"/>
            <a:ext cx="810268" cy="1044808"/>
          </a:xfrm>
          <a:prstGeom prst="line">
            <a:avLst/>
          </a:prstGeom>
          <a:ln w="12700">
            <a:solidFill>
              <a:srgbClr val="BABABA"/>
            </a:solidFill>
          </a:ln>
        </p:spPr>
        <p:style>
          <a:lnRef idx="1">
            <a:schemeClr val="accent1"/>
          </a:lnRef>
          <a:fillRef idx="0">
            <a:schemeClr val="accent1"/>
          </a:fillRef>
          <a:effectRef idx="0">
            <a:schemeClr val="accent1"/>
          </a:effectRef>
          <a:fontRef idx="minor">
            <a:schemeClr val="tx1"/>
          </a:fontRef>
        </p:style>
      </p:cxnSp>
      <p:cxnSp>
        <p:nvCxnSpPr>
          <p:cNvPr id="331" name="直接连接符 330"/>
          <p:cNvCxnSpPr/>
          <p:nvPr/>
        </p:nvCxnSpPr>
        <p:spPr bwMode="auto">
          <a:xfrm flipH="1">
            <a:off x="1795587" y="4140054"/>
            <a:ext cx="1756069" cy="1044808"/>
          </a:xfrm>
          <a:prstGeom prst="line">
            <a:avLst/>
          </a:prstGeom>
          <a:ln w="12700">
            <a:solidFill>
              <a:srgbClr val="BABABA"/>
            </a:solidFill>
          </a:ln>
        </p:spPr>
        <p:style>
          <a:lnRef idx="1">
            <a:schemeClr val="accent1"/>
          </a:lnRef>
          <a:fillRef idx="0">
            <a:schemeClr val="accent1"/>
          </a:fillRef>
          <a:effectRef idx="0">
            <a:schemeClr val="accent1"/>
          </a:effectRef>
          <a:fontRef idx="minor">
            <a:schemeClr val="tx1"/>
          </a:fontRef>
        </p:style>
      </p:cxnSp>
      <p:cxnSp>
        <p:nvCxnSpPr>
          <p:cNvPr id="334" name="直接连接符 333"/>
          <p:cNvCxnSpPr/>
          <p:nvPr/>
        </p:nvCxnSpPr>
        <p:spPr bwMode="auto">
          <a:xfrm>
            <a:off x="3551656" y="4140054"/>
            <a:ext cx="942502" cy="1044809"/>
          </a:xfrm>
          <a:prstGeom prst="line">
            <a:avLst/>
          </a:prstGeom>
          <a:ln w="12700">
            <a:solidFill>
              <a:srgbClr val="BABABA"/>
            </a:solidFill>
          </a:ln>
        </p:spPr>
        <p:style>
          <a:lnRef idx="1">
            <a:schemeClr val="accent1"/>
          </a:lnRef>
          <a:fillRef idx="0">
            <a:schemeClr val="accent1"/>
          </a:fillRef>
          <a:effectRef idx="0">
            <a:schemeClr val="accent1"/>
          </a:effectRef>
          <a:fontRef idx="minor">
            <a:schemeClr val="tx1"/>
          </a:fontRef>
        </p:style>
      </p:cxnSp>
      <p:sp>
        <p:nvSpPr>
          <p:cNvPr id="341" name="椭圆 340"/>
          <p:cNvSpPr/>
          <p:nvPr/>
        </p:nvSpPr>
        <p:spPr bwMode="auto">
          <a:xfrm rot="5400000">
            <a:off x="4072233" y="4032068"/>
            <a:ext cx="259960" cy="1770784"/>
          </a:xfrm>
          <a:prstGeom prst="ellipse">
            <a:avLst/>
          </a:prstGeom>
          <a:noFill/>
          <a:ln w="25400" cap="flat" cmpd="sng" algn="ctr">
            <a:solidFill>
              <a:srgbClr val="FFD17D"/>
            </a:solidFill>
            <a:prstDash val="solid"/>
          </a:ln>
          <a:effectLst/>
        </p:spPr>
        <p:txBody>
          <a:bodyPr rtlCol="0" anchor="ctr"/>
          <a:lstStyle/>
          <a:p>
            <a:pPr algn="ctr" defTabSz="914034"/>
            <a:endParaRPr lang="zh-CN" altLang="en-US" sz="1799" kern="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90" name="直接连接符 89"/>
          <p:cNvCxnSpPr/>
          <p:nvPr/>
        </p:nvCxnSpPr>
        <p:spPr bwMode="auto">
          <a:xfrm>
            <a:off x="2710182" y="3017709"/>
            <a:ext cx="116267" cy="808896"/>
          </a:xfrm>
          <a:prstGeom prst="line">
            <a:avLst/>
          </a:prstGeom>
          <a:ln w="12700">
            <a:solidFill>
              <a:srgbClr val="BABABA"/>
            </a:solidFill>
          </a:ln>
        </p:spPr>
        <p:style>
          <a:lnRef idx="1">
            <a:schemeClr val="accent1"/>
          </a:lnRef>
          <a:fillRef idx="0">
            <a:schemeClr val="accent1"/>
          </a:fillRef>
          <a:effectRef idx="0">
            <a:schemeClr val="accent1"/>
          </a:effectRef>
          <a:fontRef idx="minor">
            <a:schemeClr val="tx1"/>
          </a:fontRef>
        </p:style>
      </p:cxnSp>
      <p:cxnSp>
        <p:nvCxnSpPr>
          <p:cNvPr id="387" name="直接连接符 386"/>
          <p:cNvCxnSpPr/>
          <p:nvPr/>
        </p:nvCxnSpPr>
        <p:spPr bwMode="auto">
          <a:xfrm flipH="1">
            <a:off x="2826449" y="3017709"/>
            <a:ext cx="878835" cy="808896"/>
          </a:xfrm>
          <a:prstGeom prst="line">
            <a:avLst/>
          </a:prstGeom>
          <a:ln w="12700">
            <a:solidFill>
              <a:srgbClr val="BABABA"/>
            </a:solidFill>
          </a:ln>
        </p:spPr>
        <p:style>
          <a:lnRef idx="1">
            <a:schemeClr val="accent1"/>
          </a:lnRef>
          <a:fillRef idx="0">
            <a:schemeClr val="accent1"/>
          </a:fillRef>
          <a:effectRef idx="0">
            <a:schemeClr val="accent1"/>
          </a:effectRef>
          <a:fontRef idx="minor">
            <a:schemeClr val="tx1"/>
          </a:fontRef>
        </p:style>
      </p:cxnSp>
      <p:cxnSp>
        <p:nvCxnSpPr>
          <p:cNvPr id="390" name="直接连接符 389"/>
          <p:cNvCxnSpPr/>
          <p:nvPr/>
        </p:nvCxnSpPr>
        <p:spPr bwMode="auto">
          <a:xfrm>
            <a:off x="2710182" y="3017709"/>
            <a:ext cx="841474" cy="808896"/>
          </a:xfrm>
          <a:prstGeom prst="line">
            <a:avLst/>
          </a:prstGeom>
          <a:ln w="12700">
            <a:solidFill>
              <a:srgbClr val="BABABA"/>
            </a:solidFill>
          </a:ln>
        </p:spPr>
        <p:style>
          <a:lnRef idx="1">
            <a:schemeClr val="accent1"/>
          </a:lnRef>
          <a:fillRef idx="0">
            <a:schemeClr val="accent1"/>
          </a:fillRef>
          <a:effectRef idx="0">
            <a:schemeClr val="accent1"/>
          </a:effectRef>
          <a:fontRef idx="minor">
            <a:schemeClr val="tx1"/>
          </a:fontRef>
        </p:style>
      </p:cxnSp>
      <p:cxnSp>
        <p:nvCxnSpPr>
          <p:cNvPr id="391" name="直接连接符 390"/>
          <p:cNvCxnSpPr/>
          <p:nvPr/>
        </p:nvCxnSpPr>
        <p:spPr bwMode="auto">
          <a:xfrm flipH="1">
            <a:off x="3551656" y="3017709"/>
            <a:ext cx="153628" cy="808896"/>
          </a:xfrm>
          <a:prstGeom prst="line">
            <a:avLst/>
          </a:prstGeom>
          <a:ln w="12700">
            <a:solidFill>
              <a:srgbClr val="BABABA"/>
            </a:solidFill>
          </a:ln>
        </p:spPr>
        <p:style>
          <a:lnRef idx="1">
            <a:schemeClr val="accent1"/>
          </a:lnRef>
          <a:fillRef idx="0">
            <a:schemeClr val="accent1"/>
          </a:fillRef>
          <a:effectRef idx="0">
            <a:schemeClr val="accent1"/>
          </a:effectRef>
          <a:fontRef idx="minor">
            <a:schemeClr val="tx1"/>
          </a:fontRef>
        </p:style>
      </p:cxnSp>
      <p:sp>
        <p:nvSpPr>
          <p:cNvPr id="411" name="椭圆 410"/>
          <p:cNvSpPr/>
          <p:nvPr/>
        </p:nvSpPr>
        <p:spPr bwMode="auto">
          <a:xfrm rot="5400000">
            <a:off x="3113735" y="2845197"/>
            <a:ext cx="120799" cy="1120180"/>
          </a:xfrm>
          <a:prstGeom prst="ellipse">
            <a:avLst/>
          </a:prstGeom>
          <a:noFill/>
          <a:ln w="25400" cap="flat" cmpd="sng" algn="ctr">
            <a:solidFill>
              <a:srgbClr val="FFD17D"/>
            </a:solidFill>
            <a:prstDash val="solid"/>
          </a:ln>
          <a:effectLst/>
        </p:spPr>
        <p:txBody>
          <a:bodyPr rtlCol="0" anchor="ctr"/>
          <a:lstStyle/>
          <a:p>
            <a:pPr algn="ctr" defTabSz="914034"/>
            <a:endParaRPr lang="zh-CN" altLang="en-US" sz="1799" kern="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9" name="椭圆 98"/>
          <p:cNvSpPr/>
          <p:nvPr/>
        </p:nvSpPr>
        <p:spPr bwMode="auto">
          <a:xfrm rot="5400000">
            <a:off x="2056262" y="4006492"/>
            <a:ext cx="259960" cy="1770784"/>
          </a:xfrm>
          <a:prstGeom prst="ellipse">
            <a:avLst/>
          </a:prstGeom>
          <a:noFill/>
          <a:ln w="25400" cap="flat" cmpd="sng" algn="ctr">
            <a:solidFill>
              <a:srgbClr val="FFD17D"/>
            </a:solidFill>
            <a:prstDash val="solid"/>
          </a:ln>
          <a:effectLst/>
        </p:spPr>
        <p:txBody>
          <a:bodyPr rtlCol="0" anchor="ctr"/>
          <a:lstStyle/>
          <a:p>
            <a:pPr algn="ctr" defTabSz="914034"/>
            <a:endParaRPr lang="zh-CN" altLang="en-US" sz="1799" kern="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14" name="Freeform 159"/>
          <p:cNvSpPr/>
          <p:nvPr/>
        </p:nvSpPr>
        <p:spPr>
          <a:xfrm flipH="1">
            <a:off x="2849380" y="1440802"/>
            <a:ext cx="768320" cy="389276"/>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417" name="图片 416"/>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3043103" y="1791661"/>
            <a:ext cx="380872" cy="312315"/>
          </a:xfrm>
          <a:prstGeom prst="rect">
            <a:avLst/>
          </a:prstGeom>
        </p:spPr>
      </p:pic>
      <p:cxnSp>
        <p:nvCxnSpPr>
          <p:cNvPr id="418" name="直接连接符 417"/>
          <p:cNvCxnSpPr>
            <a:endCxn id="417" idx="2"/>
          </p:cNvCxnSpPr>
          <p:nvPr/>
        </p:nvCxnSpPr>
        <p:spPr bwMode="auto">
          <a:xfrm flipV="1">
            <a:off x="2710182" y="2103976"/>
            <a:ext cx="523357" cy="595520"/>
          </a:xfrm>
          <a:prstGeom prst="line">
            <a:avLst/>
          </a:prstGeom>
          <a:ln w="12700">
            <a:solidFill>
              <a:srgbClr val="BABABA"/>
            </a:solidFill>
          </a:ln>
        </p:spPr>
        <p:style>
          <a:lnRef idx="1">
            <a:schemeClr val="accent1"/>
          </a:lnRef>
          <a:fillRef idx="0">
            <a:schemeClr val="accent1"/>
          </a:fillRef>
          <a:effectRef idx="0">
            <a:schemeClr val="accent1"/>
          </a:effectRef>
          <a:fontRef idx="minor">
            <a:schemeClr val="tx1"/>
          </a:fontRef>
        </p:style>
      </p:cxnSp>
      <p:cxnSp>
        <p:nvCxnSpPr>
          <p:cNvPr id="419" name="直接连接符 418"/>
          <p:cNvCxnSpPr>
            <a:stCxn id="92" idx="0"/>
            <a:endCxn id="417" idx="2"/>
          </p:cNvCxnSpPr>
          <p:nvPr/>
        </p:nvCxnSpPr>
        <p:spPr bwMode="auto">
          <a:xfrm flipH="1" flipV="1">
            <a:off x="3233539" y="2103976"/>
            <a:ext cx="470765" cy="602663"/>
          </a:xfrm>
          <a:prstGeom prst="line">
            <a:avLst/>
          </a:prstGeom>
          <a:ln w="12700">
            <a:solidFill>
              <a:srgbClr val="BABABA"/>
            </a:solidFill>
          </a:ln>
        </p:spPr>
        <p:style>
          <a:lnRef idx="1">
            <a:schemeClr val="accent1"/>
          </a:lnRef>
          <a:fillRef idx="0">
            <a:schemeClr val="accent1"/>
          </a:fillRef>
          <a:effectRef idx="0">
            <a:schemeClr val="accent1"/>
          </a:effectRef>
          <a:fontRef idx="minor">
            <a:schemeClr val="tx1"/>
          </a:fontRef>
        </p:style>
      </p:cxnSp>
      <p:sp>
        <p:nvSpPr>
          <p:cNvPr id="427" name="TextBox 77"/>
          <p:cNvSpPr txBox="1"/>
          <p:nvPr/>
        </p:nvSpPr>
        <p:spPr bwMode="auto">
          <a:xfrm>
            <a:off x="3377375" y="5327148"/>
            <a:ext cx="1390745" cy="316351"/>
          </a:xfrm>
          <a:prstGeom prst="rect">
            <a:avLst/>
          </a:prstGeom>
          <a:noFill/>
          <a:ln w="9525">
            <a:noFill/>
            <a:miter lim="800000"/>
            <a:headEnd/>
            <a:tailEnd/>
          </a:ln>
        </p:spPr>
        <p:txBody>
          <a:bodyPr wrap="square" lIns="99941" tIns="49966" rIns="99941" bIns="49966" rtlCol="0">
            <a:spAutoFit/>
          </a:bodyPr>
          <a:lstStyle/>
          <a:p>
            <a:pPr algn="ctr" defTabSz="1001248" eaLnBrk="0" hangingPunct="0"/>
            <a:r>
              <a:rPr lang="en-US" altLang="zh-CN" sz="1400" b="1" dirty="0" err="1">
                <a:solidFill>
                  <a:srgbClr val="000000"/>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iStack</a:t>
            </a:r>
            <a:endParaRPr lang="en-US" altLang="zh-CN" sz="1400" b="1" dirty="0">
              <a:solidFill>
                <a:srgbClr val="000000"/>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sp>
        <p:nvSpPr>
          <p:cNvPr id="439" name="椭圆 438"/>
          <p:cNvSpPr/>
          <p:nvPr/>
        </p:nvSpPr>
        <p:spPr bwMode="auto">
          <a:xfrm rot="5400000">
            <a:off x="3171822" y="1810806"/>
            <a:ext cx="120799" cy="1120180"/>
          </a:xfrm>
          <a:prstGeom prst="ellipse">
            <a:avLst/>
          </a:prstGeom>
          <a:noFill/>
          <a:ln w="25400" cap="flat" cmpd="sng" algn="ctr">
            <a:solidFill>
              <a:srgbClr val="FFD17D"/>
            </a:solidFill>
            <a:prstDash val="solid"/>
          </a:ln>
          <a:effectLst/>
        </p:spPr>
        <p:txBody>
          <a:bodyPr rtlCol="0" anchor="ctr"/>
          <a:lstStyle/>
          <a:p>
            <a:pPr algn="ctr" defTabSz="914034"/>
            <a:endParaRPr lang="zh-CN" altLang="en-US" sz="1799" kern="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121" name="直接连接符 120"/>
          <p:cNvCxnSpPr/>
          <p:nvPr/>
        </p:nvCxnSpPr>
        <p:spPr bwMode="auto">
          <a:xfrm>
            <a:off x="510656" y="1975476"/>
            <a:ext cx="500188" cy="0"/>
          </a:xfrm>
          <a:prstGeom prst="line">
            <a:avLst/>
          </a:prstGeom>
          <a:solidFill>
            <a:schemeClr val="accent1"/>
          </a:solidFill>
          <a:ln w="28575" cap="flat" cmpd="sng" algn="ctr">
            <a:solidFill>
              <a:srgbClr val="00B0F0"/>
            </a:solidFill>
            <a:prstDash val="solid"/>
            <a:round/>
            <a:headEnd type="none" w="med" len="med"/>
            <a:tailEnd type="none" w="med" len="med"/>
          </a:ln>
          <a:effectLst/>
        </p:spPr>
      </p:cxnSp>
      <p:sp>
        <p:nvSpPr>
          <p:cNvPr id="444" name="TextBox 77"/>
          <p:cNvSpPr txBox="1"/>
          <p:nvPr/>
        </p:nvSpPr>
        <p:spPr bwMode="auto">
          <a:xfrm>
            <a:off x="972984" y="1830078"/>
            <a:ext cx="1583400" cy="316351"/>
          </a:xfrm>
          <a:prstGeom prst="rect">
            <a:avLst/>
          </a:prstGeom>
          <a:noFill/>
          <a:ln w="9525">
            <a:noFill/>
            <a:miter lim="800000"/>
            <a:headEnd/>
            <a:tailEnd/>
          </a:ln>
        </p:spPr>
        <p:txBody>
          <a:bodyPr wrap="square" lIns="99941" tIns="49966" rIns="99941" bIns="49966" rtlCol="0">
            <a:spAutoFit/>
          </a:bodyPr>
          <a:lstStyle/>
          <a:p>
            <a:pPr defTabSz="1001248" eaLnBrk="0" hangingPunct="0"/>
            <a:r>
              <a:rPr lang="en-US" altLang="zh-CN" sz="1400" dirty="0" err="1">
                <a:solidFill>
                  <a:srgbClr val="000000"/>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iStack</a:t>
            </a:r>
            <a:r>
              <a:rPr lang="zh-CN" altLang="en-US" sz="1400" dirty="0">
                <a:solidFill>
                  <a:srgbClr val="000000"/>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a:t>
            </a:r>
            <a:r>
              <a:rPr lang="en-US" altLang="zh-CN" sz="1400" dirty="0">
                <a:solidFill>
                  <a:srgbClr val="000000"/>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CSS Link</a:t>
            </a:r>
          </a:p>
        </p:txBody>
      </p:sp>
      <p:sp>
        <p:nvSpPr>
          <p:cNvPr id="450" name="椭圆 449"/>
          <p:cNvSpPr/>
          <p:nvPr/>
        </p:nvSpPr>
        <p:spPr bwMode="auto">
          <a:xfrm rot="5400000">
            <a:off x="745132" y="2043565"/>
            <a:ext cx="129345" cy="598295"/>
          </a:xfrm>
          <a:prstGeom prst="ellipse">
            <a:avLst/>
          </a:prstGeom>
          <a:noFill/>
          <a:ln w="25400" cap="flat" cmpd="sng" algn="ctr">
            <a:solidFill>
              <a:srgbClr val="FFD17D"/>
            </a:solidFill>
            <a:prstDash val="solid"/>
          </a:ln>
          <a:effectLst/>
        </p:spPr>
        <p:txBody>
          <a:bodyPr rtlCol="0" anchor="ctr"/>
          <a:lstStyle/>
          <a:p>
            <a:pPr algn="ctr" defTabSz="914034"/>
            <a:endParaRPr lang="zh-CN" altLang="en-US" sz="1799" kern="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51" name="TextBox 77"/>
          <p:cNvSpPr txBox="1"/>
          <p:nvPr/>
        </p:nvSpPr>
        <p:spPr bwMode="auto">
          <a:xfrm>
            <a:off x="1080075" y="2199961"/>
            <a:ext cx="1390745" cy="316351"/>
          </a:xfrm>
          <a:prstGeom prst="rect">
            <a:avLst/>
          </a:prstGeom>
          <a:noFill/>
          <a:ln w="9525">
            <a:noFill/>
            <a:miter lim="800000"/>
            <a:headEnd/>
            <a:tailEnd/>
          </a:ln>
        </p:spPr>
        <p:txBody>
          <a:bodyPr wrap="square" lIns="99941" tIns="49966" rIns="99941" bIns="49966" rtlCol="0">
            <a:spAutoFit/>
          </a:bodyPr>
          <a:lstStyle/>
          <a:p>
            <a:pPr defTabSz="1001248" eaLnBrk="0" hangingPunct="0"/>
            <a:r>
              <a:rPr lang="en-US" altLang="zh-CN" sz="1400" dirty="0">
                <a:solidFill>
                  <a:srgbClr val="000000"/>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Eth-Trunk</a:t>
            </a:r>
          </a:p>
        </p:txBody>
      </p:sp>
      <p:cxnSp>
        <p:nvCxnSpPr>
          <p:cNvPr id="456" name="直接连接符 455"/>
          <p:cNvCxnSpPr/>
          <p:nvPr/>
        </p:nvCxnSpPr>
        <p:spPr bwMode="auto">
          <a:xfrm>
            <a:off x="948229" y="4455013"/>
            <a:ext cx="10076064" cy="0"/>
          </a:xfrm>
          <a:prstGeom prst="line">
            <a:avLst/>
          </a:prstGeom>
          <a:solidFill>
            <a:schemeClr val="accent1"/>
          </a:solidFill>
          <a:ln w="19050" cap="flat" cmpd="sng" algn="ctr">
            <a:solidFill>
              <a:schemeClr val="bg1">
                <a:lumMod val="50000"/>
              </a:schemeClr>
            </a:solidFill>
            <a:prstDash val="lgDash"/>
            <a:round/>
            <a:headEnd type="none" w="med" len="med"/>
            <a:tailEnd type="none" w="med" len="med"/>
          </a:ln>
          <a:effectLst/>
        </p:spPr>
      </p:cxnSp>
      <p:sp>
        <p:nvSpPr>
          <p:cNvPr id="464" name="TextBox 77"/>
          <p:cNvSpPr txBox="1"/>
          <p:nvPr/>
        </p:nvSpPr>
        <p:spPr bwMode="auto">
          <a:xfrm>
            <a:off x="5765739" y="3373910"/>
            <a:ext cx="1390745" cy="316351"/>
          </a:xfrm>
          <a:prstGeom prst="rect">
            <a:avLst/>
          </a:prstGeom>
          <a:noFill/>
          <a:ln w="9525">
            <a:noFill/>
            <a:miter lim="800000"/>
            <a:headEnd/>
            <a:tailEnd/>
          </a:ln>
        </p:spPr>
        <p:txBody>
          <a:bodyPr wrap="square" lIns="99941" tIns="49966" rIns="99941" bIns="49966" rtlCol="0">
            <a:spAutoFit/>
          </a:bodyPr>
          <a:lstStyle/>
          <a:p>
            <a:pPr algn="ctr" defTabSz="1001248" eaLnBrk="0" hangingPunct="0"/>
            <a:r>
              <a:rPr lang="zh-CN" altLang="en-US" sz="1400" b="1" dirty="0">
                <a:solidFill>
                  <a:srgbClr val="000000"/>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汇聚层</a:t>
            </a:r>
            <a:endParaRPr lang="en-US" altLang="zh-CN" sz="1400" b="1" dirty="0">
              <a:solidFill>
                <a:srgbClr val="000000"/>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sp>
        <p:nvSpPr>
          <p:cNvPr id="466" name="TextBox 77"/>
          <p:cNvSpPr txBox="1"/>
          <p:nvPr/>
        </p:nvSpPr>
        <p:spPr bwMode="auto">
          <a:xfrm>
            <a:off x="5765739" y="1981917"/>
            <a:ext cx="1390745" cy="316351"/>
          </a:xfrm>
          <a:prstGeom prst="rect">
            <a:avLst/>
          </a:prstGeom>
          <a:noFill/>
          <a:ln w="9525">
            <a:noFill/>
            <a:miter lim="800000"/>
            <a:headEnd/>
            <a:tailEnd/>
          </a:ln>
        </p:spPr>
        <p:txBody>
          <a:bodyPr wrap="square" lIns="99941" tIns="49966" rIns="99941" bIns="49966" rtlCol="0">
            <a:spAutoFit/>
          </a:bodyPr>
          <a:lstStyle/>
          <a:p>
            <a:pPr algn="ctr" defTabSz="1001248" eaLnBrk="0" hangingPunct="0"/>
            <a:r>
              <a:rPr lang="zh-CN" altLang="en-US" sz="1400" b="1" dirty="0">
                <a:solidFill>
                  <a:srgbClr val="000000"/>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核心层</a:t>
            </a:r>
            <a:endParaRPr lang="en-US" altLang="zh-CN" sz="1400" b="1" dirty="0">
              <a:solidFill>
                <a:srgbClr val="000000"/>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sp>
        <p:nvSpPr>
          <p:cNvPr id="468" name="文本占位符 3"/>
          <p:cNvSpPr txBox="1">
            <a:spLocks/>
          </p:cNvSpPr>
          <p:nvPr/>
        </p:nvSpPr>
        <p:spPr bwMode="auto">
          <a:xfrm>
            <a:off x="6176615" y="4761904"/>
            <a:ext cx="5569298" cy="776666"/>
          </a:xfrm>
          <a:prstGeom prst="rect">
            <a:avLst/>
          </a:prstGeom>
          <a:noFill/>
          <a:ln w="9525">
            <a:noFill/>
            <a:miter lim="800000"/>
            <a:headEnd/>
            <a:tailEnd/>
          </a:ln>
        </p:spPr>
        <p:txBody>
          <a:bodyPr vert="horz" wrap="square" lIns="80110" tIns="40055" rIns="80110" bIns="40055" numCol="1" anchor="t" anchorCtr="0" compatLnSpc="1">
            <a:prstTxWarp prst="textNoShape">
              <a:avLst/>
            </a:prstTxWarp>
          </a:bodyPr>
          <a:lstStyle>
            <a:lvl1pPr marL="301625" indent="-301625" algn="just" defTabSz="801688" rtl="0" eaLnBrk="1" fontAlgn="ctr" latinLnBrk="0" hangingPunct="1">
              <a:lnSpc>
                <a:spcPct val="140000"/>
              </a:lnSpc>
              <a:spcBef>
                <a:spcPct val="30000"/>
              </a:spcBef>
              <a:spcAft>
                <a:spcPct val="0"/>
              </a:spcAft>
              <a:buClr>
                <a:schemeClr val="bg1">
                  <a:lumMod val="50000"/>
                </a:schemeClr>
              </a:buClr>
              <a:buSzPct val="60000"/>
              <a:buFont typeface="Wingdings" pitchFamily="2" charset="2"/>
              <a:buChar char="l"/>
              <a:defRPr sz="2200">
                <a:solidFill>
                  <a:schemeClr val="tx1"/>
                </a:solidFill>
                <a:latin typeface="+mn-ea"/>
                <a:ea typeface="+mn-ea"/>
                <a:cs typeface="Arial" panose="020B0604020202020204" pitchFamily="34" charset="0"/>
              </a:defRPr>
            </a:lvl1pPr>
            <a:lvl2pPr marL="654050" indent="-252413" algn="l" defTabSz="801688" rtl="0" eaLnBrk="1" fontAlgn="ctr" hangingPunct="1">
              <a:lnSpc>
                <a:spcPct val="140000"/>
              </a:lnSpc>
              <a:spcBef>
                <a:spcPct val="30000"/>
              </a:spcBef>
              <a:spcAft>
                <a:spcPct val="0"/>
              </a:spcAft>
              <a:buClr>
                <a:schemeClr val="tx1"/>
              </a:buClr>
              <a:buSzPct val="50000"/>
              <a:buFont typeface="Wingdings" pitchFamily="2" charset="2"/>
              <a:buChar char="p"/>
              <a:defRPr sz="2000">
                <a:solidFill>
                  <a:schemeClr val="tx1"/>
                </a:solidFill>
                <a:latin typeface="+mn-lt"/>
                <a:ea typeface="+mn-ea"/>
              </a:defRPr>
            </a:lvl2pPr>
            <a:lvl3pPr marL="1003300" indent="-201613" algn="l" defTabSz="801688" rtl="0" eaLnBrk="1" fontAlgn="ctr" hangingPunct="1">
              <a:lnSpc>
                <a:spcPct val="140000"/>
              </a:lnSpc>
              <a:spcBef>
                <a:spcPct val="30000"/>
              </a:spcBef>
              <a:spcAft>
                <a:spcPct val="0"/>
              </a:spcAft>
              <a:buSzPct val="50000"/>
              <a:buFont typeface="Wingdings" pitchFamily="2" charset="2"/>
              <a:buChar char="n"/>
              <a:defRPr>
                <a:solidFill>
                  <a:schemeClr val="tx1"/>
                </a:solidFill>
                <a:latin typeface="FrutigerNext LT Light" pitchFamily="34" charset="0"/>
                <a:ea typeface="+mn-ea"/>
              </a:defRPr>
            </a:lvl3pPr>
            <a:lvl4pPr marL="1400175" indent="-198438" algn="l" defTabSz="801688" rtl="0" eaLnBrk="1" fontAlgn="ctr" hangingPunct="1">
              <a:lnSpc>
                <a:spcPct val="140000"/>
              </a:lnSpc>
              <a:spcBef>
                <a:spcPct val="30000"/>
              </a:spcBef>
              <a:spcAft>
                <a:spcPct val="0"/>
              </a:spcAft>
              <a:buChar char="–"/>
              <a:defRPr sz="1600">
                <a:solidFill>
                  <a:schemeClr val="tx1"/>
                </a:solidFill>
                <a:latin typeface="+mj-lt"/>
                <a:ea typeface="+mn-ea"/>
              </a:defRPr>
            </a:lvl4pPr>
            <a:lvl5pPr marL="1801813" indent="-201613" algn="l" defTabSz="801688" rtl="0" eaLnBrk="1" fontAlgn="ctr" hangingPunct="1">
              <a:lnSpc>
                <a:spcPct val="140000"/>
              </a:lnSpc>
              <a:spcBef>
                <a:spcPct val="30000"/>
              </a:spcBef>
              <a:spcAft>
                <a:spcPct val="0"/>
              </a:spcAft>
              <a:buFont typeface="FrutigerNext LT Medium" pitchFamily="34" charset="0"/>
              <a:buChar char="~"/>
              <a:defRPr sz="1600">
                <a:solidFill>
                  <a:schemeClr val="tx1"/>
                </a:solidFill>
                <a:latin typeface="+mj-lt"/>
                <a:ea typeface="+mn-ea"/>
              </a:defRPr>
            </a:lvl5pPr>
            <a:lvl6pPr marL="2259013" indent="-201613" algn="l" defTabSz="801688" rtl="0" fontAlgn="ctr">
              <a:lnSpc>
                <a:spcPct val="140000"/>
              </a:lnSpc>
              <a:spcBef>
                <a:spcPct val="30000"/>
              </a:spcBef>
              <a:spcAft>
                <a:spcPct val="0"/>
              </a:spcAft>
              <a:buFont typeface="FrutigerNext LT Medium" pitchFamily="34" charset="0"/>
              <a:buChar char="~"/>
              <a:defRPr sz="1600">
                <a:solidFill>
                  <a:schemeClr val="tx1"/>
                </a:solidFill>
                <a:latin typeface="+mj-lt"/>
                <a:ea typeface="+mn-ea"/>
              </a:defRPr>
            </a:lvl6pPr>
            <a:lvl7pPr marL="2716213" indent="-201613" algn="l" defTabSz="801688" rtl="0" fontAlgn="base">
              <a:lnSpc>
                <a:spcPct val="140000"/>
              </a:lnSpc>
              <a:spcBef>
                <a:spcPct val="30000"/>
              </a:spcBef>
              <a:spcAft>
                <a:spcPct val="0"/>
              </a:spcAft>
              <a:buFont typeface="FrutigerNext LT Medium" pitchFamily="34" charset="0"/>
              <a:buChar char="~"/>
              <a:defRPr sz="1600">
                <a:solidFill>
                  <a:schemeClr val="tx1"/>
                </a:solidFill>
                <a:latin typeface="+mj-lt"/>
                <a:ea typeface="+mn-ea"/>
              </a:defRPr>
            </a:lvl7pPr>
            <a:lvl8pPr marL="3173413" indent="-201613" algn="l" defTabSz="801688" rtl="0" fontAlgn="base">
              <a:lnSpc>
                <a:spcPct val="140000"/>
              </a:lnSpc>
              <a:spcBef>
                <a:spcPct val="30000"/>
              </a:spcBef>
              <a:spcAft>
                <a:spcPct val="0"/>
              </a:spcAft>
              <a:buFont typeface="FrutigerNext LT Medium" pitchFamily="34" charset="0"/>
              <a:buChar char="~"/>
              <a:defRPr sz="1600">
                <a:solidFill>
                  <a:schemeClr val="tx1"/>
                </a:solidFill>
                <a:latin typeface="+mj-lt"/>
                <a:ea typeface="+mn-ea"/>
              </a:defRPr>
            </a:lvl8pPr>
            <a:lvl9pPr marL="3630613" indent="-201613" algn="l" defTabSz="801688" rtl="0" fontAlgn="base">
              <a:lnSpc>
                <a:spcPct val="140000"/>
              </a:lnSpc>
              <a:spcBef>
                <a:spcPct val="30000"/>
              </a:spcBef>
              <a:spcAft>
                <a:spcPct val="0"/>
              </a:spcAft>
              <a:buFont typeface="FrutigerNext LT Medium" pitchFamily="34" charset="0"/>
              <a:buChar char="~"/>
              <a:defRPr sz="1600">
                <a:solidFill>
                  <a:schemeClr val="tx1"/>
                </a:solidFill>
                <a:latin typeface="+mj-lt"/>
                <a:ea typeface="+mn-ea"/>
              </a:defRPr>
            </a:lvl9pPr>
          </a:lstStyle>
          <a:p>
            <a:pPr>
              <a:buClrTx/>
              <a:buSzPct val="100000"/>
              <a:buFont typeface="Arial" panose="020B0604020202020204" pitchFamily="34" charset="0"/>
              <a:buChar char="•"/>
            </a:pP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地理位置接近的接入设备（如一个楼宇内的接入交换机）使用</a:t>
            </a:r>
            <a:r>
              <a:rPr lang="en-US" altLang="zh-CN" sz="1400" dirty="0" err="1">
                <a:latin typeface="Huawei Sans" panose="020C0503030203020204" pitchFamily="34" charset="0"/>
                <a:ea typeface="方正兰亭黑简体" panose="02000000000000000000" pitchFamily="2" charset="-122"/>
                <a:sym typeface="Huawei Sans" panose="020C0503030203020204" pitchFamily="34" charset="0"/>
              </a:rPr>
              <a:t>iStack</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虚拟化成为一台逻辑上的设备，端口数量充足，简化了管理。</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pPr>
              <a:buClrTx/>
              <a:buSzPct val="100000"/>
              <a:buFont typeface="Arial" panose="020B0604020202020204" pitchFamily="34" charset="0"/>
              <a:buChar char="•"/>
            </a:pP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使用</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Eth-Trunk</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和汇聚层互</a:t>
            </a:r>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联</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a:t>
            </a:r>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逻</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辑上网络结构简单，不再需要使用</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STP</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VRRP</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。具有高可靠性、高上行带宽、快速收敛的优势。</a:t>
            </a:r>
          </a:p>
        </p:txBody>
      </p:sp>
      <p:sp>
        <p:nvSpPr>
          <p:cNvPr id="161" name="文本占位符 3"/>
          <p:cNvSpPr txBox="1">
            <a:spLocks/>
          </p:cNvSpPr>
          <p:nvPr/>
        </p:nvSpPr>
        <p:spPr bwMode="auto">
          <a:xfrm>
            <a:off x="6176615" y="3631385"/>
            <a:ext cx="5434138" cy="776666"/>
          </a:xfrm>
          <a:prstGeom prst="rect">
            <a:avLst/>
          </a:prstGeom>
          <a:noFill/>
          <a:ln w="9525">
            <a:noFill/>
            <a:miter lim="800000"/>
            <a:headEnd/>
            <a:tailEnd/>
          </a:ln>
        </p:spPr>
        <p:txBody>
          <a:bodyPr vert="horz" wrap="square" lIns="80110" tIns="40055" rIns="80110" bIns="40055" numCol="1" anchor="t" anchorCtr="0" compatLnSpc="1">
            <a:prstTxWarp prst="textNoShape">
              <a:avLst/>
            </a:prstTxWarp>
          </a:bodyPr>
          <a:lstStyle>
            <a:lvl1pPr marL="301625" indent="-301625" algn="just" defTabSz="801688" rtl="0" eaLnBrk="1" fontAlgn="ctr" latinLnBrk="0" hangingPunct="1">
              <a:lnSpc>
                <a:spcPct val="140000"/>
              </a:lnSpc>
              <a:spcBef>
                <a:spcPct val="30000"/>
              </a:spcBef>
              <a:spcAft>
                <a:spcPct val="0"/>
              </a:spcAft>
              <a:buClr>
                <a:schemeClr val="bg1">
                  <a:lumMod val="50000"/>
                </a:schemeClr>
              </a:buClr>
              <a:buSzPct val="60000"/>
              <a:buFont typeface="Wingdings" pitchFamily="2" charset="2"/>
              <a:buChar char="l"/>
              <a:defRPr sz="2200">
                <a:solidFill>
                  <a:schemeClr val="tx1"/>
                </a:solidFill>
                <a:latin typeface="+mn-ea"/>
                <a:ea typeface="+mn-ea"/>
                <a:cs typeface="Arial" panose="020B0604020202020204" pitchFamily="34" charset="0"/>
              </a:defRPr>
            </a:lvl1pPr>
            <a:lvl2pPr marL="654050" indent="-252413" algn="l" defTabSz="801688" rtl="0" eaLnBrk="1" fontAlgn="ctr" hangingPunct="1">
              <a:lnSpc>
                <a:spcPct val="140000"/>
              </a:lnSpc>
              <a:spcBef>
                <a:spcPct val="30000"/>
              </a:spcBef>
              <a:spcAft>
                <a:spcPct val="0"/>
              </a:spcAft>
              <a:buClr>
                <a:schemeClr val="tx1"/>
              </a:buClr>
              <a:buSzPct val="50000"/>
              <a:buFont typeface="Wingdings" pitchFamily="2" charset="2"/>
              <a:buChar char="p"/>
              <a:defRPr sz="2000">
                <a:solidFill>
                  <a:schemeClr val="tx1"/>
                </a:solidFill>
                <a:latin typeface="+mn-lt"/>
                <a:ea typeface="+mn-ea"/>
              </a:defRPr>
            </a:lvl2pPr>
            <a:lvl3pPr marL="1003300" indent="-201613" algn="l" defTabSz="801688" rtl="0" eaLnBrk="1" fontAlgn="ctr" hangingPunct="1">
              <a:lnSpc>
                <a:spcPct val="140000"/>
              </a:lnSpc>
              <a:spcBef>
                <a:spcPct val="30000"/>
              </a:spcBef>
              <a:spcAft>
                <a:spcPct val="0"/>
              </a:spcAft>
              <a:buSzPct val="50000"/>
              <a:buFont typeface="Wingdings" pitchFamily="2" charset="2"/>
              <a:buChar char="n"/>
              <a:defRPr>
                <a:solidFill>
                  <a:schemeClr val="tx1"/>
                </a:solidFill>
                <a:latin typeface="FrutigerNext LT Light" pitchFamily="34" charset="0"/>
                <a:ea typeface="+mn-ea"/>
              </a:defRPr>
            </a:lvl3pPr>
            <a:lvl4pPr marL="1400175" indent="-198438" algn="l" defTabSz="801688" rtl="0" eaLnBrk="1" fontAlgn="ctr" hangingPunct="1">
              <a:lnSpc>
                <a:spcPct val="140000"/>
              </a:lnSpc>
              <a:spcBef>
                <a:spcPct val="30000"/>
              </a:spcBef>
              <a:spcAft>
                <a:spcPct val="0"/>
              </a:spcAft>
              <a:buChar char="–"/>
              <a:defRPr sz="1600">
                <a:solidFill>
                  <a:schemeClr val="tx1"/>
                </a:solidFill>
                <a:latin typeface="+mj-lt"/>
                <a:ea typeface="+mn-ea"/>
              </a:defRPr>
            </a:lvl4pPr>
            <a:lvl5pPr marL="1801813" indent="-201613" algn="l" defTabSz="801688" rtl="0" eaLnBrk="1" fontAlgn="ctr" hangingPunct="1">
              <a:lnSpc>
                <a:spcPct val="140000"/>
              </a:lnSpc>
              <a:spcBef>
                <a:spcPct val="30000"/>
              </a:spcBef>
              <a:spcAft>
                <a:spcPct val="0"/>
              </a:spcAft>
              <a:buFont typeface="FrutigerNext LT Medium" pitchFamily="34" charset="0"/>
              <a:buChar char="~"/>
              <a:defRPr sz="1600">
                <a:solidFill>
                  <a:schemeClr val="tx1"/>
                </a:solidFill>
                <a:latin typeface="+mj-lt"/>
                <a:ea typeface="+mn-ea"/>
              </a:defRPr>
            </a:lvl5pPr>
            <a:lvl6pPr marL="2259013" indent="-201613" algn="l" defTabSz="801688" rtl="0" fontAlgn="ctr">
              <a:lnSpc>
                <a:spcPct val="140000"/>
              </a:lnSpc>
              <a:spcBef>
                <a:spcPct val="30000"/>
              </a:spcBef>
              <a:spcAft>
                <a:spcPct val="0"/>
              </a:spcAft>
              <a:buFont typeface="FrutigerNext LT Medium" pitchFamily="34" charset="0"/>
              <a:buChar char="~"/>
              <a:defRPr sz="1600">
                <a:solidFill>
                  <a:schemeClr val="tx1"/>
                </a:solidFill>
                <a:latin typeface="+mj-lt"/>
                <a:ea typeface="+mn-ea"/>
              </a:defRPr>
            </a:lvl6pPr>
            <a:lvl7pPr marL="2716213" indent="-201613" algn="l" defTabSz="801688" rtl="0" fontAlgn="base">
              <a:lnSpc>
                <a:spcPct val="140000"/>
              </a:lnSpc>
              <a:spcBef>
                <a:spcPct val="30000"/>
              </a:spcBef>
              <a:spcAft>
                <a:spcPct val="0"/>
              </a:spcAft>
              <a:buFont typeface="FrutigerNext LT Medium" pitchFamily="34" charset="0"/>
              <a:buChar char="~"/>
              <a:defRPr sz="1600">
                <a:solidFill>
                  <a:schemeClr val="tx1"/>
                </a:solidFill>
                <a:latin typeface="+mj-lt"/>
                <a:ea typeface="+mn-ea"/>
              </a:defRPr>
            </a:lvl7pPr>
            <a:lvl8pPr marL="3173413" indent="-201613" algn="l" defTabSz="801688" rtl="0" fontAlgn="base">
              <a:lnSpc>
                <a:spcPct val="140000"/>
              </a:lnSpc>
              <a:spcBef>
                <a:spcPct val="30000"/>
              </a:spcBef>
              <a:spcAft>
                <a:spcPct val="0"/>
              </a:spcAft>
              <a:buFont typeface="FrutigerNext LT Medium" pitchFamily="34" charset="0"/>
              <a:buChar char="~"/>
              <a:defRPr sz="1600">
                <a:solidFill>
                  <a:schemeClr val="tx1"/>
                </a:solidFill>
                <a:latin typeface="+mj-lt"/>
                <a:ea typeface="+mn-ea"/>
              </a:defRPr>
            </a:lvl8pPr>
            <a:lvl9pPr marL="3630613" indent="-201613" algn="l" defTabSz="801688" rtl="0" fontAlgn="base">
              <a:lnSpc>
                <a:spcPct val="140000"/>
              </a:lnSpc>
              <a:spcBef>
                <a:spcPct val="30000"/>
              </a:spcBef>
              <a:spcAft>
                <a:spcPct val="0"/>
              </a:spcAft>
              <a:buFont typeface="FrutigerNext LT Medium" pitchFamily="34" charset="0"/>
              <a:buChar char="~"/>
              <a:defRPr sz="1600">
                <a:solidFill>
                  <a:schemeClr val="tx1"/>
                </a:solidFill>
                <a:latin typeface="+mj-lt"/>
                <a:ea typeface="+mn-ea"/>
              </a:defRPr>
            </a:lvl9pPr>
          </a:lstStyle>
          <a:p>
            <a:pPr>
              <a:buClrTx/>
              <a:buSzPct val="100000"/>
              <a:buFont typeface="Arial" panose="020B0604020202020204" pitchFamily="34" charset="0"/>
              <a:buChar char="•"/>
            </a:pP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汇聚交换机采用</a:t>
            </a:r>
            <a:r>
              <a:rPr lang="en-US" altLang="zh-CN" sz="1400" dirty="0" err="1">
                <a:latin typeface="Huawei Sans" panose="020C0503030203020204" pitchFamily="34" charset="0"/>
                <a:ea typeface="方正兰亭黑简体" panose="02000000000000000000" pitchFamily="2" charset="-122"/>
                <a:sym typeface="Huawei Sans" panose="020C0503030203020204" pitchFamily="34" charset="0"/>
              </a:rPr>
              <a:t>iStack</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，上下行采用</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Eth-Trunk</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，构建高可靠、无环的网络。</a:t>
            </a:r>
          </a:p>
        </p:txBody>
      </p:sp>
      <p:sp>
        <p:nvSpPr>
          <p:cNvPr id="162" name="文本占位符 3"/>
          <p:cNvSpPr txBox="1">
            <a:spLocks/>
          </p:cNvSpPr>
          <p:nvPr/>
        </p:nvSpPr>
        <p:spPr bwMode="auto">
          <a:xfrm>
            <a:off x="6176615" y="2361706"/>
            <a:ext cx="5434138" cy="776666"/>
          </a:xfrm>
          <a:prstGeom prst="rect">
            <a:avLst/>
          </a:prstGeom>
          <a:noFill/>
          <a:ln w="9525">
            <a:noFill/>
            <a:miter lim="800000"/>
            <a:headEnd/>
            <a:tailEnd/>
          </a:ln>
        </p:spPr>
        <p:txBody>
          <a:bodyPr vert="horz" wrap="square" lIns="80110" tIns="40055" rIns="80110" bIns="40055" numCol="1" anchor="t" anchorCtr="0" compatLnSpc="1">
            <a:prstTxWarp prst="textNoShape">
              <a:avLst/>
            </a:prstTxWarp>
          </a:bodyPr>
          <a:lstStyle>
            <a:lvl1pPr marL="301625" indent="-301625" algn="just" defTabSz="801688" rtl="0" eaLnBrk="1" fontAlgn="ctr" latinLnBrk="0" hangingPunct="1">
              <a:lnSpc>
                <a:spcPct val="140000"/>
              </a:lnSpc>
              <a:spcBef>
                <a:spcPct val="30000"/>
              </a:spcBef>
              <a:spcAft>
                <a:spcPct val="0"/>
              </a:spcAft>
              <a:buClr>
                <a:schemeClr val="bg1">
                  <a:lumMod val="50000"/>
                </a:schemeClr>
              </a:buClr>
              <a:buSzPct val="60000"/>
              <a:buFont typeface="Wingdings" pitchFamily="2" charset="2"/>
              <a:buChar char="l"/>
              <a:defRPr sz="2200">
                <a:solidFill>
                  <a:schemeClr val="tx1"/>
                </a:solidFill>
                <a:latin typeface="+mn-ea"/>
                <a:ea typeface="+mn-ea"/>
                <a:cs typeface="Arial" panose="020B0604020202020204" pitchFamily="34" charset="0"/>
              </a:defRPr>
            </a:lvl1pPr>
            <a:lvl2pPr marL="654050" indent="-252413" algn="l" defTabSz="801688" rtl="0" eaLnBrk="1" fontAlgn="ctr" hangingPunct="1">
              <a:lnSpc>
                <a:spcPct val="140000"/>
              </a:lnSpc>
              <a:spcBef>
                <a:spcPct val="30000"/>
              </a:spcBef>
              <a:spcAft>
                <a:spcPct val="0"/>
              </a:spcAft>
              <a:buClr>
                <a:schemeClr val="tx1"/>
              </a:buClr>
              <a:buSzPct val="50000"/>
              <a:buFont typeface="Wingdings" pitchFamily="2" charset="2"/>
              <a:buChar char="p"/>
              <a:defRPr sz="2000">
                <a:solidFill>
                  <a:schemeClr val="tx1"/>
                </a:solidFill>
                <a:latin typeface="+mn-lt"/>
                <a:ea typeface="+mn-ea"/>
              </a:defRPr>
            </a:lvl2pPr>
            <a:lvl3pPr marL="1003300" indent="-201613" algn="l" defTabSz="801688" rtl="0" eaLnBrk="1" fontAlgn="ctr" hangingPunct="1">
              <a:lnSpc>
                <a:spcPct val="140000"/>
              </a:lnSpc>
              <a:spcBef>
                <a:spcPct val="30000"/>
              </a:spcBef>
              <a:spcAft>
                <a:spcPct val="0"/>
              </a:spcAft>
              <a:buSzPct val="50000"/>
              <a:buFont typeface="Wingdings" pitchFamily="2" charset="2"/>
              <a:buChar char="n"/>
              <a:defRPr>
                <a:solidFill>
                  <a:schemeClr val="tx1"/>
                </a:solidFill>
                <a:latin typeface="FrutigerNext LT Light" pitchFamily="34" charset="0"/>
                <a:ea typeface="+mn-ea"/>
              </a:defRPr>
            </a:lvl3pPr>
            <a:lvl4pPr marL="1400175" indent="-198438" algn="l" defTabSz="801688" rtl="0" eaLnBrk="1" fontAlgn="ctr" hangingPunct="1">
              <a:lnSpc>
                <a:spcPct val="140000"/>
              </a:lnSpc>
              <a:spcBef>
                <a:spcPct val="30000"/>
              </a:spcBef>
              <a:spcAft>
                <a:spcPct val="0"/>
              </a:spcAft>
              <a:buChar char="–"/>
              <a:defRPr sz="1600">
                <a:solidFill>
                  <a:schemeClr val="tx1"/>
                </a:solidFill>
                <a:latin typeface="+mj-lt"/>
                <a:ea typeface="+mn-ea"/>
              </a:defRPr>
            </a:lvl4pPr>
            <a:lvl5pPr marL="1801813" indent="-201613" algn="l" defTabSz="801688" rtl="0" eaLnBrk="1" fontAlgn="ctr" hangingPunct="1">
              <a:lnSpc>
                <a:spcPct val="140000"/>
              </a:lnSpc>
              <a:spcBef>
                <a:spcPct val="30000"/>
              </a:spcBef>
              <a:spcAft>
                <a:spcPct val="0"/>
              </a:spcAft>
              <a:buFont typeface="FrutigerNext LT Medium" pitchFamily="34" charset="0"/>
              <a:buChar char="~"/>
              <a:defRPr sz="1600">
                <a:solidFill>
                  <a:schemeClr val="tx1"/>
                </a:solidFill>
                <a:latin typeface="+mj-lt"/>
                <a:ea typeface="+mn-ea"/>
              </a:defRPr>
            </a:lvl5pPr>
            <a:lvl6pPr marL="2259013" indent="-201613" algn="l" defTabSz="801688" rtl="0" fontAlgn="ctr">
              <a:lnSpc>
                <a:spcPct val="140000"/>
              </a:lnSpc>
              <a:spcBef>
                <a:spcPct val="30000"/>
              </a:spcBef>
              <a:spcAft>
                <a:spcPct val="0"/>
              </a:spcAft>
              <a:buFont typeface="FrutigerNext LT Medium" pitchFamily="34" charset="0"/>
              <a:buChar char="~"/>
              <a:defRPr sz="1600">
                <a:solidFill>
                  <a:schemeClr val="tx1"/>
                </a:solidFill>
                <a:latin typeface="+mj-lt"/>
                <a:ea typeface="+mn-ea"/>
              </a:defRPr>
            </a:lvl6pPr>
            <a:lvl7pPr marL="2716213" indent="-201613" algn="l" defTabSz="801688" rtl="0" fontAlgn="base">
              <a:lnSpc>
                <a:spcPct val="140000"/>
              </a:lnSpc>
              <a:spcBef>
                <a:spcPct val="30000"/>
              </a:spcBef>
              <a:spcAft>
                <a:spcPct val="0"/>
              </a:spcAft>
              <a:buFont typeface="FrutigerNext LT Medium" pitchFamily="34" charset="0"/>
              <a:buChar char="~"/>
              <a:defRPr sz="1600">
                <a:solidFill>
                  <a:schemeClr val="tx1"/>
                </a:solidFill>
                <a:latin typeface="+mj-lt"/>
                <a:ea typeface="+mn-ea"/>
              </a:defRPr>
            </a:lvl7pPr>
            <a:lvl8pPr marL="3173413" indent="-201613" algn="l" defTabSz="801688" rtl="0" fontAlgn="base">
              <a:lnSpc>
                <a:spcPct val="140000"/>
              </a:lnSpc>
              <a:spcBef>
                <a:spcPct val="30000"/>
              </a:spcBef>
              <a:spcAft>
                <a:spcPct val="0"/>
              </a:spcAft>
              <a:buFont typeface="FrutigerNext LT Medium" pitchFamily="34" charset="0"/>
              <a:buChar char="~"/>
              <a:defRPr sz="1600">
                <a:solidFill>
                  <a:schemeClr val="tx1"/>
                </a:solidFill>
                <a:latin typeface="+mj-lt"/>
                <a:ea typeface="+mn-ea"/>
              </a:defRPr>
            </a:lvl8pPr>
            <a:lvl9pPr marL="3630613" indent="-201613" algn="l" defTabSz="801688" rtl="0" fontAlgn="base">
              <a:lnSpc>
                <a:spcPct val="140000"/>
              </a:lnSpc>
              <a:spcBef>
                <a:spcPct val="30000"/>
              </a:spcBef>
              <a:spcAft>
                <a:spcPct val="0"/>
              </a:spcAft>
              <a:buFont typeface="FrutigerNext LT Medium" pitchFamily="34" charset="0"/>
              <a:buChar char="~"/>
              <a:defRPr sz="1600">
                <a:solidFill>
                  <a:schemeClr val="tx1"/>
                </a:solidFill>
                <a:latin typeface="+mj-lt"/>
                <a:ea typeface="+mn-ea"/>
              </a:defRPr>
            </a:lvl9pPr>
          </a:lstStyle>
          <a:p>
            <a:pPr>
              <a:buClrTx/>
              <a:buSzPct val="100000"/>
              <a:buFont typeface="Arial" panose="020B0604020202020204" pitchFamily="34" charset="0"/>
              <a:buChar char="•"/>
            </a:pP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核心使用</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CSS</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集群组网，上下行采用</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Eth-Trunk</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，构建高可靠、无环的网络。</a:t>
            </a:r>
          </a:p>
        </p:txBody>
      </p:sp>
      <p:sp>
        <p:nvSpPr>
          <p:cNvPr id="163" name="TextBox 77"/>
          <p:cNvSpPr txBox="1"/>
          <p:nvPr/>
        </p:nvSpPr>
        <p:spPr bwMode="auto">
          <a:xfrm>
            <a:off x="5765739" y="4471491"/>
            <a:ext cx="1390745" cy="316351"/>
          </a:xfrm>
          <a:prstGeom prst="rect">
            <a:avLst/>
          </a:prstGeom>
          <a:noFill/>
          <a:ln w="9525">
            <a:noFill/>
            <a:miter lim="800000"/>
            <a:headEnd/>
            <a:tailEnd/>
          </a:ln>
        </p:spPr>
        <p:txBody>
          <a:bodyPr wrap="square" lIns="99941" tIns="49966" rIns="99941" bIns="49966" rtlCol="0">
            <a:spAutoFit/>
          </a:bodyPr>
          <a:lstStyle/>
          <a:p>
            <a:pPr algn="ctr" defTabSz="1001248" eaLnBrk="0" hangingPunct="0"/>
            <a:r>
              <a:rPr lang="zh-CN" altLang="en-US" sz="1400" b="1" dirty="0">
                <a:solidFill>
                  <a:srgbClr val="000000"/>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接入层</a:t>
            </a:r>
            <a:endParaRPr lang="en-US" altLang="zh-CN" sz="1400" b="1" dirty="0">
              <a:solidFill>
                <a:srgbClr val="000000"/>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sp>
        <p:nvSpPr>
          <p:cNvPr id="3" name="矩形 2"/>
          <p:cNvSpPr/>
          <p:nvPr/>
        </p:nvSpPr>
        <p:spPr>
          <a:xfrm>
            <a:off x="2849380" y="1539628"/>
            <a:ext cx="787396" cy="276999"/>
          </a:xfrm>
          <a:prstGeom prst="rect">
            <a:avLst/>
          </a:prstGeom>
        </p:spPr>
        <p:txBody>
          <a:bodyPr wrap="none">
            <a:spAutoFit/>
          </a:bodyPr>
          <a:lstStyle/>
          <a:p>
            <a:pPr lvl="0" algn="ctr"/>
            <a:r>
              <a:rPr lang="en-US" altLang="zh-CN" sz="1200"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Network</a:t>
            </a:r>
            <a:endParaRPr lang="en-US" altLang="zh-CN"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80" name="图片 79"/>
          <p:cNvPicPr>
            <a:picLocks/>
          </p:cNvPicPr>
          <p:nvPr/>
        </p:nvPicPr>
        <p:blipFill>
          <a:blip r:embed="rId5" cstate="print">
            <a:extLst>
              <a:ext uri="{28A0092B-C50C-407E-A947-70E740481C1C}">
                <a14:useLocalDpi xmlns:a14="http://schemas.microsoft.com/office/drawing/2010/main" val="0"/>
              </a:ext>
            </a:extLst>
          </a:blip>
          <a:stretch>
            <a:fillRect/>
          </a:stretch>
        </p:blipFill>
        <p:spPr>
          <a:xfrm>
            <a:off x="699682" y="5184862"/>
            <a:ext cx="370006" cy="302732"/>
          </a:xfrm>
          <a:prstGeom prst="rect">
            <a:avLst/>
          </a:prstGeom>
        </p:spPr>
      </p:pic>
      <p:pic>
        <p:nvPicPr>
          <p:cNvPr id="81" name="图片 80"/>
          <p:cNvPicPr>
            <a:picLocks/>
          </p:cNvPicPr>
          <p:nvPr/>
        </p:nvPicPr>
        <p:blipFill>
          <a:blip r:embed="rId5" cstate="print">
            <a:extLst>
              <a:ext uri="{28A0092B-C50C-407E-A947-70E740481C1C}">
                <a14:useLocalDpi xmlns:a14="http://schemas.microsoft.com/office/drawing/2010/main" val="0"/>
              </a:ext>
            </a:extLst>
          </a:blip>
          <a:stretch>
            <a:fillRect/>
          </a:stretch>
        </p:blipFill>
        <p:spPr>
          <a:xfrm>
            <a:off x="1608755" y="5184862"/>
            <a:ext cx="370006" cy="302732"/>
          </a:xfrm>
          <a:prstGeom prst="rect">
            <a:avLst/>
          </a:prstGeom>
        </p:spPr>
      </p:pic>
      <p:pic>
        <p:nvPicPr>
          <p:cNvPr id="82" name="图片 81"/>
          <p:cNvPicPr>
            <a:picLocks/>
          </p:cNvPicPr>
          <p:nvPr/>
        </p:nvPicPr>
        <p:blipFill>
          <a:blip r:embed="rId5" cstate="print">
            <a:extLst>
              <a:ext uri="{28A0092B-C50C-407E-A947-70E740481C1C}">
                <a14:useLocalDpi xmlns:a14="http://schemas.microsoft.com/office/drawing/2010/main" val="0"/>
              </a:ext>
            </a:extLst>
          </a:blip>
          <a:stretch>
            <a:fillRect/>
          </a:stretch>
        </p:blipFill>
        <p:spPr>
          <a:xfrm>
            <a:off x="2554556" y="5184862"/>
            <a:ext cx="370006" cy="302732"/>
          </a:xfrm>
          <a:prstGeom prst="rect">
            <a:avLst/>
          </a:prstGeom>
        </p:spPr>
      </p:pic>
      <p:pic>
        <p:nvPicPr>
          <p:cNvPr id="83" name="图片 82"/>
          <p:cNvPicPr>
            <a:picLocks/>
          </p:cNvPicPr>
          <p:nvPr/>
        </p:nvPicPr>
        <p:blipFill>
          <a:blip r:embed="rId5" cstate="print">
            <a:extLst>
              <a:ext uri="{28A0092B-C50C-407E-A947-70E740481C1C}">
                <a14:useLocalDpi xmlns:a14="http://schemas.microsoft.com/office/drawing/2010/main" val="0"/>
              </a:ext>
            </a:extLst>
          </a:blip>
          <a:stretch>
            <a:fillRect/>
          </a:stretch>
        </p:blipFill>
        <p:spPr>
          <a:xfrm>
            <a:off x="3401911" y="5184862"/>
            <a:ext cx="370006" cy="302732"/>
          </a:xfrm>
          <a:prstGeom prst="rect">
            <a:avLst/>
          </a:prstGeom>
        </p:spPr>
      </p:pic>
      <p:pic>
        <p:nvPicPr>
          <p:cNvPr id="84" name="图片 83"/>
          <p:cNvPicPr>
            <a:picLocks/>
          </p:cNvPicPr>
          <p:nvPr/>
        </p:nvPicPr>
        <p:blipFill>
          <a:blip r:embed="rId5" cstate="print">
            <a:extLst>
              <a:ext uri="{28A0092B-C50C-407E-A947-70E740481C1C}">
                <a14:useLocalDpi xmlns:a14="http://schemas.microsoft.com/office/drawing/2010/main" val="0"/>
              </a:ext>
            </a:extLst>
          </a:blip>
          <a:stretch>
            <a:fillRect/>
          </a:stretch>
        </p:blipFill>
        <p:spPr>
          <a:xfrm>
            <a:off x="4310984" y="5184862"/>
            <a:ext cx="370006" cy="302732"/>
          </a:xfrm>
          <a:prstGeom prst="rect">
            <a:avLst/>
          </a:prstGeom>
        </p:spPr>
      </p:pic>
      <p:pic>
        <p:nvPicPr>
          <p:cNvPr id="85" name="图片 84"/>
          <p:cNvPicPr>
            <a:picLocks/>
          </p:cNvPicPr>
          <p:nvPr/>
        </p:nvPicPr>
        <p:blipFill>
          <a:blip r:embed="rId5" cstate="print">
            <a:extLst>
              <a:ext uri="{28A0092B-C50C-407E-A947-70E740481C1C}">
                <a14:useLocalDpi xmlns:a14="http://schemas.microsoft.com/office/drawing/2010/main" val="0"/>
              </a:ext>
            </a:extLst>
          </a:blip>
          <a:stretch>
            <a:fillRect/>
          </a:stretch>
        </p:blipFill>
        <p:spPr>
          <a:xfrm>
            <a:off x="5253127" y="5184862"/>
            <a:ext cx="370006" cy="302732"/>
          </a:xfrm>
          <a:prstGeom prst="rect">
            <a:avLst/>
          </a:prstGeom>
        </p:spPr>
      </p:pic>
      <p:pic>
        <p:nvPicPr>
          <p:cNvPr id="86" name="图片 85"/>
          <p:cNvPicPr>
            <a:picLocks/>
          </p:cNvPicPr>
          <p:nvPr/>
        </p:nvPicPr>
        <p:blipFill>
          <a:blip r:embed="rId6" cstate="print">
            <a:extLst>
              <a:ext uri="{28A0092B-C50C-407E-A947-70E740481C1C}">
                <a14:useLocalDpi xmlns:a14="http://schemas.microsoft.com/office/drawing/2010/main" val="0"/>
              </a:ext>
            </a:extLst>
          </a:blip>
          <a:stretch>
            <a:fillRect/>
          </a:stretch>
        </p:blipFill>
        <p:spPr>
          <a:xfrm>
            <a:off x="3362372" y="3827992"/>
            <a:ext cx="383103" cy="313449"/>
          </a:xfrm>
          <a:prstGeom prst="rect">
            <a:avLst/>
          </a:prstGeom>
        </p:spPr>
      </p:pic>
      <p:pic>
        <p:nvPicPr>
          <p:cNvPr id="87" name="图片 86"/>
          <p:cNvPicPr>
            <a:picLocks/>
          </p:cNvPicPr>
          <p:nvPr/>
        </p:nvPicPr>
        <p:blipFill>
          <a:blip r:embed="rId6" cstate="print">
            <a:extLst>
              <a:ext uri="{28A0092B-C50C-407E-A947-70E740481C1C}">
                <a14:useLocalDpi xmlns:a14="http://schemas.microsoft.com/office/drawing/2010/main" val="0"/>
              </a:ext>
            </a:extLst>
          </a:blip>
          <a:stretch>
            <a:fillRect/>
          </a:stretch>
        </p:blipFill>
        <p:spPr>
          <a:xfrm>
            <a:off x="2642128" y="3827992"/>
            <a:ext cx="383103" cy="313449"/>
          </a:xfrm>
          <a:prstGeom prst="rect">
            <a:avLst/>
          </a:prstGeom>
        </p:spPr>
      </p:pic>
      <p:pic>
        <p:nvPicPr>
          <p:cNvPr id="91" name="图片 90"/>
          <p:cNvPicPr>
            <a:picLocks/>
          </p:cNvPicPr>
          <p:nvPr/>
        </p:nvPicPr>
        <p:blipFill>
          <a:blip r:embed="rId7" cstate="print">
            <a:extLst>
              <a:ext uri="{28A0092B-C50C-407E-A947-70E740481C1C}">
                <a14:useLocalDpi xmlns:a14="http://schemas.microsoft.com/office/drawing/2010/main" val="0"/>
              </a:ext>
            </a:extLst>
          </a:blip>
          <a:stretch>
            <a:fillRect/>
          </a:stretch>
        </p:blipFill>
        <p:spPr>
          <a:xfrm>
            <a:off x="2521885" y="2706639"/>
            <a:ext cx="383103" cy="313449"/>
          </a:xfrm>
          <a:prstGeom prst="rect">
            <a:avLst/>
          </a:prstGeom>
        </p:spPr>
      </p:pic>
      <p:pic>
        <p:nvPicPr>
          <p:cNvPr id="92" name="图片 91"/>
          <p:cNvPicPr>
            <a:picLocks/>
          </p:cNvPicPr>
          <p:nvPr/>
        </p:nvPicPr>
        <p:blipFill>
          <a:blip r:embed="rId7" cstate="print">
            <a:extLst>
              <a:ext uri="{28A0092B-C50C-407E-A947-70E740481C1C}">
                <a14:useLocalDpi xmlns:a14="http://schemas.microsoft.com/office/drawing/2010/main" val="0"/>
              </a:ext>
            </a:extLst>
          </a:blip>
          <a:stretch>
            <a:fillRect/>
          </a:stretch>
        </p:blipFill>
        <p:spPr>
          <a:xfrm>
            <a:off x="3512752" y="2706639"/>
            <a:ext cx="383103" cy="313449"/>
          </a:xfrm>
          <a:prstGeom prst="rect">
            <a:avLst/>
          </a:prstGeom>
        </p:spPr>
      </p:pic>
    </p:spTree>
    <p:extLst>
      <p:ext uri="{BB962C8B-B14F-4D97-AF65-F5344CB8AC3E}">
        <p14:creationId xmlns:p14="http://schemas.microsoft.com/office/powerpoint/2010/main" val="3062489653"/>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p:cNvSpPr>
            <a:spLocks noGrp="1"/>
          </p:cNvSpPr>
          <p:nvPr>
            <p:ph type="body" sz="quarter" idx="10"/>
          </p:nvPr>
        </p:nvSpPr>
        <p:spPr/>
        <p:txBody>
          <a:bodyPr/>
          <a:lstStyle/>
          <a:p>
            <a:r>
              <a:rPr lang="zh-CN" altLang="en-US" smtClean="0">
                <a:sym typeface="Huawei Sans" panose="020C0503030203020204" pitchFamily="34" charset="0"/>
              </a:rPr>
              <a:t>基于包和基于流的负载分担有何区别？</a:t>
            </a:r>
            <a:endParaRPr lang="en-US" altLang="zh-CN" smtClean="0">
              <a:sym typeface="Huawei Sans" panose="020C0503030203020204" pitchFamily="34" charset="0"/>
            </a:endParaRPr>
          </a:p>
          <a:p>
            <a:r>
              <a:rPr lang="en-US" altLang="zh-CN" smtClean="0">
                <a:sym typeface="Huawei Sans" panose="020C0503030203020204" pitchFamily="34" charset="0"/>
              </a:rPr>
              <a:t>LACP</a:t>
            </a:r>
            <a:r>
              <a:rPr lang="zh-CN" altLang="en-US" smtClean="0">
                <a:sym typeface="Huawei Sans" panose="020C0503030203020204" pitchFamily="34" charset="0"/>
              </a:rPr>
              <a:t>模式如何选举主动端？</a:t>
            </a:r>
            <a:endParaRPr lang="en-US" altLang="zh-CN" smtClean="0">
              <a:sym typeface="Huawei Sans" panose="020C0503030203020204" pitchFamily="34" charset="0"/>
            </a:endParaRPr>
          </a:p>
          <a:p>
            <a:r>
              <a:rPr lang="en-US" altLang="zh-CN" smtClean="0">
                <a:sym typeface="Huawei Sans" panose="020C0503030203020204" pitchFamily="34" charset="0"/>
              </a:rPr>
              <a:t>CSS</a:t>
            </a:r>
            <a:r>
              <a:rPr lang="zh-CN" altLang="en-US" smtClean="0">
                <a:sym typeface="Huawei Sans" panose="020C0503030203020204" pitchFamily="34" charset="0"/>
              </a:rPr>
              <a:t>、</a:t>
            </a:r>
            <a:r>
              <a:rPr lang="en-US" altLang="zh-CN" smtClean="0">
                <a:sym typeface="Huawei Sans" panose="020C0503030203020204" pitchFamily="34" charset="0"/>
              </a:rPr>
              <a:t>iStack</a:t>
            </a:r>
            <a:r>
              <a:rPr lang="zh-CN" altLang="en-US" smtClean="0">
                <a:sym typeface="Huawei Sans" panose="020C0503030203020204" pitchFamily="34" charset="0"/>
              </a:rPr>
              <a:t>有何优势？</a:t>
            </a:r>
            <a:endParaRPr lang="en-US" altLang="zh-CN" smtClean="0">
              <a:sym typeface="Huawei Sans" panose="020C0503030203020204" pitchFamily="34" charset="0"/>
            </a:endParaRPr>
          </a:p>
          <a:p>
            <a:endParaRPr lang="zh-CN" altLang="en-US" dirty="0">
              <a:sym typeface="Huawei Sans" panose="020C0503030203020204" pitchFamily="34" charset="0"/>
            </a:endParaRPr>
          </a:p>
        </p:txBody>
      </p:sp>
    </p:spTree>
    <p:extLst>
      <p:ext uri="{BB962C8B-B14F-4D97-AF65-F5344CB8AC3E}">
        <p14:creationId xmlns:p14="http://schemas.microsoft.com/office/powerpoint/2010/main" val="1867987695"/>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p:cNvSpPr>
            <a:spLocks noGrp="1"/>
          </p:cNvSpPr>
          <p:nvPr>
            <p:ph sz="quarter" idx="10"/>
          </p:nvPr>
        </p:nvSpPr>
        <p:spPr/>
        <p:txBody>
          <a:bodyPr/>
          <a:lstStyle/>
          <a:p>
            <a:r>
              <a:rPr lang="zh-CN" altLang="en-US" smtClean="0">
                <a:sym typeface="Huawei Sans" panose="020C0503030203020204" pitchFamily="34" charset="0"/>
              </a:rPr>
              <a:t>为提高链路可靠性、链路利用率、链路带宽可以使用链路聚合技术，按照聚合方式不同可以分为静态聚合和</a:t>
            </a:r>
            <a:r>
              <a:rPr lang="en-US" altLang="zh-CN" smtClean="0">
                <a:sym typeface="Huawei Sans" panose="020C0503030203020204" pitchFamily="34" charset="0"/>
              </a:rPr>
              <a:t>LACP</a:t>
            </a:r>
            <a:r>
              <a:rPr lang="zh-CN" altLang="en-US" smtClean="0">
                <a:sym typeface="Huawei Sans" panose="020C0503030203020204" pitchFamily="34" charset="0"/>
              </a:rPr>
              <a:t>模式聚合。</a:t>
            </a:r>
            <a:endParaRPr lang="en-US" altLang="zh-CN" smtClean="0">
              <a:sym typeface="Huawei Sans" panose="020C0503030203020204" pitchFamily="34" charset="0"/>
            </a:endParaRPr>
          </a:p>
          <a:p>
            <a:r>
              <a:rPr lang="en-US" altLang="zh-CN" smtClean="0">
                <a:sym typeface="Huawei Sans" panose="020C0503030203020204" pitchFamily="34" charset="0"/>
              </a:rPr>
              <a:t>LACP</a:t>
            </a:r>
            <a:r>
              <a:rPr lang="zh-CN" altLang="en-US" smtClean="0">
                <a:sym typeface="Huawei Sans" panose="020C0503030203020204" pitchFamily="34" charset="0"/>
              </a:rPr>
              <a:t>模式采用报文协商，可以实现活动链路的备份，在链路出现故障时将备份链路选举为活动链路继续参与转发。</a:t>
            </a:r>
            <a:endParaRPr lang="en-US" altLang="zh-CN" smtClean="0">
              <a:sym typeface="Huawei Sans" panose="020C0503030203020204" pitchFamily="34" charset="0"/>
            </a:endParaRPr>
          </a:p>
          <a:p>
            <a:r>
              <a:rPr lang="zh-CN" altLang="en-US" smtClean="0">
                <a:sym typeface="Huawei Sans" panose="020C0503030203020204" pitchFamily="34" charset="0"/>
              </a:rPr>
              <a:t>为保证报文到达的顺序，链路聚合的负载分担采用基于流的形式。</a:t>
            </a:r>
            <a:endParaRPr lang="en-US" altLang="zh-CN" smtClean="0">
              <a:sym typeface="Huawei Sans" panose="020C0503030203020204" pitchFamily="34" charset="0"/>
            </a:endParaRPr>
          </a:p>
          <a:p>
            <a:r>
              <a:rPr lang="zh-CN" altLang="en-US" smtClean="0">
                <a:sym typeface="Huawei Sans" panose="020C0503030203020204" pitchFamily="34" charset="0"/>
              </a:rPr>
              <a:t>使用</a:t>
            </a:r>
            <a:r>
              <a:rPr lang="en-US" altLang="zh-CN" smtClean="0">
                <a:sym typeface="Huawei Sans" panose="020C0503030203020204" pitchFamily="34" charset="0"/>
              </a:rPr>
              <a:t>iStack</a:t>
            </a:r>
            <a:r>
              <a:rPr lang="zh-CN" altLang="en-US" smtClean="0">
                <a:sym typeface="Huawei Sans" panose="020C0503030203020204" pitchFamily="34" charset="0"/>
              </a:rPr>
              <a:t>、</a:t>
            </a:r>
            <a:r>
              <a:rPr lang="en-US" altLang="zh-CN" smtClean="0">
                <a:sym typeface="Huawei Sans" panose="020C0503030203020204" pitchFamily="34" charset="0"/>
              </a:rPr>
              <a:t>CSS</a:t>
            </a:r>
            <a:r>
              <a:rPr lang="zh-CN" altLang="en-US" smtClean="0">
                <a:sym typeface="Huawei Sans" panose="020C0503030203020204" pitchFamily="34" charset="0"/>
              </a:rPr>
              <a:t>技术可以简化网络管理、简化网络结构、提高网络可靠性。</a:t>
            </a:r>
            <a:endParaRPr lang="en-US" altLang="zh-CN" dirty="0">
              <a:sym typeface="Huawei Sans" panose="020C0503030203020204" pitchFamily="34" charset="0"/>
            </a:endParaRPr>
          </a:p>
        </p:txBody>
      </p:sp>
    </p:spTree>
    <p:extLst>
      <p:ext uri="{BB962C8B-B14F-4D97-AF65-F5344CB8AC3E}">
        <p14:creationId xmlns:p14="http://schemas.microsoft.com/office/powerpoint/2010/main" val="3325052250"/>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565148794"/>
      </p:ext>
    </p:extLst>
  </p:cSld>
  <p:clrMapOvr>
    <a:masterClrMapping/>
  </p:clrMapOvr>
  <p:timing>
    <p:tnLst>
      <p:par>
        <p:cTn id="1" dur="indefinite" restart="never" nodeType="tmRoot"/>
      </p:par>
    </p:tnLst>
  </p:timing>
</p:sld>
</file>

<file path=ppt/theme/theme1.xml><?xml version="1.0" encoding="utf-8"?>
<a:theme xmlns:a="http://schemas.openxmlformats.org/drawingml/2006/main" name="自定义设计方案">
  <a:themeElements>
    <a:clrScheme name="自定义 1">
      <a:dk1>
        <a:sysClr val="windowText" lastClr="000000"/>
      </a:dk1>
      <a:lt1>
        <a:sysClr val="window" lastClr="FFFFFF"/>
      </a:lt1>
      <a:dk2>
        <a:srgbClr val="F3FBFE"/>
      </a:dk2>
      <a:lt2>
        <a:srgbClr val="BAE6F6"/>
      </a:lt2>
      <a:accent1>
        <a:srgbClr val="1AABE2"/>
      </a:accent1>
      <a:accent2>
        <a:srgbClr val="EC7061"/>
      </a:accent2>
      <a:accent3>
        <a:srgbClr val="8BC9A0"/>
      </a:accent3>
      <a:accent4>
        <a:srgbClr val="BAE6F6"/>
      </a:accent4>
      <a:accent5>
        <a:srgbClr val="F3FBFE"/>
      </a:accent5>
      <a:accent6>
        <a:srgbClr val="FFD17D"/>
      </a:accent6>
      <a:hlink>
        <a:srgbClr val="FFF2CC"/>
      </a:hlink>
      <a:folHlink>
        <a:srgbClr val="7F7F7F"/>
      </a:folHlink>
    </a:clrScheme>
    <a:fontScheme name="方正+Huawei">
      <a:majorFont>
        <a:latin typeface="Huawei Sans"/>
        <a:ea typeface="方正兰亭黑简体"/>
        <a:cs typeface=""/>
      </a:majorFont>
      <a:minorFont>
        <a:latin typeface="Huawei Sans"/>
        <a:ea typeface="方正兰亭黑简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方正+Huawei">
      <a:majorFont>
        <a:latin typeface="Huawei Sans"/>
        <a:ea typeface="方正兰亭黑简体"/>
        <a:cs typeface=""/>
      </a:majorFont>
      <a:minorFont>
        <a:latin typeface="Huawei Sans"/>
        <a:ea typeface="方正兰亭黑简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02C5B4B712841F4C8A7AAEE2CD191271" ma:contentTypeVersion="0" ma:contentTypeDescription="Create a new document." ma:contentTypeScope="" ma:versionID="2e6df93c5ac01bc0ba5a39bebe33c6df">
  <xsd:schema xmlns:xsd="http://www.w3.org/2001/XMLSchema" xmlns:xs="http://www.w3.org/2001/XMLSchema" xmlns:p="http://schemas.microsoft.com/office/2006/metadata/properties" targetNamespace="http://schemas.microsoft.com/office/2006/metadata/properties" ma:root="true" ma:fieldsID="c64490b4aec6201516c3a874156f37b2">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FF6C7BE0-6F2E-44B8-AB49-2150C7F6AF9D}"/>
</file>

<file path=customXml/itemProps2.xml><?xml version="1.0" encoding="utf-8"?>
<ds:datastoreItem xmlns:ds="http://schemas.openxmlformats.org/officeDocument/2006/customXml" ds:itemID="{2C35D840-9B35-4114-8567-91AAE775DB1D}"/>
</file>

<file path=customXml/itemProps3.xml><?xml version="1.0" encoding="utf-8"?>
<ds:datastoreItem xmlns:ds="http://schemas.openxmlformats.org/officeDocument/2006/customXml" ds:itemID="{B0FEF457-3D16-429F-A883-7910B362CBAD}"/>
</file>

<file path=docProps/app.xml><?xml version="1.0" encoding="utf-8"?>
<Properties xmlns="http://schemas.openxmlformats.org/officeDocument/2006/extended-properties" xmlns:vt="http://schemas.openxmlformats.org/officeDocument/2006/docPropsVTypes">
  <Template/>
  <TotalTime>1992</TotalTime>
  <Words>5092</Words>
  <Application>Microsoft Office PowerPoint</Application>
  <PresentationFormat>宽屏</PresentationFormat>
  <Paragraphs>806</Paragraphs>
  <Slides>49</Slides>
  <Notes>49</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49</vt:i4>
      </vt:variant>
    </vt:vector>
  </HeadingPairs>
  <TitlesOfParts>
    <vt:vector size="58" baseType="lpstr">
      <vt:lpstr>方正兰亭黑简体</vt:lpstr>
      <vt:lpstr>微软雅黑</vt:lpstr>
      <vt:lpstr>Arial</vt:lpstr>
      <vt:lpstr>Calibri</vt:lpstr>
      <vt:lpstr>Courier New</vt:lpstr>
      <vt:lpstr>Huawei Sans</vt:lpstr>
      <vt:lpstr>Times New Roman</vt:lpstr>
      <vt:lpstr>Wingdings</vt:lpstr>
      <vt:lpstr>自定义设计方案</vt:lpstr>
      <vt:lpstr>PowerPoint 演示文稿</vt:lpstr>
      <vt:lpstr>以太网链路聚合与交换机堆叠、集群</vt:lpstr>
      <vt:lpstr>PowerPoint 演示文稿</vt:lpstr>
      <vt:lpstr>PowerPoint 演示文稿</vt:lpstr>
      <vt:lpstr>PowerPoint 演示文稿</vt:lpstr>
      <vt:lpstr>网络的可靠性</vt:lpstr>
      <vt:lpstr>单板可靠性 (1)</vt:lpstr>
      <vt:lpstr>单板可靠性 (2)</vt:lpstr>
      <vt:lpstr>设备可靠性</vt:lpstr>
      <vt:lpstr>链路可靠性</vt:lpstr>
      <vt:lpstr>PowerPoint 演示文稿</vt:lpstr>
      <vt:lpstr>提升链路带宽</vt:lpstr>
      <vt:lpstr>以太网链路聚合</vt:lpstr>
      <vt:lpstr>链路聚合基本术语/概念</vt:lpstr>
      <vt:lpstr>PowerPoint 演示文稿</vt:lpstr>
      <vt:lpstr>手工模式</vt:lpstr>
      <vt:lpstr>手工模式缺陷 (1)</vt:lpstr>
      <vt:lpstr>手工模式缺陷 (2)</vt:lpstr>
      <vt:lpstr>PowerPoint 演示文稿</vt:lpstr>
      <vt:lpstr>LACPDU</vt:lpstr>
      <vt:lpstr>系统优先级</vt:lpstr>
      <vt:lpstr>接口优先级</vt:lpstr>
      <vt:lpstr>最大活动接口数 (1)</vt:lpstr>
      <vt:lpstr>最大活动接口数 (2)</vt:lpstr>
      <vt:lpstr>活动链路选举 (1)</vt:lpstr>
      <vt:lpstr>活动链路选举 (2)</vt:lpstr>
      <vt:lpstr>活动链路选举 (3)</vt:lpstr>
      <vt:lpstr>活动链路选举 (4)</vt:lpstr>
      <vt:lpstr>负载分担</vt:lpstr>
      <vt:lpstr>负载分担模式</vt:lpstr>
      <vt:lpstr>PowerPoint 演示文稿</vt:lpstr>
      <vt:lpstr>典型使用场景 (1)</vt:lpstr>
      <vt:lpstr>典型使用场景 (2)</vt:lpstr>
      <vt:lpstr>PowerPoint 演示文稿</vt:lpstr>
      <vt:lpstr>配置命令介绍 (1)</vt:lpstr>
      <vt:lpstr>配置命令介绍 (2)</vt:lpstr>
      <vt:lpstr>配置命令介绍 (3)</vt:lpstr>
      <vt:lpstr>手工模式链路聚合配置举例</vt:lpstr>
      <vt:lpstr>LACP模式链路聚合配置举例 (1)</vt:lpstr>
      <vt:lpstr>LACP模式链路聚合配置举例 (2)</vt:lpstr>
      <vt:lpstr>PowerPoint 演示文稿</vt:lpstr>
      <vt:lpstr>什么是堆叠、集群</vt:lpstr>
      <vt:lpstr>堆叠、集群的优势</vt:lpstr>
      <vt:lpstr>实际应用 (1)</vt:lpstr>
      <vt:lpstr>实际应用 (2)</vt:lpstr>
      <vt:lpstr>推荐架构</vt:lpstr>
      <vt:lpstr>PowerPoint 演示文稿</vt:lpstr>
      <vt:lpstr>PowerPoint 演示文稿</vt:lpstr>
      <vt:lpstr>PowerPoint 演示文稿</vt:lpstr>
    </vt:vector>
  </TitlesOfParts>
  <Company>Huawei Technologies Co.,Ltd.</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fanyan (A)</dc:creator>
  <cp:lastModifiedBy>Zhanglinruizjhw (Leroy)</cp:lastModifiedBy>
  <cp:revision>230</cp:revision>
  <dcterms:created xsi:type="dcterms:W3CDTF">2018-11-29T10:16:29Z</dcterms:created>
  <dcterms:modified xsi:type="dcterms:W3CDTF">2020-04-14T02:25:06Z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2015_ms_pID_725343">
    <vt:lpwstr>(3)XOJKhCDRCa8H4Hel7vIGLTsjEJSiF+UrveY7wNVmwwcib3CIOGKTJ+qzY9BxIqLTFkzK6k62
w1+9NKbFUGH6PZwxgQkJhVtyT5oP+56r8blY8mKIDjl4rFfdOzhniJh0EqE0PFqRYq1ooof4
E8NhvgnUYfQ0mURfwUMn8aOv8K6pIKl/qCZV2n5j8D2jGC0X24y9FuQDjwOdewn9fZ0i+sFF
0SShMZaSE/pwMNGVo2</vt:lpwstr>
  </property>
  <property fmtid="{D5CDD505-2E9C-101B-9397-08002B2CF9AE}" pid="3" name="_2015_ms_pID_7253431">
    <vt:lpwstr>b+7bU9WT3TCgnWYDzzl71a1XqHWHemLgCRyoSYvxpWqSv9GAwWcX8m
mL63EpOn6tkFLsm5kMlK0kYEOnjGItO44c+58fywccT2homSwOfj6DobjmsOdu6IB+Wq1hf3
ocUcLPVEYuHpQKGVuPIOGmWlzhBk0kVIQeaE/VMGuh0HHYNySLswzKRsGK41Jvom5wi1W3GM
TvTQkDEzLBw8vNb2VSFaTfyRjZkgsjSfZXlf</vt:lpwstr>
  </property>
  <property fmtid="{D5CDD505-2E9C-101B-9397-08002B2CF9AE}" pid="4" name="_2015_ms_pID_7253432">
    <vt:lpwstr>BA==</vt:lpwstr>
  </property>
  <property fmtid="{D5CDD505-2E9C-101B-9397-08002B2CF9AE}" pid="5" name="_readonly">
    <vt:lpwstr/>
  </property>
  <property fmtid="{D5CDD505-2E9C-101B-9397-08002B2CF9AE}" pid="6" name="_change">
    <vt:lpwstr/>
  </property>
  <property fmtid="{D5CDD505-2E9C-101B-9397-08002B2CF9AE}" pid="7" name="_full-control">
    <vt:lpwstr/>
  </property>
  <property fmtid="{D5CDD505-2E9C-101B-9397-08002B2CF9AE}" pid="8" name="sflag">
    <vt:lpwstr>1586745816</vt:lpwstr>
  </property>
  <property fmtid="{D5CDD505-2E9C-101B-9397-08002B2CF9AE}" pid="9" name="ContentTypeId">
    <vt:lpwstr>0x01010002C5B4B712841F4C8A7AAEE2CD191271</vt:lpwstr>
  </property>
</Properties>
</file>